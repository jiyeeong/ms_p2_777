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1216" r:id="rId2"/>
    <p:sldId id="1233" r:id="rId3"/>
    <p:sldId id="1232" r:id="rId4"/>
    <p:sldId id="1217" r:id="rId5"/>
    <p:sldId id="1039" r:id="rId6"/>
    <p:sldId id="1038" r:id="rId7"/>
    <p:sldId id="1205" r:id="rId8"/>
    <p:sldId id="1243" r:id="rId9"/>
    <p:sldId id="1253" r:id="rId10"/>
    <p:sldId id="1254" r:id="rId11"/>
    <p:sldId id="1271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6E96F4-7D60-4C17-9555-72A17846F4C9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75E68C-46A3-43C5-A7DC-C1FFB6CFEB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576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75E68C-46A3-43C5-A7DC-C1FFB6CFEBB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637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F13F4-FCEA-C20F-14C4-051DCF522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AD6DA9-2E34-7414-B472-6766FCD58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5AD8C5-4C2A-D6FD-85EF-AB5258E84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634F8C-5040-57BB-D925-03DE7943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77D847-77D8-AD93-7810-A19D13D36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81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28DC66-845D-6D0B-39DE-FA013C54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DFECD5-44F0-BD13-D908-518DA8EE2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A5D08B-3285-4E65-ED51-EABEB663B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51BAEB-34A3-3D49-4724-B5209D75D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401D06-9174-A819-48D6-99F169C9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28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4CFFA-58CB-B8C8-570A-AF41814C5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AF33FE-8423-1754-6E40-D94BF25C4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ACC22A-DF97-DC72-CB3B-8B3E1EABE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A84F09-6D61-42FF-E2F7-B6B91D3A7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C47531-5864-30CC-08BA-6651C394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057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436FD3-5CE2-ECF3-BF32-9860EAA36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2401EC-820D-338A-BAF3-F60A262E63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9CC06A-0FA1-3FE2-8635-01E7775AC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3B1C8F-6383-1B4C-0C10-1FD5121B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0BF4C0-B7AC-1B0D-308A-A7DDDDFC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2BC56F-1536-26EE-E95A-C66189BFA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81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82D4D-EF0C-31BA-B02E-4D4DDF9AB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1A30AC-C7ED-C591-986E-51FDFCCF0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BD0256-862D-9CAD-6CED-93E0D84BA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501228-6669-3B97-8DCA-85D87424E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EDA57FE-7152-FC8E-E36A-E60C1DC1F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C6FB447-1DE5-8F03-25ED-D65C77E2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B359D87-C0AC-3501-2B10-F94EE716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DAA0B4-C235-11D9-F58E-C26E1EF84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220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D4F990-6B93-20A2-E04B-56C2EC18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8FECE3-82E5-623C-ECA4-D1FF12BDB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5E6DEB-4091-E46B-77B5-104B1F0AE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9B5DC4-762C-7906-FD8E-ACAFADD77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40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7F173A-2339-E227-4A56-CC62B2009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8702B68-607C-3C65-1179-5E6572F4D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E42423-1176-3B2D-6B19-B9D46EAD4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3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BDF538-829C-5FE6-1E10-E095DBBCE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85AEFB-4064-6894-F24D-7F29297D7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5354EF-35A8-F87E-8B99-23001D745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CA7F8B-DD4B-44FE-A281-E22E20638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CE9A9F-9975-6F73-958A-C207B012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D41194-A271-560A-76B7-BBCE1555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7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1EBE4-C96C-0206-A53D-18DE8D7EB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FD0591B-86A7-3EED-EBCF-981CAC4C0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02CC8F-309C-3743-89F9-3C0089765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632AE4-61BB-E2CA-AEA6-C08194BC1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D103EE-8340-1A88-20A6-529FBAC48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DFFDF0-99B2-0889-8956-32994898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97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17DA11-035A-A0A1-06CD-49F26F16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6DE687-0534-30AE-FA6A-CD802FCC8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D15654-7EC5-BC4A-1316-FB2A9945D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11F316-27A5-0DBA-142A-2F272DC4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36A554-3981-E7DB-198C-FB6D28E6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307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5A793D7-7582-EF6C-C68C-CC28526E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54B0DF-AFE1-53DE-15CE-F4B087A6B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B5D1D-17D7-629B-36C8-FC017F443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9BFA-6B09-41AB-B688-F163F7E4E5C9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40BED5-5B5B-15B1-75F8-789D2F7D7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1D2C74-C0C9-30BC-FC9C-B4D2890B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090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263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183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8B78B4-22CA-8980-8AE1-D412BDCA9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F8B76A-9DEE-738A-3192-AD75768F6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24D02-4D16-774F-AD6D-C6B285FE7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C9BFA-6B09-41AB-B688-F163F7E4E5C9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DC36F3-E58F-239A-F6FA-22218EE3E3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CE98FE-900E-3D40-4621-F94B55ABC9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7295D8-8DB6-4ADD-AC86-4D4D80106F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199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hyperlink" Target="https://jira.com2us.com/wiki/x/EA95F" TargetMode="External"/><Relationship Id="rId10" Type="http://schemas.openxmlformats.org/officeDocument/2006/relationships/image" Target="../media/image7.svg"/><Relationship Id="rId4" Type="http://schemas.openxmlformats.org/officeDocument/2006/relationships/image" Target="../media/image3.svg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jira.com2us.com/wiki/pages/viewpage.action?pageId=308743823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3E6B854-F08A-4151-B09F-81C16D43A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65400"/>
            <a:ext cx="12192000" cy="13684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none" lIns="90000" tIns="46800" rIns="90000" bIns="46800" anchor="ctr"/>
          <a:lstStyle>
            <a:lvl1pPr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82CFA9-5EE1-4331-9DE1-9207D7A999EB}"/>
              </a:ext>
            </a:extLst>
          </p:cNvPr>
          <p:cNvSpPr txBox="1"/>
          <p:nvPr/>
        </p:nvSpPr>
        <p:spPr>
          <a:xfrm>
            <a:off x="0" y="296094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기능 리스트</a:t>
            </a:r>
          </a:p>
        </p:txBody>
      </p:sp>
    </p:spTree>
    <p:extLst>
      <p:ext uri="{BB962C8B-B14F-4D97-AF65-F5344CB8AC3E}">
        <p14:creationId xmlns:p14="http://schemas.microsoft.com/office/powerpoint/2010/main" val="217475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120">
            <a:extLst>
              <a:ext uri="{FF2B5EF4-FFF2-40B4-BE49-F238E27FC236}">
                <a16:creationId xmlns:a16="http://schemas.microsoft.com/office/drawing/2014/main" id="{B5FE7B4A-84F0-0F23-5AB8-57DC43B831B5}"/>
              </a:ext>
            </a:extLst>
          </p:cNvPr>
          <p:cNvGraphicFramePr>
            <a:graphicFrameLocks noGrp="1"/>
          </p:cNvGraphicFramePr>
          <p:nvPr/>
        </p:nvGraphicFramePr>
        <p:xfrm>
          <a:off x="349862" y="523677"/>
          <a:ext cx="11490772" cy="6258088"/>
        </p:xfrm>
        <a:graphic>
          <a:graphicData uri="http://schemas.openxmlformats.org/drawingml/2006/table">
            <a:tbl>
              <a:tblPr/>
              <a:tblGrid>
                <a:gridCol w="477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512">
                  <a:extLst>
                    <a:ext uri="{9D8B030D-6E8A-4147-A177-3AD203B41FA5}">
                      <a16:colId xmlns:a16="http://schemas.microsoft.com/office/drawing/2014/main" val="4226502785"/>
                    </a:ext>
                  </a:extLst>
                </a:gridCol>
                <a:gridCol w="856288">
                  <a:extLst>
                    <a:ext uri="{9D8B030D-6E8A-4147-A177-3AD203B41FA5}">
                      <a16:colId xmlns:a16="http://schemas.microsoft.com/office/drawing/2014/main" val="738381831"/>
                    </a:ext>
                  </a:extLst>
                </a:gridCol>
                <a:gridCol w="1062230">
                  <a:extLst>
                    <a:ext uri="{9D8B030D-6E8A-4147-A177-3AD203B41FA5}">
                      <a16:colId xmlns:a16="http://schemas.microsoft.com/office/drawing/2014/main" val="2445750454"/>
                    </a:ext>
                  </a:extLst>
                </a:gridCol>
                <a:gridCol w="970098">
                  <a:extLst>
                    <a:ext uri="{9D8B030D-6E8A-4147-A177-3AD203B41FA5}">
                      <a16:colId xmlns:a16="http://schemas.microsoft.com/office/drawing/2014/main" val="2156481256"/>
                    </a:ext>
                  </a:extLst>
                </a:gridCol>
                <a:gridCol w="4156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6742">
                  <a:extLst>
                    <a:ext uri="{9D8B030D-6E8A-4147-A177-3AD203B41FA5}">
                      <a16:colId xmlns:a16="http://schemas.microsoft.com/office/drawing/2014/main" val="3521529376"/>
                    </a:ext>
                  </a:extLst>
                </a:gridCol>
                <a:gridCol w="2233491">
                  <a:extLst>
                    <a:ext uri="{9D8B030D-6E8A-4147-A177-3AD203B41FA5}">
                      <a16:colId xmlns:a16="http://schemas.microsoft.com/office/drawing/2014/main" val="1291498993"/>
                    </a:ext>
                  </a:extLst>
                </a:gridCol>
              </a:tblGrid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번호</a:t>
                      </a:r>
                    </a:p>
                  </a:txBody>
                  <a:tcPr marL="90000" marR="90000" marT="46768" marB="46768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Depth 1</a:t>
                      </a: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Depth 2</a:t>
                      </a: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Depth 3</a:t>
                      </a: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Depth 4</a:t>
                      </a: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설명</a:t>
                      </a: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공간</a:t>
                      </a: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비고</a:t>
                      </a: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메인 메뉴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마이크 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on/off</a:t>
                      </a: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마이크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on/off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기능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마이크 설정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806193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카메라 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on/off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카메라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on/off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기능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카메라 설정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532506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화면공유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화면공유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창 공유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화상화면 기능이 아바타 머리 위로 이동하면서 화면 공유에 사용자 얼굴 나오는 화면 필요해짐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71875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감정표현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감정표현에 따라 아바타 애니메이션과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이모지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함께 표시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감정표현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이모지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카메라 화면에 추가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875481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손 들기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아바타 손드는 애니메이션 및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이모지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함께 표시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손들기 애니메이션 및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UI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작업 추가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182926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격자모드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격자 형태로 사용자별 카메라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마이크 상태 볼 수 있는 뷰 모드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265650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화상화면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미니 팝업형태로 사용자별 카메라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마이크 상태 보는 뷰 모드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주화자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중심으로 카메라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UI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표시 기능 있음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화상화면 기능 아바타 머리 위에 적용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대표님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23.02.02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31405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종료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1) 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주최자일 경우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모든 회의에 대해 종료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2)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회의 나가기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616982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더 보기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프로필 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마이크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카메라 설정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설정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 관련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 기능 추가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화이트 보드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회의록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STT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기능 등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시스템 설정 따로 둘지 논의 필요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28073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서브 메뉴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 제목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공간의 초대 공유 기능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초대 복사 및 공간 코드 복사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444531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참여자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참여자 수 표시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참여자 리스트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참여자 초대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참여자 권한 편집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주최자일 경우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상대방 마이크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카메라 제어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상대방 마이크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및 카메라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on/off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표시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546110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채팅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공간기반 채팅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월드 시스템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오피스에 맞게 수정필요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56836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팀 가기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228566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581BF550-8495-B43B-C667-5DC068C18ABA}"/>
              </a:ext>
            </a:extLst>
          </p:cNvPr>
          <p:cNvGrpSpPr/>
          <p:nvPr/>
        </p:nvGrpSpPr>
        <p:grpSpPr>
          <a:xfrm>
            <a:off x="349862" y="158877"/>
            <a:ext cx="2403222" cy="307777"/>
            <a:chOff x="349862" y="323977"/>
            <a:chExt cx="2403222" cy="307777"/>
          </a:xfrm>
        </p:grpSpPr>
        <p:cxnSp>
          <p:nvCxnSpPr>
            <p:cNvPr id="5" name="직선 연결선[R] 134">
              <a:extLst>
                <a:ext uri="{FF2B5EF4-FFF2-40B4-BE49-F238E27FC236}">
                  <a16:creationId xmlns:a16="http://schemas.microsoft.com/office/drawing/2014/main" id="{DA0E7FF0-A69E-7FF6-1ADB-618DC89E38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12" y="381000"/>
              <a:ext cx="4151" cy="216000"/>
            </a:xfrm>
            <a:prstGeom prst="line">
              <a:avLst/>
            </a:prstGeom>
            <a:ln w="38100">
              <a:solidFill>
                <a:srgbClr val="EA46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DF7567D-6963-70AA-D4DF-1AEE99665EF3}"/>
                </a:ext>
              </a:extLst>
            </p:cNvPr>
            <p:cNvSpPr txBox="1"/>
            <p:nvPr/>
          </p:nvSpPr>
          <p:spPr>
            <a:xfrm>
              <a:off x="349862" y="323977"/>
              <a:ext cx="24032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400" b="1" dirty="0">
                  <a:ln>
                    <a:solidFill>
                      <a:srgbClr val="EA464A">
                        <a:alpha val="0"/>
                      </a:srgb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오피스 및 커넥팅 기능 리스트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3318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20">
            <a:extLst>
              <a:ext uri="{FF2B5EF4-FFF2-40B4-BE49-F238E27FC236}">
                <a16:creationId xmlns:a16="http://schemas.microsoft.com/office/drawing/2014/main" id="{A94A0574-D05A-5FE4-C49A-EE89CA9B56A5}"/>
              </a:ext>
            </a:extLst>
          </p:cNvPr>
          <p:cNvGraphicFramePr>
            <a:graphicFrameLocks noGrp="1"/>
          </p:cNvGraphicFramePr>
          <p:nvPr/>
        </p:nvGraphicFramePr>
        <p:xfrm>
          <a:off x="349862" y="498277"/>
          <a:ext cx="11511938" cy="6137505"/>
        </p:xfrm>
        <a:graphic>
          <a:graphicData uri="http://schemas.openxmlformats.org/drawingml/2006/table">
            <a:tbl>
              <a:tblPr/>
              <a:tblGrid>
                <a:gridCol w="478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999">
                  <a:extLst>
                    <a:ext uri="{9D8B030D-6E8A-4147-A177-3AD203B41FA5}">
                      <a16:colId xmlns:a16="http://schemas.microsoft.com/office/drawing/2014/main" val="4226502785"/>
                    </a:ext>
                  </a:extLst>
                </a:gridCol>
                <a:gridCol w="857865">
                  <a:extLst>
                    <a:ext uri="{9D8B030D-6E8A-4147-A177-3AD203B41FA5}">
                      <a16:colId xmlns:a16="http://schemas.microsoft.com/office/drawing/2014/main" val="738381831"/>
                    </a:ext>
                  </a:extLst>
                </a:gridCol>
                <a:gridCol w="1064187">
                  <a:extLst>
                    <a:ext uri="{9D8B030D-6E8A-4147-A177-3AD203B41FA5}">
                      <a16:colId xmlns:a16="http://schemas.microsoft.com/office/drawing/2014/main" val="2445750454"/>
                    </a:ext>
                  </a:extLst>
                </a:gridCol>
                <a:gridCol w="971885">
                  <a:extLst>
                    <a:ext uri="{9D8B030D-6E8A-4147-A177-3AD203B41FA5}">
                      <a16:colId xmlns:a16="http://schemas.microsoft.com/office/drawing/2014/main" val="2156481256"/>
                    </a:ext>
                  </a:extLst>
                </a:gridCol>
                <a:gridCol w="4164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8449">
                  <a:extLst>
                    <a:ext uri="{9D8B030D-6E8A-4147-A177-3AD203B41FA5}">
                      <a16:colId xmlns:a16="http://schemas.microsoft.com/office/drawing/2014/main" val="3521529376"/>
                    </a:ext>
                  </a:extLst>
                </a:gridCol>
                <a:gridCol w="2237605">
                  <a:extLst>
                    <a:ext uri="{9D8B030D-6E8A-4147-A177-3AD203B41FA5}">
                      <a16:colId xmlns:a16="http://schemas.microsoft.com/office/drawing/2014/main" val="1291498993"/>
                    </a:ext>
                  </a:extLst>
                </a:gridCol>
              </a:tblGrid>
              <a:tr h="284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번호</a:t>
                      </a:r>
                    </a:p>
                  </a:txBody>
                  <a:tcPr marL="90000" marR="90000" marT="46768" marB="46768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Depth 1</a:t>
                      </a: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Depth 2</a:t>
                      </a: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Depth 3</a:t>
                      </a: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Depth 4</a:t>
                      </a: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설명</a:t>
                      </a: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공간</a:t>
                      </a: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비고</a:t>
                      </a: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1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달력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현재 달력이 기본적으로 표시되며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날짜별로 회의 조회가 가능함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806193"/>
                  </a:ext>
                </a:extLst>
              </a:tr>
              <a:tr h="284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카드</a:t>
                      </a:r>
                      <a:b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회의카드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 달력의 커넥팅 카드가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보여짐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03308"/>
                  </a:ext>
                </a:extLst>
              </a:tr>
              <a:tr h="284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카드</a:t>
                      </a:r>
                      <a:b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회의카드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상세페이지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바로 이동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예약된 커넥팅 바로 이동하는 기능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501670"/>
                  </a:ext>
                </a:extLst>
              </a:tr>
              <a:tr h="284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변경 내역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커넥팅의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변경내역 표시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344841"/>
                  </a:ext>
                </a:extLst>
              </a:tr>
              <a:tr h="284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sng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저장소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sng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 </a:t>
                      </a:r>
                      <a:r>
                        <a:rPr kumimoji="1" lang="ko-KR" altLang="en-US" sz="900" b="0" i="0" u="none" strike="sngStrike" cap="none" normalizeH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커넥팅의</a:t>
                      </a:r>
                      <a:r>
                        <a:rPr kumimoji="1" lang="ko-KR" altLang="en-US" sz="900" b="0" i="0" u="none" strike="sng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저장소 정보 표시</a:t>
                      </a:r>
                      <a:r>
                        <a:rPr kumimoji="1" lang="en-US" altLang="ko-KR" sz="900" b="0" i="0" u="none" strike="sng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sng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sng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sng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463304"/>
                  </a:ext>
                </a:extLst>
              </a:tr>
              <a:tr h="284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제목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440559"/>
                  </a:ext>
                </a:extLst>
              </a:tr>
              <a:tr h="284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설명</a:t>
                      </a:r>
                      <a:endParaRPr kumimoji="1" lang="en-US" altLang="ko-KR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설명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756620"/>
                  </a:ext>
                </a:extLst>
              </a:tr>
              <a:tr h="437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일시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 커넥팅</a:t>
                      </a:r>
                      <a:endParaRPr kumimoji="1" lang="en-US" altLang="ko-KR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일시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예약 일시 설정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053422"/>
                  </a:ext>
                </a:extLst>
              </a:tr>
              <a:tr h="437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22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반복 커넥팅 </a:t>
                      </a:r>
                      <a:endParaRPr kumimoji="1" lang="en-US" altLang="ko-KR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일시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sng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반복 커넥팅 일시 설정</a:t>
                      </a:r>
                      <a:r>
                        <a:rPr kumimoji="1" lang="en-US" altLang="ko-KR" sz="900" b="0" i="0" u="none" strike="sng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추후 기능 추가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공간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공간의 테마 선택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281348"/>
                  </a:ext>
                </a:extLst>
              </a:tr>
              <a:tr h="284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참여자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커넥팅에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참여할 참여자 추가 기능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489911"/>
                  </a:ext>
                </a:extLst>
              </a:tr>
              <a:tr h="284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스케쥴러</a:t>
                      </a: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 시 시간별 사용 대역폭에 따른 커넥팅 예약 가능 여부 확인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490356"/>
                  </a:ext>
                </a:extLst>
              </a:tr>
              <a:tr h="284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코드 검색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코드로 검색 가능함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119321"/>
                  </a:ext>
                </a:extLst>
              </a:tr>
              <a:tr h="3622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27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상세 검색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커넥팅을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제목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참여자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주최자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참여자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 등의 목록으로 상세 검색 가능함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272961"/>
                  </a:ext>
                </a:extLst>
              </a:tr>
              <a:tr h="437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리스트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리스트 상태는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커넥팅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‘,’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열람 대기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‘,’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참여 대기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＇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 있음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커넥팅일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경우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‘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카드 상세보기 화면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으로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넘어감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040996"/>
                  </a:ext>
                </a:extLst>
              </a:tr>
              <a:tr h="284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스몰톡</a:t>
                      </a: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아바타 기반 음성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화상 채팅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63786"/>
                  </a:ext>
                </a:extLst>
              </a:tr>
              <a:tr h="2271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알림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미정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211773"/>
                  </a:ext>
                </a:extLst>
              </a:tr>
              <a:tr h="2271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사용자 메뉴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미정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945029"/>
                  </a:ext>
                </a:extLst>
              </a:tr>
              <a:tr h="284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상대방 메뉴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미정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893987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7E28D48D-CB82-BED3-E321-B385434C987E}"/>
              </a:ext>
            </a:extLst>
          </p:cNvPr>
          <p:cNvGrpSpPr/>
          <p:nvPr/>
        </p:nvGrpSpPr>
        <p:grpSpPr>
          <a:xfrm>
            <a:off x="349862" y="133477"/>
            <a:ext cx="2403222" cy="307777"/>
            <a:chOff x="349862" y="323977"/>
            <a:chExt cx="2403222" cy="307777"/>
          </a:xfrm>
        </p:grpSpPr>
        <p:cxnSp>
          <p:nvCxnSpPr>
            <p:cNvPr id="6" name="직선 연결선[R] 134">
              <a:extLst>
                <a:ext uri="{FF2B5EF4-FFF2-40B4-BE49-F238E27FC236}">
                  <a16:creationId xmlns:a16="http://schemas.microsoft.com/office/drawing/2014/main" id="{4C4A344A-7E8C-2DE2-D9FD-72548AD886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12" y="381000"/>
              <a:ext cx="4151" cy="216000"/>
            </a:xfrm>
            <a:prstGeom prst="line">
              <a:avLst/>
            </a:prstGeom>
            <a:ln w="38100">
              <a:solidFill>
                <a:srgbClr val="EA46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BEDBC92-6C22-C85C-B594-26579364375D}"/>
                </a:ext>
              </a:extLst>
            </p:cNvPr>
            <p:cNvSpPr txBox="1"/>
            <p:nvPr/>
          </p:nvSpPr>
          <p:spPr>
            <a:xfrm>
              <a:off x="349862" y="323977"/>
              <a:ext cx="24032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400" b="1" dirty="0">
                  <a:ln>
                    <a:solidFill>
                      <a:srgbClr val="EA464A">
                        <a:alpha val="0"/>
                      </a:srgb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오피스 및 커넥팅 기능 리스트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0335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3E6B854-F08A-4151-B09F-81C16D43A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65400"/>
            <a:ext cx="12192000" cy="13684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none" lIns="90000" tIns="46800" rIns="90000" bIns="46800" anchor="ctr"/>
          <a:lstStyle>
            <a:lvl1pPr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82CFA9-5EE1-4331-9DE1-9207D7A999EB}"/>
              </a:ext>
            </a:extLst>
          </p:cNvPr>
          <p:cNvSpPr txBox="1"/>
          <p:nvPr/>
        </p:nvSpPr>
        <p:spPr>
          <a:xfrm>
            <a:off x="0" y="296094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471565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D3E97866-C520-43EB-8FEB-D3FEE87D18C0}"/>
              </a:ext>
            </a:extLst>
          </p:cNvPr>
          <p:cNvGrpSpPr/>
          <p:nvPr/>
        </p:nvGrpSpPr>
        <p:grpSpPr>
          <a:xfrm>
            <a:off x="349862" y="311277"/>
            <a:ext cx="2669320" cy="307777"/>
            <a:chOff x="349862" y="323977"/>
            <a:chExt cx="2669320" cy="307777"/>
          </a:xfrm>
        </p:grpSpPr>
        <p:cxnSp>
          <p:nvCxnSpPr>
            <p:cNvPr id="3" name="직선 연결선[R] 134">
              <a:extLst>
                <a:ext uri="{FF2B5EF4-FFF2-40B4-BE49-F238E27FC236}">
                  <a16:creationId xmlns:a16="http://schemas.microsoft.com/office/drawing/2014/main" id="{3531A3DD-DE2E-49D0-B6BF-633C907F7F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12" y="381000"/>
              <a:ext cx="4151" cy="216000"/>
            </a:xfrm>
            <a:prstGeom prst="line">
              <a:avLst/>
            </a:prstGeom>
            <a:ln w="38100">
              <a:solidFill>
                <a:srgbClr val="EA46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2AF93A2-B66D-4C25-967E-4346CB721E54}"/>
                </a:ext>
              </a:extLst>
            </p:cNvPr>
            <p:cNvSpPr txBox="1"/>
            <p:nvPr/>
          </p:nvSpPr>
          <p:spPr>
            <a:xfrm>
              <a:off x="349862" y="323977"/>
              <a:ext cx="26693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400" b="1" dirty="0">
                  <a:ln>
                    <a:solidFill>
                      <a:srgbClr val="EA464A">
                        <a:alpha val="0"/>
                      </a:srgb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정책</a:t>
              </a:r>
              <a:r>
                <a:rPr lang="en-US" altLang="ko-KR" sz="1400" b="1" dirty="0">
                  <a:ln>
                    <a:solidFill>
                      <a:srgbClr val="EA464A">
                        <a:alpha val="0"/>
                      </a:srgb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_</a:t>
              </a:r>
              <a:r>
                <a:rPr lang="ko-KR" altLang="en-US" sz="1400" b="1" dirty="0">
                  <a:ln>
                    <a:solidFill>
                      <a:srgbClr val="EA464A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오피스</a:t>
              </a:r>
              <a:r>
                <a:rPr lang="ko-KR" altLang="en-US" sz="1400" b="1" dirty="0">
                  <a:ln>
                    <a:solidFill>
                      <a:srgbClr val="EA464A">
                        <a:alpha val="0"/>
                      </a:srgb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 사용자 및 공간 정책</a:t>
              </a:r>
            </a:p>
          </p:txBody>
        </p:sp>
      </p:grpSp>
      <p:graphicFrame>
        <p:nvGraphicFramePr>
          <p:cNvPr id="7" name="Group 120">
            <a:extLst>
              <a:ext uri="{FF2B5EF4-FFF2-40B4-BE49-F238E27FC236}">
                <a16:creationId xmlns:a16="http://schemas.microsoft.com/office/drawing/2014/main" id="{F4C7E55C-5EA7-48F1-A085-C1F134F76A33}"/>
              </a:ext>
            </a:extLst>
          </p:cNvPr>
          <p:cNvGraphicFramePr>
            <a:graphicFrameLocks noGrp="1"/>
          </p:cNvGraphicFramePr>
          <p:nvPr/>
        </p:nvGraphicFramePr>
        <p:xfrm>
          <a:off x="336001" y="762251"/>
          <a:ext cx="11230566" cy="5419968"/>
        </p:xfrm>
        <a:graphic>
          <a:graphicData uri="http://schemas.openxmlformats.org/drawingml/2006/table">
            <a:tbl>
              <a:tblPr/>
              <a:tblGrid>
                <a:gridCol w="488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1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3709">
                  <a:extLst>
                    <a:ext uri="{9D8B030D-6E8A-4147-A177-3AD203B41FA5}">
                      <a16:colId xmlns:a16="http://schemas.microsoft.com/office/drawing/2014/main" val="322261476"/>
                    </a:ext>
                  </a:extLst>
                </a:gridCol>
              </a:tblGrid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번호</a:t>
                      </a: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내용</a:t>
                      </a: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비고</a:t>
                      </a: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A-1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 사용자 정의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 사용자 정의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컴투버스에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가입된 사용자 중 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 그룹에 소속된 사용자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를 지칭합니다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 사용자는 설치 환경에 따라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컴투버스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와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메신저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사용이 모두 가능합니다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A-2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 사용자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_1)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관리자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 관리자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(1)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정의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 관리자는 오피스 사용자 중 오피스 관리 권한이 있는 사용자를 지칭합니다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(2)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권한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 공간 설정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자리배치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참여 가능 인원 수 등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 사용자 권한 설정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 사용자 추가 및 방출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 게스트 초대 및 방출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928582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A-3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 사용자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_2)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멤버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 멤버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(1)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정의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 멤버는 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오피스에 속한 사용자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를 지칭합니다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(2)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권한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 기능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358130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A-4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 사용자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_3)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게스트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게스트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(1)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정의</a:t>
                      </a: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 그룹에 소속되지 않는 컴투버스 미가입자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를 지칭합니다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게스트는 초대에 의해 임시 커넥팅 사용자로 등록이 가능합니다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게스트는 웹링크를 통해 일정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기간동안만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커넥팅 공간 접속이 가능합니다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추후 정책 재정립 예정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게스트를 어느 공간까지 입장시킬 건지 논의 필요 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게스트 초대 방법 논의 필요</a:t>
                      </a:r>
                      <a:endParaRPr kumimoji="1" lang="en-US" altLang="ko-KR" sz="900" b="1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311542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A-5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 공간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 공간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은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오피스코드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와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서비스 인증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 로그인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된 사용자가 사용하는 업무 공간입니다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각 오피스 공간은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고유 코드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를 가지고 있습니다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 사용자만이 코드를 입력하여 참여가 가능합니다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315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8246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D3E97866-C520-43EB-8FEB-D3FEE87D18C0}"/>
              </a:ext>
            </a:extLst>
          </p:cNvPr>
          <p:cNvGrpSpPr/>
          <p:nvPr/>
        </p:nvGrpSpPr>
        <p:grpSpPr>
          <a:xfrm>
            <a:off x="349862" y="311277"/>
            <a:ext cx="2669320" cy="307777"/>
            <a:chOff x="349862" y="323977"/>
            <a:chExt cx="2669320" cy="307777"/>
          </a:xfrm>
        </p:grpSpPr>
        <p:cxnSp>
          <p:nvCxnSpPr>
            <p:cNvPr id="3" name="직선 연결선[R] 134">
              <a:extLst>
                <a:ext uri="{FF2B5EF4-FFF2-40B4-BE49-F238E27FC236}">
                  <a16:creationId xmlns:a16="http://schemas.microsoft.com/office/drawing/2014/main" id="{3531A3DD-DE2E-49D0-B6BF-633C907F7F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12" y="381000"/>
              <a:ext cx="4151" cy="216000"/>
            </a:xfrm>
            <a:prstGeom prst="line">
              <a:avLst/>
            </a:prstGeom>
            <a:ln w="38100">
              <a:solidFill>
                <a:srgbClr val="EA46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2AF93A2-B66D-4C25-967E-4346CB721E54}"/>
                </a:ext>
              </a:extLst>
            </p:cNvPr>
            <p:cNvSpPr txBox="1"/>
            <p:nvPr/>
          </p:nvSpPr>
          <p:spPr>
            <a:xfrm>
              <a:off x="349862" y="323977"/>
              <a:ext cx="26693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400" b="1" dirty="0">
                  <a:ln>
                    <a:solidFill>
                      <a:srgbClr val="EA464A">
                        <a:alpha val="0"/>
                      </a:srgb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정책</a:t>
              </a:r>
              <a:r>
                <a:rPr lang="en-US" altLang="ko-KR" sz="1400" b="1" dirty="0">
                  <a:ln>
                    <a:solidFill>
                      <a:srgbClr val="EA464A">
                        <a:alpha val="0"/>
                      </a:srgb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_</a:t>
              </a:r>
              <a:r>
                <a:rPr lang="ko-KR" altLang="en-US" sz="1400" b="1" dirty="0">
                  <a:ln>
                    <a:solidFill>
                      <a:srgbClr val="EA464A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커넥팅</a:t>
              </a:r>
              <a:r>
                <a:rPr lang="ko-KR" altLang="en-US" sz="1400" b="1" dirty="0">
                  <a:ln>
                    <a:solidFill>
                      <a:srgbClr val="EA464A">
                        <a:alpha val="0"/>
                      </a:srgb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 공간 사용자 및 정책</a:t>
              </a:r>
            </a:p>
          </p:txBody>
        </p:sp>
      </p:grpSp>
      <p:graphicFrame>
        <p:nvGraphicFramePr>
          <p:cNvPr id="7" name="Group 120">
            <a:extLst>
              <a:ext uri="{FF2B5EF4-FFF2-40B4-BE49-F238E27FC236}">
                <a16:creationId xmlns:a16="http://schemas.microsoft.com/office/drawing/2014/main" id="{F4C7E55C-5EA7-48F1-A085-C1F134F76A33}"/>
              </a:ext>
            </a:extLst>
          </p:cNvPr>
          <p:cNvGraphicFramePr>
            <a:graphicFrameLocks noGrp="1"/>
          </p:cNvGraphicFramePr>
          <p:nvPr/>
        </p:nvGraphicFramePr>
        <p:xfrm>
          <a:off x="336001" y="762251"/>
          <a:ext cx="11519998" cy="5762137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5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3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번호</a:t>
                      </a: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46768" marB="46768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내용</a:t>
                      </a: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비고</a:t>
                      </a: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3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B-1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 사용자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 커넥팅 공간 사용자는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주최자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발표자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참여자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구성되어 있습니다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06849"/>
                  </a:ext>
                </a:extLst>
              </a:tr>
              <a:tr h="8584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B-2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 사용자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_1)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주최자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주최자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(1) ‘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주최자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란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?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주최자는 커넥팅 공간을 만든 사용자 또는 커넥팅 공간을 관리하는 사용자를 지칭합니다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1" lang="en-US" altLang="ko-KR" sz="900" b="1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(2)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주최자 권한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주최자는 공간 설정과 초대가 가능합니다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주최자는 발표자 음성과 카메라 제어가 가능합니다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제어 해제 요청 시에는 발표자의 동의를 구해야 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발표자 제어기능은 고려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? </a:t>
                      </a:r>
                      <a:b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주최자가 방에서 나갔을 때 누가 주최자가 될 것인지에 대한 문제가 남아있음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주최자 부재 유지 또는 양도 필요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724547"/>
                  </a:ext>
                </a:extLst>
              </a:tr>
              <a:tr h="8584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B-3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 사용자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_2)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발표자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발표자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(1) ‘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발표자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란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?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발표자는 커넥팅 공간에서 발표권한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화면공유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 있는 사람을 지칭합니다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(2)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발표자 권한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발표자는 화면공유와 본인 음성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카메라 제어가 가능합니다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767219"/>
                  </a:ext>
                </a:extLst>
              </a:tr>
              <a:tr h="8584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B-4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 사용자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_3)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참여자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참여자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(1) ‘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참여자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란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?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참여자는 커넥팅 공간에서 발표권한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화면공유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 없이 참여한 사람을 지칭합니다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(2)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참여자 권한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참여자는 본인 음성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카메라 제어가 가능합니다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555479"/>
                  </a:ext>
                </a:extLst>
              </a:tr>
              <a:tr h="8584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B-5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사용자 참여 상태 분류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사용자 참여 상태는 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1)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참여자 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2)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미참여자 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3)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대기자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구분됩니다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b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1)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참여자</a:t>
                      </a:r>
                      <a:b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참여자는 커넥팅 공간에 초대된 사람 중 커넥팅 공간에 참여한 사람을 말합니다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b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2)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미참여자</a:t>
                      </a:r>
                      <a:b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-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미참여자는 커넥팅 공간에 초대된 사람 중 커넥팅 공간에 아직 참여하지 않은 사람을 말합니다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b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3)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대기자</a:t>
                      </a:r>
                      <a:b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-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대기자는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초대되지 않은 사람 중 주최자가 초대해서 수락 대기 중인 사용자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와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초대 요청한 사용자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를 말합니다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251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753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D3E97866-C520-43EB-8FEB-D3FEE87D18C0}"/>
              </a:ext>
            </a:extLst>
          </p:cNvPr>
          <p:cNvGrpSpPr/>
          <p:nvPr/>
        </p:nvGrpSpPr>
        <p:grpSpPr>
          <a:xfrm>
            <a:off x="349862" y="311277"/>
            <a:ext cx="2282997" cy="307777"/>
            <a:chOff x="349862" y="323977"/>
            <a:chExt cx="2282997" cy="307777"/>
          </a:xfrm>
        </p:grpSpPr>
        <p:cxnSp>
          <p:nvCxnSpPr>
            <p:cNvPr id="3" name="직선 연결선[R] 134">
              <a:extLst>
                <a:ext uri="{FF2B5EF4-FFF2-40B4-BE49-F238E27FC236}">
                  <a16:creationId xmlns:a16="http://schemas.microsoft.com/office/drawing/2014/main" id="{3531A3DD-DE2E-49D0-B6BF-633C907F7F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12" y="381000"/>
              <a:ext cx="4151" cy="216000"/>
            </a:xfrm>
            <a:prstGeom prst="line">
              <a:avLst/>
            </a:prstGeom>
            <a:ln w="38100">
              <a:solidFill>
                <a:srgbClr val="EA46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2AF93A2-B66D-4C25-967E-4346CB721E54}"/>
                </a:ext>
              </a:extLst>
            </p:cNvPr>
            <p:cNvSpPr txBox="1"/>
            <p:nvPr/>
          </p:nvSpPr>
          <p:spPr>
            <a:xfrm>
              <a:off x="349862" y="323977"/>
              <a:ext cx="22829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400" b="1" dirty="0">
                  <a:ln>
                    <a:solidFill>
                      <a:srgbClr val="EA464A">
                        <a:alpha val="0"/>
                      </a:srgb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정책</a:t>
              </a:r>
              <a:r>
                <a:rPr lang="en-US" altLang="ko-KR" sz="1400" b="1" dirty="0">
                  <a:ln>
                    <a:solidFill>
                      <a:srgbClr val="EA464A">
                        <a:alpha val="0"/>
                      </a:srgb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_</a:t>
              </a:r>
              <a:r>
                <a:rPr lang="ko-KR" altLang="en-US" sz="1400" b="1" dirty="0">
                  <a:ln>
                    <a:solidFill>
                      <a:srgbClr val="EA464A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커넥팅</a:t>
              </a:r>
              <a:r>
                <a:rPr lang="ko-KR" altLang="en-US" sz="1400" b="1" dirty="0">
                  <a:ln>
                    <a:solidFill>
                      <a:srgbClr val="EA464A">
                        <a:alpha val="0"/>
                      </a:srgb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 공간 관련 정책</a:t>
              </a:r>
            </a:p>
          </p:txBody>
        </p:sp>
      </p:grpSp>
      <p:graphicFrame>
        <p:nvGraphicFramePr>
          <p:cNvPr id="7" name="Group 120">
            <a:extLst>
              <a:ext uri="{FF2B5EF4-FFF2-40B4-BE49-F238E27FC236}">
                <a16:creationId xmlns:a16="http://schemas.microsoft.com/office/drawing/2014/main" id="{F4C7E55C-5EA7-48F1-A085-C1F134F76A33}"/>
              </a:ext>
            </a:extLst>
          </p:cNvPr>
          <p:cNvGraphicFramePr>
            <a:graphicFrameLocks noGrp="1"/>
          </p:cNvGraphicFramePr>
          <p:nvPr/>
        </p:nvGraphicFramePr>
        <p:xfrm>
          <a:off x="336001" y="762251"/>
          <a:ext cx="11519998" cy="5866802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9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6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3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</a:txBody>
                  <a:tcPr marL="90000" marR="90000" marT="46768" marB="46768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내용</a:t>
                      </a: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비고</a:t>
                      </a: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4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C-1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 특성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커넥팅 공간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은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공개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와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비공개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나뉩니다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b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공개의 경우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‘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조회 공간 목록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에서 전체 공간이 노출되고 원하는 공간에 참여 요청할 수 있습니다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b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비공개의 경우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‘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조회 공간 목록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에서 노출이 안되고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초대를 통해서만 입장이 가능합니다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비공개도 내 커넥팅 목록에는 노출이 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각 커넥팅 공간은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고유코드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를 가지고 있습니다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초대된 사용자만이 참여가 가능합니다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28295"/>
                  </a:ext>
                </a:extLst>
              </a:tr>
              <a:tr h="6161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C-2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 만들기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커넥팅 공간은 오피스 사용자면 누구나 만들 수 있습니다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커넥팅 공간을 만든 사람은 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주최자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권한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을 갖게 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주최자는 공간 생성 시 공간 테마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인원 수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예약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보안 등을 설정할 수 있습니다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291194"/>
                  </a:ext>
                </a:extLst>
              </a:tr>
              <a:tr h="5206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C-3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 유형 및 인원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커넥팅 공간은 각 공간별 추천되는 인원 수는 표기되나 모든 공간에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최대 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명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까지 참여 가능합니다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(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초대도 최대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명까지 가능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테마별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공간이 존재합니다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테마에 따라 다양한 분위기에서 커뮤니케이션을 진행할 수 있습니다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756489"/>
                  </a:ext>
                </a:extLst>
              </a:tr>
              <a:tr h="5206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C-4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스케쥴러</a:t>
                      </a:r>
                      <a:endParaRPr kumimoji="1" lang="ko-KR" altLang="en-US" sz="9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예약 시 시간대별 대역폭 사용 트래픽을 표시해줍니다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.(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계산은 기존 공식과 동일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대역폭 트래픽과 상관없이 공간 사용은 가능합니다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기존 대역폭은 공간에 부여된 인원 수로 계산이 되었다면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현재 버전에서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대역폭은 시간대별 실시간 참여 인원 수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에 의해 계산됩니다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562196"/>
                  </a:ext>
                </a:extLst>
              </a:tr>
              <a:tr h="8277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C-5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 입장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커넥팅 공간 첫 입장 기본 상태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  <a:b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1)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사용자 권한 상태</a:t>
                      </a:r>
                      <a:endParaRPr kumimoji="1" lang="en-US" altLang="ko-KR" sz="900" b="1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커넥팅 공간은 공간 생성자인 주최자 이외에 전부 발표자 권한으로 입장합니다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입장 후 주최자가 사용자 권한 변경은 가능합니다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1)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마이크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카메라 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ON/OFF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상태</a:t>
                      </a:r>
                      <a:endParaRPr kumimoji="1" lang="en-US" altLang="ko-KR" sz="900" b="1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커넥팅 공간 입장 시 마이크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카메라는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ON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상태로 초기화됩니다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커넥팅 종료 시 기존 마이크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카메라 상태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 또는 기본 세팅 상태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전환됩니다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커넥팅 공간 입장 방법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방법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1)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주최자 초대를 통한 입장</a:t>
                      </a:r>
                      <a:endParaRPr kumimoji="1" lang="en-US" altLang="ko-KR" sz="900" b="1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주최자가 커넥팅 공간 생성 시 참여시키고자 하는 사람을 초대하여 입장시킬 수 있습니다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방법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2)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커넥팅 공간 코드 입력을 통한 입장</a:t>
                      </a:r>
                      <a:endParaRPr kumimoji="1" lang="en-US" altLang="ko-KR" sz="900" b="1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각 커넥팅 공간은 고유 코드를 갖게 되며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커넥팅 공간 코드 입력을 통해 공간 입장이 가능합니다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커넥팅 공간 보안 옵션에 따라 입장이 제한됩니다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보안 옵션은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비밀번호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 있습니다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방법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3)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참여링크 공유를 통한 입장</a:t>
                      </a:r>
                      <a:endParaRPr kumimoji="1" lang="en-US" altLang="ko-KR" sz="900" b="1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메신저에서 참여링크가 공유되고 입장 조건에 따라 사용자는 입장이 가능합니다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방법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4) </a:t>
                      </a:r>
                      <a:r>
                        <a:rPr kumimoji="1" lang="ko-KR" altLang="en-US" sz="900" b="1" i="0" u="none" strike="noStrike" kern="1200" cap="none" normalizeH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커넥트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기능 </a:t>
                      </a:r>
                      <a:r>
                        <a:rPr kumimoji="1" lang="en-US" altLang="ko-KR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메신저 멤버로 커넥팅 공간 바로 입장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819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208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D3E97866-C520-43EB-8FEB-D3FEE87D18C0}"/>
              </a:ext>
            </a:extLst>
          </p:cNvPr>
          <p:cNvGrpSpPr/>
          <p:nvPr/>
        </p:nvGrpSpPr>
        <p:grpSpPr>
          <a:xfrm>
            <a:off x="349862" y="311277"/>
            <a:ext cx="2282997" cy="307777"/>
            <a:chOff x="349862" y="323977"/>
            <a:chExt cx="2282997" cy="307777"/>
          </a:xfrm>
        </p:grpSpPr>
        <p:cxnSp>
          <p:nvCxnSpPr>
            <p:cNvPr id="3" name="직선 연결선[R] 134">
              <a:extLst>
                <a:ext uri="{FF2B5EF4-FFF2-40B4-BE49-F238E27FC236}">
                  <a16:creationId xmlns:a16="http://schemas.microsoft.com/office/drawing/2014/main" id="{3531A3DD-DE2E-49D0-B6BF-633C907F7F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12" y="381000"/>
              <a:ext cx="4151" cy="216000"/>
            </a:xfrm>
            <a:prstGeom prst="line">
              <a:avLst/>
            </a:prstGeom>
            <a:ln w="38100">
              <a:solidFill>
                <a:srgbClr val="EA46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2AF93A2-B66D-4C25-967E-4346CB721E54}"/>
                </a:ext>
              </a:extLst>
            </p:cNvPr>
            <p:cNvSpPr txBox="1"/>
            <p:nvPr/>
          </p:nvSpPr>
          <p:spPr>
            <a:xfrm>
              <a:off x="349862" y="323977"/>
              <a:ext cx="22829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400" b="1" dirty="0">
                  <a:ln>
                    <a:solidFill>
                      <a:srgbClr val="EA464A">
                        <a:alpha val="0"/>
                      </a:srgb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정책</a:t>
              </a:r>
              <a:r>
                <a:rPr lang="en-US" altLang="ko-KR" sz="1400" b="1" dirty="0">
                  <a:ln>
                    <a:solidFill>
                      <a:srgbClr val="EA464A">
                        <a:alpha val="0"/>
                      </a:srgb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_</a:t>
              </a:r>
              <a:r>
                <a:rPr lang="ko-KR" altLang="en-US" sz="1400" b="1" dirty="0">
                  <a:ln>
                    <a:solidFill>
                      <a:srgbClr val="EA464A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커넥팅</a:t>
              </a:r>
              <a:r>
                <a:rPr lang="ko-KR" altLang="en-US" sz="1400" b="1" dirty="0">
                  <a:ln>
                    <a:solidFill>
                      <a:srgbClr val="EA464A">
                        <a:alpha val="0"/>
                      </a:srgb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 공간 관련 정책</a:t>
              </a:r>
            </a:p>
          </p:txBody>
        </p:sp>
      </p:grpSp>
      <p:graphicFrame>
        <p:nvGraphicFramePr>
          <p:cNvPr id="7" name="Group 120">
            <a:extLst>
              <a:ext uri="{FF2B5EF4-FFF2-40B4-BE49-F238E27FC236}">
                <a16:creationId xmlns:a16="http://schemas.microsoft.com/office/drawing/2014/main" id="{F4C7E55C-5EA7-48F1-A085-C1F134F76A33}"/>
              </a:ext>
            </a:extLst>
          </p:cNvPr>
          <p:cNvGraphicFramePr>
            <a:graphicFrameLocks noGrp="1"/>
          </p:cNvGraphicFramePr>
          <p:nvPr/>
        </p:nvGraphicFramePr>
        <p:xfrm>
          <a:off x="336001" y="762251"/>
          <a:ext cx="11519998" cy="3192832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9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6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3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</a:txBody>
                  <a:tcPr marL="90000" marR="90000" marT="46768" marB="46768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내용</a:t>
                      </a: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900" b="1" i="0" u="none" strike="noStrike" kern="1200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비고</a:t>
                      </a:r>
                    </a:p>
                  </a:txBody>
                  <a:tcPr marL="90000" marR="90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C-7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 찾기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에서 커넥팅 공간 찾기가 가능해집니다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기존 기획과 동일하게 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https://jira.com2us.com/wiki/pages/viewpage.action?pageId=308759121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711017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C-8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 초대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 초대는 주최자만 가능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주최자의 초대 수락에 의해 커넥팅 공간 입장이 가능합니다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초대는 최대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명까지 가능합니다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초대된 사람은 해당 커넥팅 공간 저장소의 열람이 가능합니다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초대된 사람은 검색창에서 검색이 되지 않습니다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기존에 초대진행 중인 사람은 검색창에 검색 안됨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206600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C-9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 내보내기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주최자는 권한편집 기능을 통해 사용자를 내보낼 수 있습니다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사용자가 내보내기를 당했을 경우 해당 공간의 참가 자격을 박탈당합니다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공간에 재참여하기 위해서는 주최자에게 다시 참여 요청을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해야합니다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084802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C-10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대역폭 제한</a:t>
                      </a: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각 회사에서 사용할 수 있는 네트워크 대역폭이 다르므로 각 회사별 동시간대에 예약할 수 있는 최대 커넥팅 공간 수는 다릅니다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컴투스의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경우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500Mbps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를 사용할 수 있습니다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88900" marR="0" lvl="0" indent="-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공간에서 사용하는 대역폭은 다음과 같이 계산 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각 커넥팅 사용 대역폭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=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인원수 *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인원수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초대인원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 커넥팅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20 * 19 = 380Mbps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인원 수는 기존 초대자와 실시간 추가되는 초대자가 포함된 숫자입니다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그래서 커넥팅 예약 시 예약 초대자 또는 추가 사용자의 실시간 인원에 따라 초대 가능 인원이 달라질 수 있습니다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108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46768" marB="46768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576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268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3D9A6-F606-8AA9-7006-701B93D71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7322143-3D97-5C01-846E-3CE614450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65400"/>
            <a:ext cx="12192000" cy="13684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none" lIns="90000" tIns="46800" rIns="90000" bIns="46800" anchor="ctr"/>
          <a:lstStyle>
            <a:lvl1pPr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디자인웹돋움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BEA49E-5C19-2630-2574-BA78DD5C9954}"/>
              </a:ext>
            </a:extLst>
          </p:cNvPr>
          <p:cNvSpPr txBox="1"/>
          <p:nvPr/>
        </p:nvSpPr>
        <p:spPr>
          <a:xfrm>
            <a:off x="0" y="296094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스토리보드</a:t>
            </a:r>
          </a:p>
        </p:txBody>
      </p:sp>
    </p:spTree>
    <p:extLst>
      <p:ext uri="{BB962C8B-B14F-4D97-AF65-F5344CB8AC3E}">
        <p14:creationId xmlns:p14="http://schemas.microsoft.com/office/powerpoint/2010/main" val="573247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D6ABF542-BA96-DC06-6276-BD72F89EB80E}"/>
              </a:ext>
            </a:extLst>
          </p:cNvPr>
          <p:cNvSpPr/>
          <p:nvPr/>
        </p:nvSpPr>
        <p:spPr>
          <a:xfrm>
            <a:off x="2259066" y="6245419"/>
            <a:ext cx="2095866" cy="51637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3A4331F0-802D-9CF8-E6B1-9492042504C8}"/>
              </a:ext>
            </a:extLst>
          </p:cNvPr>
          <p:cNvSpPr/>
          <p:nvPr/>
        </p:nvSpPr>
        <p:spPr>
          <a:xfrm>
            <a:off x="381143" y="6123870"/>
            <a:ext cx="1120938" cy="452926"/>
          </a:xfrm>
          <a:prstGeom prst="roundRect">
            <a:avLst>
              <a:gd name="adj" fmla="val 25380"/>
            </a:avLst>
          </a:prstGeom>
          <a:solidFill>
            <a:schemeClr val="tx1">
              <a:lumMod val="85000"/>
              <a:lumOff val="1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EA8B190-D782-0D77-86E1-03A2D98E9CE8}"/>
              </a:ext>
            </a:extLst>
          </p:cNvPr>
          <p:cNvSpPr/>
          <p:nvPr/>
        </p:nvSpPr>
        <p:spPr>
          <a:xfrm>
            <a:off x="2589002" y="587966"/>
            <a:ext cx="2378704" cy="201405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8A302FB-20D7-BD5E-2254-37DBACE52DAB}"/>
              </a:ext>
            </a:extLst>
          </p:cNvPr>
          <p:cNvSpPr/>
          <p:nvPr/>
        </p:nvSpPr>
        <p:spPr bwMode="auto">
          <a:xfrm>
            <a:off x="4488144" y="2291512"/>
            <a:ext cx="355371" cy="186274"/>
          </a:xfrm>
          <a:prstGeom prst="roundRect">
            <a:avLst/>
          </a:prstGeom>
          <a:solidFill>
            <a:srgbClr val="404040"/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6F7316-41AE-CA00-6016-291658F5EC24}"/>
              </a:ext>
            </a:extLst>
          </p:cNvPr>
          <p:cNvSpPr txBox="1"/>
          <p:nvPr/>
        </p:nvSpPr>
        <p:spPr>
          <a:xfrm>
            <a:off x="4501361" y="2298064"/>
            <a:ext cx="3289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초대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0D1671-6B21-B7A0-8D4F-ED091AA5F5E2}"/>
              </a:ext>
            </a:extLst>
          </p:cNvPr>
          <p:cNvCxnSpPr>
            <a:cxnSpLocks/>
          </p:cNvCxnSpPr>
          <p:nvPr/>
        </p:nvCxnSpPr>
        <p:spPr>
          <a:xfrm>
            <a:off x="2641937" y="2057994"/>
            <a:ext cx="2283595" cy="0"/>
          </a:xfrm>
          <a:prstGeom prst="line">
            <a:avLst/>
          </a:prstGeom>
          <a:ln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9BB4081-13F5-295E-977E-7BDAE1D48F8D}"/>
              </a:ext>
            </a:extLst>
          </p:cNvPr>
          <p:cNvSpPr txBox="1"/>
          <p:nvPr/>
        </p:nvSpPr>
        <p:spPr>
          <a:xfrm>
            <a:off x="2800535" y="2324847"/>
            <a:ext cx="55119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초대 복사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BBACFE8-92C6-06C1-3A5E-CFB5908530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065" y="2363967"/>
            <a:ext cx="132578" cy="1325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28D0F2-516C-DE3F-D408-1AECE49FE841}"/>
              </a:ext>
            </a:extLst>
          </p:cNvPr>
          <p:cNvSpPr txBox="1"/>
          <p:nvPr/>
        </p:nvSpPr>
        <p:spPr>
          <a:xfrm>
            <a:off x="3318689" y="2329543"/>
            <a:ext cx="55119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복사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E2B0288-E7A9-1D91-21B9-FB43C630300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339" y="2361546"/>
            <a:ext cx="132578" cy="1325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DFAE95-0024-26CA-CDC9-E0B338F9A31A}"/>
              </a:ext>
            </a:extLst>
          </p:cNvPr>
          <p:cNvSpPr txBox="1"/>
          <p:nvPr/>
        </p:nvSpPr>
        <p:spPr>
          <a:xfrm>
            <a:off x="2590712" y="2113398"/>
            <a:ext cx="57934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공간코드 </a:t>
            </a:r>
            <a:r>
              <a:rPr lang="en-US" altLang="ko-KR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endParaRPr lang="ko-KR" altLang="en-US" sz="6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54F86A-152A-5469-89CE-DD58445E8288}"/>
              </a:ext>
            </a:extLst>
          </p:cNvPr>
          <p:cNvSpPr txBox="1"/>
          <p:nvPr/>
        </p:nvSpPr>
        <p:spPr>
          <a:xfrm>
            <a:off x="2956657" y="2105724"/>
            <a:ext cx="11718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AA20230000A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86FD7D-2A9E-3AD0-41BE-45134654E6B2}"/>
              </a:ext>
            </a:extLst>
          </p:cNvPr>
          <p:cNvSpPr txBox="1"/>
          <p:nvPr/>
        </p:nvSpPr>
        <p:spPr>
          <a:xfrm>
            <a:off x="3443780" y="612581"/>
            <a:ext cx="979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초대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22B07F-46EE-6621-0777-F6F1C0E34624}"/>
              </a:ext>
            </a:extLst>
          </p:cNvPr>
          <p:cNvSpPr txBox="1"/>
          <p:nvPr/>
        </p:nvSpPr>
        <p:spPr>
          <a:xfrm>
            <a:off x="4665829" y="591498"/>
            <a:ext cx="2215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X</a:t>
            </a:r>
            <a:endParaRPr lang="ko-KR" altLang="en-US" sz="10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3E27C90-CF38-03C6-4464-A3C7F7DC79D6}"/>
              </a:ext>
            </a:extLst>
          </p:cNvPr>
          <p:cNvSpPr/>
          <p:nvPr/>
        </p:nvSpPr>
        <p:spPr bwMode="auto">
          <a:xfrm>
            <a:off x="2728933" y="1017511"/>
            <a:ext cx="1491997" cy="169277"/>
          </a:xfrm>
          <a:prstGeom prst="roundRect">
            <a:avLst>
              <a:gd name="adj" fmla="val 1820"/>
            </a:avLst>
          </a:prstGeom>
          <a:solidFill>
            <a:schemeClr val="bg1"/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 dirty="0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13D96A-9471-AF1B-6A99-2451EADBA8F6}"/>
              </a:ext>
            </a:extLst>
          </p:cNvPr>
          <p:cNvSpPr txBox="1"/>
          <p:nvPr/>
        </p:nvSpPr>
        <p:spPr>
          <a:xfrm>
            <a:off x="2899892" y="1012097"/>
            <a:ext cx="60465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이름</a:t>
            </a:r>
            <a:r>
              <a:rPr lang="en-US" altLang="ko-KR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부서 입력</a:t>
            </a:r>
          </a:p>
        </p:txBody>
      </p:sp>
      <p:pic>
        <p:nvPicPr>
          <p:cNvPr id="19" name="그래픽 18" descr="돋보기">
            <a:extLst>
              <a:ext uri="{FF2B5EF4-FFF2-40B4-BE49-F238E27FC236}">
                <a16:creationId xmlns:a16="http://schemas.microsoft.com/office/drawing/2014/main" id="{7EC3C16D-E4E8-B80B-B42D-2963ADCE0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0535" y="1033269"/>
            <a:ext cx="127556" cy="127556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060A555-D386-1E93-53E1-4A3BD9753FDC}"/>
              </a:ext>
            </a:extLst>
          </p:cNvPr>
          <p:cNvSpPr/>
          <p:nvPr/>
        </p:nvSpPr>
        <p:spPr bwMode="auto">
          <a:xfrm>
            <a:off x="4403271" y="1006818"/>
            <a:ext cx="434921" cy="184665"/>
          </a:xfrm>
          <a:prstGeom prst="roundRect">
            <a:avLst/>
          </a:prstGeom>
          <a:solidFill>
            <a:srgbClr val="404040"/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5C8A67-C765-FE07-1FD1-19E2472A6C44}"/>
              </a:ext>
            </a:extLst>
          </p:cNvPr>
          <p:cNvSpPr txBox="1"/>
          <p:nvPr/>
        </p:nvSpPr>
        <p:spPr>
          <a:xfrm>
            <a:off x="4403271" y="1006817"/>
            <a:ext cx="40107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조직도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386CE81-8D0D-F2B9-9CBD-99F294DCF211}"/>
              </a:ext>
            </a:extLst>
          </p:cNvPr>
          <p:cNvSpPr/>
          <p:nvPr/>
        </p:nvSpPr>
        <p:spPr bwMode="auto">
          <a:xfrm flipH="1">
            <a:off x="4776592" y="1251828"/>
            <a:ext cx="45719" cy="758437"/>
          </a:xfrm>
          <a:prstGeom prst="roundRect">
            <a:avLst/>
          </a:prstGeom>
          <a:solidFill>
            <a:srgbClr val="404040"/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BEB358C-7743-35E8-9505-7B23EB340ED1}"/>
              </a:ext>
            </a:extLst>
          </p:cNvPr>
          <p:cNvSpPr/>
          <p:nvPr/>
        </p:nvSpPr>
        <p:spPr bwMode="auto">
          <a:xfrm>
            <a:off x="2712794" y="1308274"/>
            <a:ext cx="438007" cy="167424"/>
          </a:xfrm>
          <a:prstGeom prst="roundRect">
            <a:avLst>
              <a:gd name="adj" fmla="val 44154"/>
            </a:avLst>
          </a:prstGeom>
          <a:solidFill>
            <a:schemeClr val="bg1">
              <a:lumMod val="75000"/>
            </a:schemeClr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3BBB0C-4CAB-9F8B-CBDB-DFCA1A4CEB21}"/>
              </a:ext>
            </a:extLst>
          </p:cNvPr>
          <p:cNvSpPr txBox="1"/>
          <p:nvPr/>
        </p:nvSpPr>
        <p:spPr>
          <a:xfrm>
            <a:off x="2696389" y="1308840"/>
            <a:ext cx="40107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신승준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B045A8-9138-28B6-EB84-ED9699F15B11}"/>
              </a:ext>
            </a:extLst>
          </p:cNvPr>
          <p:cNvSpPr txBox="1"/>
          <p:nvPr/>
        </p:nvSpPr>
        <p:spPr>
          <a:xfrm>
            <a:off x="2936145" y="1293451"/>
            <a:ext cx="221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</a:rPr>
              <a:t>X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27CB275-8556-98DB-376E-2AF0F6935649}"/>
              </a:ext>
            </a:extLst>
          </p:cNvPr>
          <p:cNvSpPr/>
          <p:nvPr/>
        </p:nvSpPr>
        <p:spPr bwMode="auto">
          <a:xfrm>
            <a:off x="3223766" y="1304421"/>
            <a:ext cx="438007" cy="167424"/>
          </a:xfrm>
          <a:prstGeom prst="roundRect">
            <a:avLst>
              <a:gd name="adj" fmla="val 44154"/>
            </a:avLst>
          </a:prstGeom>
          <a:solidFill>
            <a:schemeClr val="bg1">
              <a:lumMod val="75000"/>
            </a:schemeClr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BDD0A3-E038-4DE4-2E30-9508BD45712E}"/>
              </a:ext>
            </a:extLst>
          </p:cNvPr>
          <p:cNvSpPr txBox="1"/>
          <p:nvPr/>
        </p:nvSpPr>
        <p:spPr>
          <a:xfrm>
            <a:off x="3207361" y="1304987"/>
            <a:ext cx="40107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신승준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B2D1FF-5252-E291-30DF-C1C3D36A126D}"/>
              </a:ext>
            </a:extLst>
          </p:cNvPr>
          <p:cNvSpPr txBox="1"/>
          <p:nvPr/>
        </p:nvSpPr>
        <p:spPr>
          <a:xfrm>
            <a:off x="3447117" y="1289598"/>
            <a:ext cx="221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</a:rPr>
              <a:t>X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501D9C1-68F4-8A76-CC3D-988AE83416CD}"/>
              </a:ext>
            </a:extLst>
          </p:cNvPr>
          <p:cNvSpPr/>
          <p:nvPr/>
        </p:nvSpPr>
        <p:spPr bwMode="auto">
          <a:xfrm>
            <a:off x="2713173" y="1560848"/>
            <a:ext cx="438007" cy="167424"/>
          </a:xfrm>
          <a:prstGeom prst="roundRect">
            <a:avLst>
              <a:gd name="adj" fmla="val 44154"/>
            </a:avLst>
          </a:prstGeom>
          <a:solidFill>
            <a:schemeClr val="bg1">
              <a:lumMod val="75000"/>
            </a:schemeClr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1B63E0-7538-DAB8-1F4C-80737F2CCDFD}"/>
              </a:ext>
            </a:extLst>
          </p:cNvPr>
          <p:cNvSpPr txBox="1"/>
          <p:nvPr/>
        </p:nvSpPr>
        <p:spPr>
          <a:xfrm>
            <a:off x="2696768" y="1561414"/>
            <a:ext cx="40107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신승준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3019D8-B6B2-FA23-613E-BF6265C9214F}"/>
              </a:ext>
            </a:extLst>
          </p:cNvPr>
          <p:cNvSpPr txBox="1"/>
          <p:nvPr/>
        </p:nvSpPr>
        <p:spPr>
          <a:xfrm>
            <a:off x="2936524" y="1546025"/>
            <a:ext cx="221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</a:rPr>
              <a:t>X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72B143E-6A84-84FB-2A0E-F89308EBF20C}"/>
              </a:ext>
            </a:extLst>
          </p:cNvPr>
          <p:cNvSpPr/>
          <p:nvPr/>
        </p:nvSpPr>
        <p:spPr bwMode="auto">
          <a:xfrm>
            <a:off x="3223766" y="1554508"/>
            <a:ext cx="438007" cy="167424"/>
          </a:xfrm>
          <a:prstGeom prst="roundRect">
            <a:avLst>
              <a:gd name="adj" fmla="val 44154"/>
            </a:avLst>
          </a:prstGeom>
          <a:solidFill>
            <a:schemeClr val="bg1">
              <a:lumMod val="75000"/>
            </a:schemeClr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CA6EAE-3061-D653-A1D2-F4E760CEF2DF}"/>
              </a:ext>
            </a:extLst>
          </p:cNvPr>
          <p:cNvSpPr txBox="1"/>
          <p:nvPr/>
        </p:nvSpPr>
        <p:spPr>
          <a:xfrm>
            <a:off x="3207361" y="1555074"/>
            <a:ext cx="40107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신승준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345316-32E1-1CF5-874A-C427E3D6285E}"/>
              </a:ext>
            </a:extLst>
          </p:cNvPr>
          <p:cNvSpPr txBox="1"/>
          <p:nvPr/>
        </p:nvSpPr>
        <p:spPr>
          <a:xfrm>
            <a:off x="3447117" y="1539685"/>
            <a:ext cx="221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</a:rPr>
              <a:t>X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045178F2-0582-AE15-A10D-2F7CD70CB8F3}"/>
              </a:ext>
            </a:extLst>
          </p:cNvPr>
          <p:cNvSpPr/>
          <p:nvPr/>
        </p:nvSpPr>
        <p:spPr bwMode="auto">
          <a:xfrm>
            <a:off x="3724099" y="1304421"/>
            <a:ext cx="438007" cy="167424"/>
          </a:xfrm>
          <a:prstGeom prst="roundRect">
            <a:avLst>
              <a:gd name="adj" fmla="val 44154"/>
            </a:avLst>
          </a:prstGeom>
          <a:solidFill>
            <a:schemeClr val="bg1">
              <a:lumMod val="75000"/>
            </a:schemeClr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514D4A-3A9A-8478-B5F7-87748F2CD2D0}"/>
              </a:ext>
            </a:extLst>
          </p:cNvPr>
          <p:cNvSpPr txBox="1"/>
          <p:nvPr/>
        </p:nvSpPr>
        <p:spPr>
          <a:xfrm>
            <a:off x="3707694" y="1304987"/>
            <a:ext cx="40107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신승준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F87EB1-8D87-BBEB-AEBA-5736316390FD}"/>
              </a:ext>
            </a:extLst>
          </p:cNvPr>
          <p:cNvSpPr txBox="1"/>
          <p:nvPr/>
        </p:nvSpPr>
        <p:spPr>
          <a:xfrm>
            <a:off x="3947450" y="1289598"/>
            <a:ext cx="221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</a:rPr>
              <a:t>X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7ECF127-9BAF-74B1-D880-35C5FA40A901}"/>
              </a:ext>
            </a:extLst>
          </p:cNvPr>
          <p:cNvSpPr/>
          <p:nvPr/>
        </p:nvSpPr>
        <p:spPr bwMode="auto">
          <a:xfrm>
            <a:off x="4235071" y="1300568"/>
            <a:ext cx="438007" cy="167424"/>
          </a:xfrm>
          <a:prstGeom prst="roundRect">
            <a:avLst>
              <a:gd name="adj" fmla="val 44154"/>
            </a:avLst>
          </a:prstGeom>
          <a:solidFill>
            <a:schemeClr val="bg1">
              <a:lumMod val="75000"/>
            </a:schemeClr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6A031F-6648-93FB-A95A-7280BF54D9CA}"/>
              </a:ext>
            </a:extLst>
          </p:cNvPr>
          <p:cNvSpPr txBox="1"/>
          <p:nvPr/>
        </p:nvSpPr>
        <p:spPr>
          <a:xfrm>
            <a:off x="4218666" y="1301134"/>
            <a:ext cx="40107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신승준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12C27B-9F91-D0AC-3F8E-4CE1E37DB1A9}"/>
              </a:ext>
            </a:extLst>
          </p:cNvPr>
          <p:cNvSpPr txBox="1"/>
          <p:nvPr/>
        </p:nvSpPr>
        <p:spPr>
          <a:xfrm>
            <a:off x="4458422" y="1285745"/>
            <a:ext cx="221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</a:rPr>
              <a:t>X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B30156D8-842F-15F3-066B-1281D071255D}"/>
              </a:ext>
            </a:extLst>
          </p:cNvPr>
          <p:cNvSpPr/>
          <p:nvPr/>
        </p:nvSpPr>
        <p:spPr bwMode="auto">
          <a:xfrm>
            <a:off x="3724478" y="1556995"/>
            <a:ext cx="438007" cy="167424"/>
          </a:xfrm>
          <a:prstGeom prst="roundRect">
            <a:avLst>
              <a:gd name="adj" fmla="val 44154"/>
            </a:avLst>
          </a:prstGeom>
          <a:solidFill>
            <a:schemeClr val="bg1">
              <a:lumMod val="75000"/>
            </a:schemeClr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BF9C9A-036E-92A6-804C-7DB81DC3C506}"/>
              </a:ext>
            </a:extLst>
          </p:cNvPr>
          <p:cNvSpPr txBox="1"/>
          <p:nvPr/>
        </p:nvSpPr>
        <p:spPr>
          <a:xfrm>
            <a:off x="3708073" y="1557561"/>
            <a:ext cx="40107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신승준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B3E1C2-DCBC-725E-EF03-21EAD14C5857}"/>
              </a:ext>
            </a:extLst>
          </p:cNvPr>
          <p:cNvSpPr txBox="1"/>
          <p:nvPr/>
        </p:nvSpPr>
        <p:spPr>
          <a:xfrm>
            <a:off x="3947829" y="1542172"/>
            <a:ext cx="221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</a:rPr>
              <a:t>X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464825F1-31B3-21D1-97B1-F57D3C40B9B2}"/>
              </a:ext>
            </a:extLst>
          </p:cNvPr>
          <p:cNvSpPr/>
          <p:nvPr/>
        </p:nvSpPr>
        <p:spPr bwMode="auto">
          <a:xfrm>
            <a:off x="4235071" y="1550655"/>
            <a:ext cx="438007" cy="167424"/>
          </a:xfrm>
          <a:prstGeom prst="roundRect">
            <a:avLst>
              <a:gd name="adj" fmla="val 44154"/>
            </a:avLst>
          </a:prstGeom>
          <a:solidFill>
            <a:schemeClr val="bg1">
              <a:lumMod val="75000"/>
            </a:schemeClr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954BFF7-268C-F351-D5CF-116D0F37C663}"/>
              </a:ext>
            </a:extLst>
          </p:cNvPr>
          <p:cNvSpPr txBox="1"/>
          <p:nvPr/>
        </p:nvSpPr>
        <p:spPr>
          <a:xfrm>
            <a:off x="4218666" y="1551221"/>
            <a:ext cx="40107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신승준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C3346B5-F8DE-7629-77E2-3F24A77E9BF5}"/>
              </a:ext>
            </a:extLst>
          </p:cNvPr>
          <p:cNvSpPr txBox="1"/>
          <p:nvPr/>
        </p:nvSpPr>
        <p:spPr>
          <a:xfrm>
            <a:off x="4458422" y="1535832"/>
            <a:ext cx="221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/>
                </a:solidFill>
              </a:rPr>
              <a:t>X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135D342-4AC9-9C41-878C-033712DEE0CA}"/>
              </a:ext>
            </a:extLst>
          </p:cNvPr>
          <p:cNvSpPr/>
          <p:nvPr/>
        </p:nvSpPr>
        <p:spPr bwMode="auto">
          <a:xfrm>
            <a:off x="2532292" y="4068933"/>
            <a:ext cx="3426204" cy="679920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77504B3-BEF3-EB05-92C1-751ADF56C4C0}"/>
              </a:ext>
            </a:extLst>
          </p:cNvPr>
          <p:cNvSpPr/>
          <p:nvPr/>
        </p:nvSpPr>
        <p:spPr bwMode="auto">
          <a:xfrm>
            <a:off x="2532292" y="4482722"/>
            <a:ext cx="3426204" cy="26613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D875D14-6EDE-8821-E17F-832FB765F155}"/>
              </a:ext>
            </a:extLst>
          </p:cNvPr>
          <p:cNvGraphicFramePr>
            <a:graphicFrameLocks noGrp="1"/>
          </p:cNvGraphicFramePr>
          <p:nvPr/>
        </p:nvGraphicFramePr>
        <p:xfrm>
          <a:off x="95216" y="107439"/>
          <a:ext cx="12014235" cy="214314"/>
        </p:xfrm>
        <a:graphic>
          <a:graphicData uri="http://schemas.openxmlformats.org/drawingml/2006/table">
            <a:tbl>
              <a:tblPr/>
              <a:tblGrid>
                <a:gridCol w="1079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123">
                  <a:extLst>
                    <a:ext uri="{9D8B030D-6E8A-4147-A177-3AD203B41FA5}">
                      <a16:colId xmlns:a16="http://schemas.microsoft.com/office/drawing/2014/main" val="708296136"/>
                    </a:ext>
                  </a:extLst>
                </a:gridCol>
                <a:gridCol w="3057515">
                  <a:extLst>
                    <a:ext uri="{9D8B030D-6E8A-4147-A177-3AD203B41FA5}">
                      <a16:colId xmlns:a16="http://schemas.microsoft.com/office/drawing/2014/main" val="62919768"/>
                    </a:ext>
                  </a:extLst>
                </a:gridCol>
                <a:gridCol w="1079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0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 </a:t>
                      </a:r>
                      <a:r>
                        <a:rPr lang="en-US" altLang="ko-KR" sz="800" b="1" i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CV-OF-SM-User-Invitation-02</a:t>
                      </a:r>
                    </a:p>
                  </a:txBody>
                  <a:tcPr marL="90000" marR="90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 명</a:t>
                      </a:r>
                      <a:endParaRPr lang="en-US" altLang="ko-KR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사용자 메뉴</a:t>
                      </a:r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_</a:t>
                      </a:r>
                      <a:r>
                        <a:rPr lang="ko-KR" altLang="en-US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초대하기</a:t>
                      </a:r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_1)</a:t>
                      </a:r>
                      <a:r>
                        <a:rPr lang="ko-KR" altLang="en-US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주최자가 초대했을 때</a:t>
                      </a:r>
                      <a:endParaRPr lang="en-US" altLang="ko-KR" sz="800" b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 경로</a:t>
                      </a:r>
                      <a:endParaRPr lang="ko-KR" altLang="en-US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</a:t>
                      </a:r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서브 메뉴</a:t>
                      </a:r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&gt; </a:t>
                      </a:r>
                      <a:r>
                        <a:rPr lang="ko-KR" altLang="en-US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사용자 메뉴</a:t>
                      </a:r>
                      <a:endParaRPr lang="en-US" altLang="ko-KR" sz="800" b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77F6039-8043-71B1-0508-7D8EDC714A92}"/>
              </a:ext>
            </a:extLst>
          </p:cNvPr>
          <p:cNvGraphicFramePr>
            <a:graphicFrameLocks noGrp="1"/>
          </p:cNvGraphicFramePr>
          <p:nvPr/>
        </p:nvGraphicFramePr>
        <p:xfrm>
          <a:off x="9444038" y="321753"/>
          <a:ext cx="2669098" cy="490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i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Description</a:t>
                      </a:r>
                      <a:endParaRPr lang="ko-KR" altLang="en-US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[</a:t>
                      </a:r>
                      <a:r>
                        <a:rPr kumimoji="0" lang="ko-KR" altLang="en-US" sz="800" b="1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초대 시 시간별 대역폭 확인</a:t>
                      </a:r>
                      <a:r>
                        <a:rPr kumimoji="0" lang="en-US" altLang="ko-KR" sz="800" b="1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]</a:t>
                      </a:r>
                      <a:br>
                        <a:rPr kumimoji="0" lang="en-US" altLang="ko-KR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초대 시 현재 시간 기준 대역폭 사용이 가능한지 확인함</a:t>
                      </a:r>
                      <a:r>
                        <a:rPr kumimoji="0" lang="en-US" altLang="ko-KR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1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대역폭 </a:t>
                      </a:r>
                      <a:r>
                        <a:rPr kumimoji="0" lang="en-US" altLang="ko-KR" sz="800" b="1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4</a:t>
                      </a:r>
                      <a:r>
                        <a:rPr kumimoji="0" lang="ko-KR" altLang="en-US" sz="800" b="1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단계 위험일 경우</a:t>
                      </a:r>
                      <a:r>
                        <a:rPr kumimoji="0" lang="en-US" altLang="ko-KR" sz="800" b="1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,</a:t>
                      </a:r>
                      <a:r>
                        <a:rPr kumimoji="0" lang="ko-KR" altLang="en-US" sz="800" b="1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 현재 초대하려는 사용자 포함 어떤 사용자도 초대 못함</a:t>
                      </a:r>
                      <a:r>
                        <a:rPr kumimoji="0" lang="en-US" altLang="ko-KR" sz="800" b="1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.</a:t>
                      </a:r>
                      <a:br>
                        <a:rPr kumimoji="0" lang="en-US" altLang="ko-KR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</a:t>
                      </a:r>
                      <a:r>
                        <a:rPr kumimoji="0" lang="ko-KR" altLang="en-US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가능한 경우</a:t>
                      </a:r>
                      <a:r>
                        <a:rPr kumimoji="0" lang="en-US" altLang="ko-KR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 </a:t>
                      </a:r>
                      <a:r>
                        <a:rPr kumimoji="0" lang="ko-KR" altLang="en-US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초대가 진행되고</a:t>
                      </a:r>
                      <a:r>
                        <a:rPr kumimoji="0" lang="en-US" altLang="ko-KR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,</a:t>
                      </a:r>
                      <a:r>
                        <a:rPr kumimoji="0" lang="ko-KR" altLang="en-US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 초대 불가능한 경우 초대 버튼 클릭 시 </a:t>
                      </a:r>
                      <a:r>
                        <a:rPr kumimoji="0" lang="en-US" altLang="ko-KR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‘</a:t>
                      </a:r>
                      <a:r>
                        <a:rPr kumimoji="0" lang="ko-KR" altLang="en-US" sz="800" b="1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현재 사용량이 많아 초대가 불가능합니다</a:t>
                      </a:r>
                      <a:r>
                        <a:rPr kumimoji="0" lang="en-US" altLang="ko-KR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.’ </a:t>
                      </a:r>
                      <a:r>
                        <a:rPr kumimoji="0" lang="ko-KR" altLang="en-US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토스트 팝업 출력</a:t>
                      </a:r>
                      <a:r>
                        <a:rPr kumimoji="0" lang="en-US" altLang="ko-KR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*</a:t>
                      </a:r>
                      <a:r>
                        <a:rPr kumimoji="0" lang="ko-KR" altLang="en-US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링크 </a:t>
                      </a:r>
                      <a:r>
                        <a:rPr kumimoji="0" lang="en-US" altLang="ko-KR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: </a:t>
                      </a:r>
                      <a:r>
                        <a:rPr kumimoji="0" lang="en-US" altLang="ko-KR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  <a:hlinkClick r:id="rId5"/>
                        </a:rPr>
                        <a:t>https://jira.com2us.com/wiki/x/EA95F</a:t>
                      </a:r>
                      <a:endParaRPr kumimoji="0" lang="en-US" altLang="ko-KR" sz="800" b="0" i="0" u="none" strike="sng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맑은 고딕" panose="020B0503020000020004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32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2-1</a:t>
                      </a:r>
                      <a:endParaRPr lang="ko-KR" altLang="en-US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[</a:t>
                      </a:r>
                      <a:r>
                        <a:rPr lang="ko-KR" altLang="en-US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초대하기가 성공한 경우</a:t>
                      </a:r>
                      <a:r>
                        <a:rPr lang="en-US" altLang="ko-KR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]</a:t>
                      </a:r>
                      <a:b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</a:br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1) </a:t>
                      </a:r>
                      <a:r>
                        <a:rPr lang="ko-KR" altLang="en-US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초대 팝업 닫힘</a:t>
                      </a:r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2)  </a:t>
                      </a:r>
                      <a:r>
                        <a:rPr lang="ko-KR" altLang="en-US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초대하기가 성공한 경우 초대 완료 알림 등장</a:t>
                      </a:r>
                      <a:b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</a:br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-’</a:t>
                      </a:r>
                      <a:r>
                        <a:rPr lang="ko-KR" altLang="en-US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초대 요청이 완료되었습니다</a:t>
                      </a:r>
                      <a:r>
                        <a:rPr lang="en-US" altLang="ko-KR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.</a:t>
                      </a:r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’</a:t>
                      </a:r>
                      <a:endParaRPr lang="ko-KR" altLang="en-US" sz="800" b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807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2-2</a:t>
                      </a:r>
                      <a:endParaRPr lang="ko-KR" altLang="en-US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[</a:t>
                      </a:r>
                      <a:r>
                        <a:rPr lang="ko-KR" altLang="en-US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주최자가 초대하고 있는 경우의 초대 취소</a:t>
                      </a:r>
                      <a:r>
                        <a:rPr lang="en-US" altLang="ko-KR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]</a:t>
                      </a:r>
                      <a:b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</a:br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- </a:t>
                      </a:r>
                      <a:r>
                        <a:rPr lang="ko-KR" altLang="en-US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주최자가 사용자를 초대한 상황에서 </a:t>
                      </a:r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‘</a:t>
                      </a:r>
                      <a:r>
                        <a:rPr lang="ko-KR" altLang="en-US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초대취소</a:t>
                      </a:r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’</a:t>
                      </a:r>
                      <a:r>
                        <a:rPr lang="ko-KR" altLang="en-US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를 선택해서 초대 취소가 가능함</a:t>
                      </a:r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.</a:t>
                      </a:r>
                      <a:b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</a:br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자세한 내용은 대기자 리스트 기획에서 설명</a:t>
                      </a:r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altLang="en-US" sz="800" b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90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초대 시 초대수신자에게 알림이 발생함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.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‘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{</a:t>
                      </a:r>
                      <a:r>
                        <a:rPr lang="ko-KR" altLang="en-US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주최자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} </a:t>
                      </a:r>
                      <a:r>
                        <a:rPr lang="ko-KR" altLang="en-US" sz="8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님으로부터</a:t>
                      </a:r>
                      <a:r>
                        <a:rPr lang="ko-KR" altLang="en-US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{</a:t>
                      </a:r>
                      <a:r>
                        <a:rPr lang="ko-KR" altLang="en-US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회의 날짜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}({</a:t>
                      </a:r>
                      <a:r>
                        <a:rPr lang="ko-KR" altLang="en-US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요일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}) {</a:t>
                      </a:r>
                      <a:r>
                        <a:rPr lang="en-US" altLang="ko-KR" sz="8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hh:mm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} "{</a:t>
                      </a:r>
                      <a:r>
                        <a:rPr lang="ko-KR" altLang="en-US" sz="8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회의명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}" </a:t>
                      </a:r>
                      <a:r>
                        <a:rPr lang="ko-KR" altLang="en-US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참여 요청이 도착했습니다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.</a:t>
                      </a:r>
                      <a:endParaRPr lang="ko-KR" altLang="en-US" sz="800" b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914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3-1</a:t>
                      </a:r>
                      <a:endParaRPr lang="ko-KR" altLang="en-US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[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 초대 수락 시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]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1)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 초대 수락 시 수락 알림 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텍스트 키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{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초대수신자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}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로부터 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{</a:t>
                      </a:r>
                      <a:r>
                        <a:rPr lang="ko-KR" altLang="en-US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회의 날짜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}({</a:t>
                      </a:r>
                      <a:r>
                        <a:rPr lang="ko-KR" altLang="en-US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요일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}) {</a:t>
                      </a:r>
                      <a:r>
                        <a:rPr lang="en-US" altLang="ko-KR" sz="8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hh:mm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} "{</a:t>
                      </a:r>
                      <a:r>
                        <a:rPr lang="ko-KR" altLang="en-US" sz="8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회의명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}" </a:t>
                      </a:r>
                      <a:r>
                        <a:rPr lang="ko-KR" altLang="en-US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참여 요청이 수락되었습니다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.</a:t>
                      </a:r>
                      <a:b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</a:b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2) </a:t>
                      </a:r>
                      <a:r>
                        <a:rPr lang="ko-KR" altLang="en-US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미참여자에 대기 상태</a:t>
                      </a:r>
                      <a:endParaRPr lang="en-US" altLang="ko-KR" sz="8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3) </a:t>
                      </a:r>
                      <a:r>
                        <a:rPr lang="ko-KR" altLang="en-US" sz="800" b="0" i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초대자의 내 커넥팅 리스트에 추가</a:t>
                      </a:r>
                      <a:endParaRPr lang="ko-KR" altLang="en-US" sz="700" b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573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3-2</a:t>
                      </a:r>
                      <a:endParaRPr lang="ko-KR" altLang="en-US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[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 초대 거절 시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]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1)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 초대 거절 시 거절 알림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텍스트 키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: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{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초대수신자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}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로부터 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{</a:t>
                      </a:r>
                      <a:r>
                        <a:rPr lang="ko-KR" altLang="en-US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회의 날짜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}({</a:t>
                      </a:r>
                      <a:r>
                        <a:rPr lang="ko-KR" altLang="en-US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요일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}) {</a:t>
                      </a:r>
                      <a:r>
                        <a:rPr lang="en-US" altLang="ko-KR" sz="8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hh:mm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} "{</a:t>
                      </a:r>
                      <a:r>
                        <a:rPr lang="ko-KR" altLang="en-US" sz="8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회의명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}" </a:t>
                      </a:r>
                      <a:r>
                        <a:rPr lang="ko-KR" altLang="en-US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참여 요청이 거절되었습니다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.</a:t>
                      </a:r>
                      <a:b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</a:b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2)</a:t>
                      </a:r>
                      <a:r>
                        <a:rPr lang="ko-KR" altLang="en-US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초대 대기자 목록에서 사라짐</a:t>
                      </a:r>
                      <a:r>
                        <a:rPr lang="en-US" altLang="ko-KR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.</a:t>
                      </a:r>
                      <a:endParaRPr lang="ko-KR" altLang="en-US" sz="700" b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590810"/>
                  </a:ext>
                </a:extLst>
              </a:tr>
            </a:tbl>
          </a:graphicData>
        </a:graphic>
      </p:graphicFrame>
      <p:sp>
        <p:nvSpPr>
          <p:cNvPr id="39" name="타원 38">
            <a:extLst>
              <a:ext uri="{FF2B5EF4-FFF2-40B4-BE49-F238E27FC236}">
                <a16:creationId xmlns:a16="http://schemas.microsoft.com/office/drawing/2014/main" id="{75196CB9-F320-E682-274D-419E73C00313}"/>
              </a:ext>
            </a:extLst>
          </p:cNvPr>
          <p:cNvSpPr>
            <a:spLocks noChangeAspect="1"/>
          </p:cNvSpPr>
          <p:nvPr/>
        </p:nvSpPr>
        <p:spPr>
          <a:xfrm>
            <a:off x="4526119" y="2251165"/>
            <a:ext cx="252000" cy="252000"/>
          </a:xfrm>
          <a:prstGeom prst="ellipse">
            <a:avLst/>
          </a:prstGeom>
          <a:solidFill>
            <a:srgbClr val="FF0000">
              <a:alpha val="3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095F6A76-628E-ABA0-1628-BA875928A8F3}"/>
              </a:ext>
            </a:extLst>
          </p:cNvPr>
          <p:cNvCxnSpPr>
            <a:cxnSpLocks/>
            <a:stCxn id="39" idx="4"/>
            <a:endCxn id="510" idx="0"/>
          </p:cNvCxnSpPr>
          <p:nvPr/>
        </p:nvCxnSpPr>
        <p:spPr>
          <a:xfrm rot="5400000">
            <a:off x="4469570" y="2685642"/>
            <a:ext cx="365026" cy="7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6FB0E4E5-51E8-5073-2CE7-71A80BB1F271}"/>
              </a:ext>
            </a:extLst>
          </p:cNvPr>
          <p:cNvSpPr/>
          <p:nvPr/>
        </p:nvSpPr>
        <p:spPr bwMode="auto">
          <a:xfrm>
            <a:off x="2735314" y="4155285"/>
            <a:ext cx="301149" cy="26613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A10512-7C53-222A-0BF0-E6C9BA8A4E6C}"/>
              </a:ext>
            </a:extLst>
          </p:cNvPr>
          <p:cNvSpPr txBox="1"/>
          <p:nvPr/>
        </p:nvSpPr>
        <p:spPr>
          <a:xfrm>
            <a:off x="3036462" y="4151189"/>
            <a:ext cx="30123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커넥팅 초대 요청 </a:t>
            </a:r>
            <a:r>
              <a:rPr lang="en-US" altLang="ko-KR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mm – dd HH:MM</a:t>
            </a:r>
          </a:p>
          <a:p>
            <a:pPr algn="l"/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{</a:t>
            </a:r>
            <a:r>
              <a:rPr lang="ko-KR" altLang="en-US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주최자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} </a:t>
            </a:r>
            <a:r>
              <a:rPr lang="ko-KR" altLang="en-US" sz="6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님으로부터</a:t>
            </a:r>
            <a:r>
              <a:rPr lang="ko-KR" altLang="en-US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{</a:t>
            </a:r>
            <a:r>
              <a:rPr lang="ko-KR" altLang="en-US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회의 날짜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}({</a:t>
            </a:r>
            <a:r>
              <a:rPr lang="ko-KR" altLang="en-US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요일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}) {</a:t>
            </a:r>
            <a:r>
              <a:rPr lang="en-US" altLang="ko-KR" sz="6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hh:mm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} "{</a:t>
            </a:r>
            <a:r>
              <a:rPr lang="ko-KR" altLang="en-US" sz="6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회의명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}" </a:t>
            </a:r>
            <a:r>
              <a:rPr lang="ko-KR" altLang="en-US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참여 요청이 도착했습니다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5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0AED46CA-7FFF-B312-E121-09413A71AAF6}"/>
              </a:ext>
            </a:extLst>
          </p:cNvPr>
          <p:cNvSpPr>
            <a:spLocks noChangeAspect="1"/>
          </p:cNvSpPr>
          <p:nvPr/>
        </p:nvSpPr>
        <p:spPr>
          <a:xfrm flipV="1">
            <a:off x="2604144" y="4268656"/>
            <a:ext cx="69567" cy="69567"/>
          </a:xfrm>
          <a:prstGeom prst="ellipse">
            <a:avLst/>
          </a:prstGeom>
          <a:solidFill>
            <a:srgbClr val="C0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630487E8-BB6F-EFE2-70A9-6803E98CFF90}"/>
              </a:ext>
            </a:extLst>
          </p:cNvPr>
          <p:cNvSpPr/>
          <p:nvPr/>
        </p:nvSpPr>
        <p:spPr bwMode="auto">
          <a:xfrm>
            <a:off x="5213009" y="4523575"/>
            <a:ext cx="256934" cy="160381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 sz="400" dirty="0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EC909E-578C-728D-4B63-D28121C9B32B}"/>
              </a:ext>
            </a:extLst>
          </p:cNvPr>
          <p:cNvSpPr txBox="1"/>
          <p:nvPr/>
        </p:nvSpPr>
        <p:spPr>
          <a:xfrm>
            <a:off x="5173712" y="4507530"/>
            <a:ext cx="3289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수락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BED152A0-2537-20A6-6859-76FE8A670EDC}"/>
              </a:ext>
            </a:extLst>
          </p:cNvPr>
          <p:cNvSpPr/>
          <p:nvPr/>
        </p:nvSpPr>
        <p:spPr bwMode="auto">
          <a:xfrm>
            <a:off x="5558605" y="4523434"/>
            <a:ext cx="256934" cy="160381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 sz="400" dirty="0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A11D32-3C3F-19BA-103B-BA0F536AB55F}"/>
              </a:ext>
            </a:extLst>
          </p:cNvPr>
          <p:cNvSpPr txBox="1"/>
          <p:nvPr/>
        </p:nvSpPr>
        <p:spPr>
          <a:xfrm>
            <a:off x="5519308" y="4507389"/>
            <a:ext cx="3289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거절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9B349C-713F-9079-CCC1-C8387D631157}"/>
              </a:ext>
            </a:extLst>
          </p:cNvPr>
          <p:cNvSpPr txBox="1"/>
          <p:nvPr/>
        </p:nvSpPr>
        <p:spPr>
          <a:xfrm>
            <a:off x="2507913" y="3862543"/>
            <a:ext cx="197522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 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초대수신자 알림 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커넥팅 초대되었을 때 알림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A276E791-F67B-2D48-0DCE-0BFAB60F2E58}"/>
              </a:ext>
            </a:extLst>
          </p:cNvPr>
          <p:cNvSpPr>
            <a:spLocks noChangeAspect="1"/>
          </p:cNvSpPr>
          <p:nvPr/>
        </p:nvSpPr>
        <p:spPr>
          <a:xfrm>
            <a:off x="5557778" y="4469545"/>
            <a:ext cx="252000" cy="252000"/>
          </a:xfrm>
          <a:prstGeom prst="ellipse">
            <a:avLst/>
          </a:prstGeom>
          <a:solidFill>
            <a:srgbClr val="FF0000">
              <a:alpha val="3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EF35D4C-10D6-404E-CB0B-23C7A4EFB333}"/>
              </a:ext>
            </a:extLst>
          </p:cNvPr>
          <p:cNvSpPr/>
          <p:nvPr/>
        </p:nvSpPr>
        <p:spPr bwMode="auto">
          <a:xfrm>
            <a:off x="2259066" y="5459152"/>
            <a:ext cx="2945595" cy="679920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B7B85DD-013B-22AC-9B57-7A7161DF320D}"/>
              </a:ext>
            </a:extLst>
          </p:cNvPr>
          <p:cNvSpPr/>
          <p:nvPr/>
        </p:nvSpPr>
        <p:spPr bwMode="auto">
          <a:xfrm>
            <a:off x="2259066" y="5872941"/>
            <a:ext cx="2945595" cy="26613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49688E30-5EF6-0FCD-DCAA-FD597D949031}"/>
              </a:ext>
            </a:extLst>
          </p:cNvPr>
          <p:cNvSpPr/>
          <p:nvPr/>
        </p:nvSpPr>
        <p:spPr bwMode="auto">
          <a:xfrm>
            <a:off x="2462088" y="5545504"/>
            <a:ext cx="301149" cy="26613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E445125-6F30-AC1D-0A1E-FDA836B25AD3}"/>
              </a:ext>
            </a:extLst>
          </p:cNvPr>
          <p:cNvSpPr txBox="1"/>
          <p:nvPr/>
        </p:nvSpPr>
        <p:spPr>
          <a:xfrm>
            <a:off x="2763236" y="5524680"/>
            <a:ext cx="30428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커넥팅 초대 수락 </a:t>
            </a:r>
            <a:r>
              <a:rPr lang="en-US" altLang="ko-KR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mm – dd HH:MM</a:t>
            </a:r>
          </a:p>
          <a:p>
            <a:pPr algn="l"/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{</a:t>
            </a:r>
            <a:r>
              <a:rPr lang="ko-KR" altLang="en-US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초대수신자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}</a:t>
            </a:r>
            <a:r>
              <a:rPr lang="ko-KR" altLang="en-US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로부터 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{</a:t>
            </a:r>
            <a:r>
              <a:rPr lang="ko-KR" altLang="en-US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회의 날짜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}({</a:t>
            </a:r>
            <a:r>
              <a:rPr lang="ko-KR" altLang="en-US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요일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}) {</a:t>
            </a:r>
            <a:r>
              <a:rPr lang="en-US" altLang="ko-KR" sz="6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hh:mm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} "{</a:t>
            </a:r>
            <a:r>
              <a:rPr lang="ko-KR" altLang="en-US" sz="6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회의명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}" </a:t>
            </a:r>
            <a:r>
              <a:rPr lang="ko-KR" altLang="en-US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참여 요청이 수락되었습니다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5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0D9EC885-D44E-649F-A7F2-26F9B2D48F67}"/>
              </a:ext>
            </a:extLst>
          </p:cNvPr>
          <p:cNvSpPr>
            <a:spLocks noChangeAspect="1"/>
          </p:cNvSpPr>
          <p:nvPr/>
        </p:nvSpPr>
        <p:spPr>
          <a:xfrm flipV="1">
            <a:off x="2330918" y="5658875"/>
            <a:ext cx="69567" cy="69567"/>
          </a:xfrm>
          <a:prstGeom prst="ellipse">
            <a:avLst/>
          </a:prstGeom>
          <a:solidFill>
            <a:srgbClr val="C0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F43902D-D118-6496-01F9-DAE38EDE1E20}"/>
              </a:ext>
            </a:extLst>
          </p:cNvPr>
          <p:cNvSpPr txBox="1"/>
          <p:nvPr/>
        </p:nvSpPr>
        <p:spPr>
          <a:xfrm>
            <a:off x="2234687" y="5252762"/>
            <a:ext cx="20008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 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주최자 알림 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커넥팅 초대 수락되었을 때 알림</a:t>
            </a:r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8D0FABBC-F5C5-4569-3B68-D4DA6391C554}"/>
              </a:ext>
            </a:extLst>
          </p:cNvPr>
          <p:cNvSpPr>
            <a:spLocks noChangeAspect="1"/>
          </p:cNvSpPr>
          <p:nvPr/>
        </p:nvSpPr>
        <p:spPr>
          <a:xfrm>
            <a:off x="5204661" y="4477624"/>
            <a:ext cx="252000" cy="252000"/>
          </a:xfrm>
          <a:prstGeom prst="ellipse">
            <a:avLst/>
          </a:prstGeom>
          <a:solidFill>
            <a:srgbClr val="FF0000">
              <a:alpha val="3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47" name="연결선: 꺾임 146">
            <a:extLst>
              <a:ext uri="{FF2B5EF4-FFF2-40B4-BE49-F238E27FC236}">
                <a16:creationId xmlns:a16="http://schemas.microsoft.com/office/drawing/2014/main" id="{44F8B09B-FF6A-9A2B-0644-38E560736088}"/>
              </a:ext>
            </a:extLst>
          </p:cNvPr>
          <p:cNvCxnSpPr>
            <a:cxnSpLocks/>
            <a:stCxn id="145" idx="4"/>
            <a:endCxn id="143" idx="0"/>
          </p:cNvCxnSpPr>
          <p:nvPr/>
        </p:nvCxnSpPr>
        <p:spPr>
          <a:xfrm rot="5400000">
            <a:off x="4021323" y="3943424"/>
            <a:ext cx="523138" cy="209553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2BB67882-ADC4-1AD5-3629-4E35684665FA}"/>
              </a:ext>
            </a:extLst>
          </p:cNvPr>
          <p:cNvSpPr/>
          <p:nvPr/>
        </p:nvSpPr>
        <p:spPr bwMode="auto">
          <a:xfrm>
            <a:off x="5564497" y="6048489"/>
            <a:ext cx="2869721" cy="679920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9879CD57-B23F-EE7B-947F-264D3D5A4EA3}"/>
              </a:ext>
            </a:extLst>
          </p:cNvPr>
          <p:cNvSpPr/>
          <p:nvPr/>
        </p:nvSpPr>
        <p:spPr bwMode="auto">
          <a:xfrm>
            <a:off x="5564497" y="6462278"/>
            <a:ext cx="2869721" cy="26613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F1619B57-3B0F-06F4-0195-EF020EDE12CD}"/>
              </a:ext>
            </a:extLst>
          </p:cNvPr>
          <p:cNvSpPr/>
          <p:nvPr/>
        </p:nvSpPr>
        <p:spPr bwMode="auto">
          <a:xfrm>
            <a:off x="5767519" y="6134841"/>
            <a:ext cx="301149" cy="26613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D7987ECF-1F0F-50B6-89F1-F08E65A64772}"/>
              </a:ext>
            </a:extLst>
          </p:cNvPr>
          <p:cNvSpPr txBox="1"/>
          <p:nvPr/>
        </p:nvSpPr>
        <p:spPr>
          <a:xfrm>
            <a:off x="6068667" y="6114017"/>
            <a:ext cx="30428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커넥팅 초대 거절 </a:t>
            </a:r>
            <a:r>
              <a:rPr lang="en-US" altLang="ko-KR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mm – dd HH:MM</a:t>
            </a:r>
          </a:p>
          <a:p>
            <a:pPr algn="l"/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{</a:t>
            </a:r>
            <a:r>
              <a:rPr lang="ko-KR" altLang="en-US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초대수신자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}</a:t>
            </a:r>
            <a:r>
              <a:rPr lang="ko-KR" altLang="en-US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로부터 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{</a:t>
            </a:r>
            <a:r>
              <a:rPr lang="ko-KR" altLang="en-US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회의 날짜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}({</a:t>
            </a:r>
            <a:r>
              <a:rPr lang="ko-KR" altLang="en-US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요일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}) {</a:t>
            </a:r>
            <a:r>
              <a:rPr lang="en-US" altLang="ko-KR" sz="6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hh:mm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} "{</a:t>
            </a:r>
            <a:r>
              <a:rPr lang="ko-KR" altLang="en-US" sz="600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회의명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}" </a:t>
            </a:r>
            <a:r>
              <a:rPr lang="ko-KR" altLang="en-US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참여 요청이 거절되었습니다</a:t>
            </a:r>
            <a:r>
              <a:rPr lang="en-US" altLang="ko-KR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5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6E8C9E07-D5C1-895E-317E-A1C902D57D40}"/>
              </a:ext>
            </a:extLst>
          </p:cNvPr>
          <p:cNvSpPr>
            <a:spLocks noChangeAspect="1"/>
          </p:cNvSpPr>
          <p:nvPr/>
        </p:nvSpPr>
        <p:spPr>
          <a:xfrm flipV="1">
            <a:off x="5636349" y="6248212"/>
            <a:ext cx="69567" cy="69567"/>
          </a:xfrm>
          <a:prstGeom prst="ellipse">
            <a:avLst/>
          </a:prstGeom>
          <a:solidFill>
            <a:srgbClr val="C0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9E6792-7C8D-E16E-C6B2-706494AA1064}"/>
              </a:ext>
            </a:extLst>
          </p:cNvPr>
          <p:cNvSpPr txBox="1"/>
          <p:nvPr/>
        </p:nvSpPr>
        <p:spPr>
          <a:xfrm>
            <a:off x="5540118" y="5842099"/>
            <a:ext cx="20008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 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주최자 알림 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커넥팅 초대 거절되었을 때 알림</a:t>
            </a:r>
          </a:p>
        </p:txBody>
      </p:sp>
      <p:cxnSp>
        <p:nvCxnSpPr>
          <p:cNvPr id="204" name="연결선: 꺾임 203">
            <a:extLst>
              <a:ext uri="{FF2B5EF4-FFF2-40B4-BE49-F238E27FC236}">
                <a16:creationId xmlns:a16="http://schemas.microsoft.com/office/drawing/2014/main" id="{BD695A8C-3D4C-91F8-6972-77590D7CEE79}"/>
              </a:ext>
            </a:extLst>
          </p:cNvPr>
          <p:cNvCxnSpPr>
            <a:cxnSpLocks/>
            <a:stCxn id="57" idx="4"/>
            <a:endCxn id="203" idx="0"/>
          </p:cNvCxnSpPr>
          <p:nvPr/>
        </p:nvCxnSpPr>
        <p:spPr>
          <a:xfrm rot="16200000" flipH="1">
            <a:off x="5551888" y="4853434"/>
            <a:ext cx="1120554" cy="85677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타원 348">
            <a:extLst>
              <a:ext uri="{FF2B5EF4-FFF2-40B4-BE49-F238E27FC236}">
                <a16:creationId xmlns:a16="http://schemas.microsoft.com/office/drawing/2014/main" id="{39BD3276-B69D-E4F5-553A-28755CA7B9AE}"/>
              </a:ext>
            </a:extLst>
          </p:cNvPr>
          <p:cNvSpPr/>
          <p:nvPr/>
        </p:nvSpPr>
        <p:spPr>
          <a:xfrm>
            <a:off x="2345624" y="3803706"/>
            <a:ext cx="172995" cy="17299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8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3</a:t>
            </a:r>
            <a:endParaRPr kumimoji="1" lang="ko-KR" altLang="en-US" sz="8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350" name="타원 349">
            <a:extLst>
              <a:ext uri="{FF2B5EF4-FFF2-40B4-BE49-F238E27FC236}">
                <a16:creationId xmlns:a16="http://schemas.microsoft.com/office/drawing/2014/main" id="{848FB342-3AB8-405D-6449-280EC71FF4B1}"/>
              </a:ext>
            </a:extLst>
          </p:cNvPr>
          <p:cNvSpPr/>
          <p:nvPr/>
        </p:nvSpPr>
        <p:spPr>
          <a:xfrm>
            <a:off x="4923264" y="4797071"/>
            <a:ext cx="172995" cy="17299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8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3-1</a:t>
            </a:r>
            <a:endParaRPr kumimoji="1" lang="ko-KR" altLang="en-US" sz="8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351" name="타원 350">
            <a:extLst>
              <a:ext uri="{FF2B5EF4-FFF2-40B4-BE49-F238E27FC236}">
                <a16:creationId xmlns:a16="http://schemas.microsoft.com/office/drawing/2014/main" id="{FA95F592-0A61-9023-0F40-15D3F438E6ED}"/>
              </a:ext>
            </a:extLst>
          </p:cNvPr>
          <p:cNvSpPr/>
          <p:nvPr/>
        </p:nvSpPr>
        <p:spPr>
          <a:xfrm>
            <a:off x="5801954" y="4789677"/>
            <a:ext cx="172995" cy="17299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8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3-2</a:t>
            </a:r>
            <a:endParaRPr kumimoji="1" lang="ko-KR" altLang="en-US" sz="8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pic>
        <p:nvPicPr>
          <p:cNvPr id="359" name="그림 358">
            <a:extLst>
              <a:ext uri="{FF2B5EF4-FFF2-40B4-BE49-F238E27FC236}">
                <a16:creationId xmlns:a16="http://schemas.microsoft.com/office/drawing/2014/main" id="{C5FCA7A9-DC60-FEC9-B23C-482366936FA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537" y="6199474"/>
            <a:ext cx="164929" cy="164929"/>
          </a:xfrm>
          <a:prstGeom prst="rect">
            <a:avLst/>
          </a:prstGeom>
        </p:spPr>
      </p:pic>
      <p:sp>
        <p:nvSpPr>
          <p:cNvPr id="361" name="TextBox 360">
            <a:extLst>
              <a:ext uri="{FF2B5EF4-FFF2-40B4-BE49-F238E27FC236}">
                <a16:creationId xmlns:a16="http://schemas.microsoft.com/office/drawing/2014/main" id="{8E8D8700-DB92-8293-FF48-C5CC08E367E0}"/>
              </a:ext>
            </a:extLst>
          </p:cNvPr>
          <p:cNvSpPr txBox="1"/>
          <p:nvPr/>
        </p:nvSpPr>
        <p:spPr>
          <a:xfrm>
            <a:off x="379700" y="6382996"/>
            <a:ext cx="30649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</a:t>
            </a:r>
          </a:p>
        </p:txBody>
      </p:sp>
      <p:pic>
        <p:nvPicPr>
          <p:cNvPr id="362" name="그림 361">
            <a:extLst>
              <a:ext uri="{FF2B5EF4-FFF2-40B4-BE49-F238E27FC236}">
                <a16:creationId xmlns:a16="http://schemas.microsoft.com/office/drawing/2014/main" id="{F67C9D03-D30B-A96A-81B3-82280650FC3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80" y="6207478"/>
            <a:ext cx="153501" cy="153501"/>
          </a:xfrm>
          <a:prstGeom prst="rect">
            <a:avLst/>
          </a:prstGeom>
        </p:spPr>
      </p:pic>
      <p:sp>
        <p:nvSpPr>
          <p:cNvPr id="363" name="TextBox 362">
            <a:extLst>
              <a:ext uri="{FF2B5EF4-FFF2-40B4-BE49-F238E27FC236}">
                <a16:creationId xmlns:a16="http://schemas.microsoft.com/office/drawing/2014/main" id="{8CA1608D-26AE-30B7-BF74-9677DF35CCB1}"/>
              </a:ext>
            </a:extLst>
          </p:cNvPr>
          <p:cNvSpPr txBox="1"/>
          <p:nvPr/>
        </p:nvSpPr>
        <p:spPr>
          <a:xfrm>
            <a:off x="764625" y="6380707"/>
            <a:ext cx="36740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사용자</a:t>
            </a:r>
          </a:p>
        </p:txBody>
      </p:sp>
      <p:sp>
        <p:nvSpPr>
          <p:cNvPr id="365" name="타원 364">
            <a:extLst>
              <a:ext uri="{FF2B5EF4-FFF2-40B4-BE49-F238E27FC236}">
                <a16:creationId xmlns:a16="http://schemas.microsoft.com/office/drawing/2014/main" id="{A8F6668E-798E-3D02-6B35-522AC2C8608C}"/>
              </a:ext>
            </a:extLst>
          </p:cNvPr>
          <p:cNvSpPr>
            <a:spLocks noChangeAspect="1"/>
          </p:cNvSpPr>
          <p:nvPr/>
        </p:nvSpPr>
        <p:spPr>
          <a:xfrm>
            <a:off x="813001" y="6152505"/>
            <a:ext cx="252000" cy="252000"/>
          </a:xfrm>
          <a:prstGeom prst="ellipse">
            <a:avLst/>
          </a:prstGeom>
          <a:solidFill>
            <a:srgbClr val="FF0000">
              <a:alpha val="3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66" name="연결선: 꺾임 365">
            <a:extLst>
              <a:ext uri="{FF2B5EF4-FFF2-40B4-BE49-F238E27FC236}">
                <a16:creationId xmlns:a16="http://schemas.microsoft.com/office/drawing/2014/main" id="{15064092-0EFC-C7AE-E5FF-9B1D41564682}"/>
              </a:ext>
            </a:extLst>
          </p:cNvPr>
          <p:cNvCxnSpPr>
            <a:cxnSpLocks/>
            <a:stCxn id="365" idx="0"/>
          </p:cNvCxnSpPr>
          <p:nvPr/>
        </p:nvCxnSpPr>
        <p:spPr>
          <a:xfrm rot="5400000" flipH="1" flipV="1">
            <a:off x="908562" y="5890788"/>
            <a:ext cx="292156" cy="23127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9" name="사각형: 둥근 모서리 368">
            <a:extLst>
              <a:ext uri="{FF2B5EF4-FFF2-40B4-BE49-F238E27FC236}">
                <a16:creationId xmlns:a16="http://schemas.microsoft.com/office/drawing/2014/main" id="{F7AF8EF7-9D8A-EFC5-F50E-7B0C61CD0106}"/>
              </a:ext>
            </a:extLst>
          </p:cNvPr>
          <p:cNvSpPr/>
          <p:nvPr/>
        </p:nvSpPr>
        <p:spPr>
          <a:xfrm>
            <a:off x="95216" y="550349"/>
            <a:ext cx="2095866" cy="531039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5F55608-CE22-2C5F-BC00-504D71C83708}"/>
              </a:ext>
            </a:extLst>
          </p:cNvPr>
          <p:cNvSpPr txBox="1"/>
          <p:nvPr/>
        </p:nvSpPr>
        <p:spPr>
          <a:xfrm>
            <a:off x="807509" y="617094"/>
            <a:ext cx="7905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사용자</a:t>
            </a:r>
            <a:endParaRPr lang="ko-KR" altLang="en-US" sz="10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6768FD2B-FD66-6024-A9A4-2FD10CC6BB9C}"/>
              </a:ext>
            </a:extLst>
          </p:cNvPr>
          <p:cNvGrpSpPr/>
          <p:nvPr/>
        </p:nvGrpSpPr>
        <p:grpSpPr>
          <a:xfrm>
            <a:off x="1605275" y="887894"/>
            <a:ext cx="509054" cy="275272"/>
            <a:chOff x="2876193" y="1112321"/>
            <a:chExt cx="509054" cy="275272"/>
          </a:xfrm>
        </p:grpSpPr>
        <p:sp>
          <p:nvSpPr>
            <p:cNvPr id="380" name="사각형: 둥근 모서리 379">
              <a:extLst>
                <a:ext uri="{FF2B5EF4-FFF2-40B4-BE49-F238E27FC236}">
                  <a16:creationId xmlns:a16="http://schemas.microsoft.com/office/drawing/2014/main" id="{52EFD831-5B60-B13A-7926-5A3DD675FD53}"/>
                </a:ext>
              </a:extLst>
            </p:cNvPr>
            <p:cNvSpPr/>
            <p:nvPr/>
          </p:nvSpPr>
          <p:spPr>
            <a:xfrm>
              <a:off x="2918150" y="1189966"/>
              <a:ext cx="467097" cy="186522"/>
            </a:xfrm>
            <a:prstGeom prst="roundRect">
              <a:avLst>
                <a:gd name="adj" fmla="val 25380"/>
              </a:avLst>
            </a:prstGeom>
            <a:solidFill>
              <a:schemeClr val="tx1">
                <a:lumMod val="85000"/>
                <a:lumOff val="1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1" name="TextBox 400">
              <a:extLst>
                <a:ext uri="{FF2B5EF4-FFF2-40B4-BE49-F238E27FC236}">
                  <a16:creationId xmlns:a16="http://schemas.microsoft.com/office/drawing/2014/main" id="{B6D6777F-C380-2B42-0A93-3FA8A8AC0BC1}"/>
                </a:ext>
              </a:extLst>
            </p:cNvPr>
            <p:cNvSpPr txBox="1"/>
            <p:nvPr/>
          </p:nvSpPr>
          <p:spPr>
            <a:xfrm>
              <a:off x="3078752" y="1218316"/>
              <a:ext cx="306495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초대</a:t>
              </a:r>
            </a:p>
          </p:txBody>
        </p:sp>
        <p:pic>
          <p:nvPicPr>
            <p:cNvPr id="402" name="그래픽 401" descr="사용자 단색으로 채워진">
              <a:extLst>
                <a:ext uri="{FF2B5EF4-FFF2-40B4-BE49-F238E27FC236}">
                  <a16:creationId xmlns:a16="http://schemas.microsoft.com/office/drawing/2014/main" id="{A8B16A4B-AB26-1351-592C-6FC8BB915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003223" y="1222515"/>
              <a:ext cx="140803" cy="140803"/>
            </a:xfrm>
            <a:prstGeom prst="rect">
              <a:avLst/>
            </a:prstGeom>
          </p:spPr>
        </p:pic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B7971954-5F55-9357-D959-CA8EB469ED72}"/>
                </a:ext>
              </a:extLst>
            </p:cNvPr>
            <p:cNvSpPr txBox="1"/>
            <p:nvPr/>
          </p:nvSpPr>
          <p:spPr>
            <a:xfrm>
              <a:off x="2876193" y="1112321"/>
              <a:ext cx="24451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75000"/>
                    </a:schemeClr>
                  </a:solidFill>
                </a:rPr>
                <a:t>+</a:t>
              </a:r>
              <a:endParaRPr lang="ko-KR" altLang="en-US" sz="1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404" name="TextBox 403">
            <a:extLst>
              <a:ext uri="{FF2B5EF4-FFF2-40B4-BE49-F238E27FC236}">
                <a16:creationId xmlns:a16="http://schemas.microsoft.com/office/drawing/2014/main" id="{21FBBBD2-BB22-B911-D2AC-91C553D813A4}"/>
              </a:ext>
            </a:extLst>
          </p:cNvPr>
          <p:cNvSpPr txBox="1"/>
          <p:nvPr/>
        </p:nvSpPr>
        <p:spPr>
          <a:xfrm>
            <a:off x="1905905" y="596011"/>
            <a:ext cx="2215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X</a:t>
            </a:r>
            <a:endParaRPr lang="ko-KR" altLang="en-US" sz="1000" dirty="0"/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B54C74BB-648C-214C-B398-3FBDEEF5CCE3}"/>
              </a:ext>
            </a:extLst>
          </p:cNvPr>
          <p:cNvSpPr txBox="1"/>
          <p:nvPr/>
        </p:nvSpPr>
        <p:spPr>
          <a:xfrm>
            <a:off x="231598" y="1769925"/>
            <a:ext cx="5793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주최자 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endParaRPr lang="ko-KR" altLang="en-US" sz="7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C6D0F781-97FA-CCDF-C47D-34913021B616}"/>
              </a:ext>
            </a:extLst>
          </p:cNvPr>
          <p:cNvSpPr txBox="1"/>
          <p:nvPr/>
        </p:nvSpPr>
        <p:spPr>
          <a:xfrm>
            <a:off x="235773" y="2649667"/>
            <a:ext cx="5793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발표자 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(5)</a:t>
            </a:r>
            <a:endParaRPr lang="ko-KR" altLang="en-US" sz="7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7" name="타원 406">
            <a:extLst>
              <a:ext uri="{FF2B5EF4-FFF2-40B4-BE49-F238E27FC236}">
                <a16:creationId xmlns:a16="http://schemas.microsoft.com/office/drawing/2014/main" id="{C105B509-593E-4347-FA2D-EF641DF44853}"/>
              </a:ext>
            </a:extLst>
          </p:cNvPr>
          <p:cNvSpPr>
            <a:spLocks noChangeAspect="1"/>
          </p:cNvSpPr>
          <p:nvPr/>
        </p:nvSpPr>
        <p:spPr>
          <a:xfrm>
            <a:off x="303655" y="2033435"/>
            <a:ext cx="252000" cy="25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593F1E71-507B-77BE-B5D7-96255E8156D3}"/>
              </a:ext>
            </a:extLst>
          </p:cNvPr>
          <p:cNvSpPr txBox="1"/>
          <p:nvPr/>
        </p:nvSpPr>
        <p:spPr>
          <a:xfrm>
            <a:off x="559146" y="2134386"/>
            <a:ext cx="66190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직책</a:t>
            </a:r>
            <a:r>
              <a:rPr lang="en-US" altLang="ko-KR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직급</a:t>
            </a:r>
            <a:r>
              <a:rPr lang="en-US" altLang="ko-KR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소속</a:t>
            </a: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D1BD30DC-5A09-579B-1169-8D5356E01E21}"/>
              </a:ext>
            </a:extLst>
          </p:cNvPr>
          <p:cNvSpPr txBox="1"/>
          <p:nvPr/>
        </p:nvSpPr>
        <p:spPr>
          <a:xfrm>
            <a:off x="547509" y="2004434"/>
            <a:ext cx="5446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이름 </a:t>
            </a:r>
            <a:r>
              <a:rPr lang="en-US" altLang="ko-KR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나</a:t>
            </a:r>
            <a:r>
              <a:rPr lang="en-US" altLang="ko-KR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5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2" name="타원 411">
            <a:extLst>
              <a:ext uri="{FF2B5EF4-FFF2-40B4-BE49-F238E27FC236}">
                <a16:creationId xmlns:a16="http://schemas.microsoft.com/office/drawing/2014/main" id="{0345F1B7-5DD0-3676-A87B-465EC22DAE90}"/>
              </a:ext>
            </a:extLst>
          </p:cNvPr>
          <p:cNvSpPr>
            <a:spLocks noChangeAspect="1"/>
          </p:cNvSpPr>
          <p:nvPr/>
        </p:nvSpPr>
        <p:spPr>
          <a:xfrm>
            <a:off x="310536" y="2981872"/>
            <a:ext cx="252000" cy="25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8508D404-1CD3-AF27-6E53-470156DE7E47}"/>
              </a:ext>
            </a:extLst>
          </p:cNvPr>
          <p:cNvSpPr txBox="1"/>
          <p:nvPr/>
        </p:nvSpPr>
        <p:spPr>
          <a:xfrm>
            <a:off x="566027" y="3082823"/>
            <a:ext cx="66190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직책</a:t>
            </a:r>
            <a:r>
              <a:rPr lang="en-US" altLang="ko-KR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직급</a:t>
            </a:r>
            <a:r>
              <a:rPr lang="en-US" altLang="ko-KR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소속</a:t>
            </a: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96D02593-9598-A333-3D00-11095536256E}"/>
              </a:ext>
            </a:extLst>
          </p:cNvPr>
          <p:cNvSpPr txBox="1"/>
          <p:nvPr/>
        </p:nvSpPr>
        <p:spPr>
          <a:xfrm>
            <a:off x="554390" y="2952871"/>
            <a:ext cx="3112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이름</a:t>
            </a:r>
          </a:p>
        </p:txBody>
      </p:sp>
      <p:sp>
        <p:nvSpPr>
          <p:cNvPr id="426" name="Microphone 2">
            <a:extLst>
              <a:ext uri="{FF2B5EF4-FFF2-40B4-BE49-F238E27FC236}">
                <a16:creationId xmlns:a16="http://schemas.microsoft.com/office/drawing/2014/main" id="{9A3D7A5D-3341-C3A8-F00C-79BF805EE2D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572443" y="3057172"/>
            <a:ext cx="66039" cy="94872"/>
          </a:xfrm>
          <a:custGeom>
            <a:avLst/>
            <a:gdLst>
              <a:gd name="T0" fmla="*/ 489 w 977"/>
              <a:gd name="T1" fmla="*/ 0 h 1411"/>
              <a:gd name="T2" fmla="*/ 217 w 977"/>
              <a:gd name="T3" fmla="*/ 271 h 1411"/>
              <a:gd name="T4" fmla="*/ 217 w 977"/>
              <a:gd name="T5" fmla="*/ 706 h 1411"/>
              <a:gd name="T6" fmla="*/ 489 w 977"/>
              <a:gd name="T7" fmla="*/ 977 h 1411"/>
              <a:gd name="T8" fmla="*/ 760 w 977"/>
              <a:gd name="T9" fmla="*/ 706 h 1411"/>
              <a:gd name="T10" fmla="*/ 760 w 977"/>
              <a:gd name="T11" fmla="*/ 543 h 1411"/>
              <a:gd name="T12" fmla="*/ 760 w 977"/>
              <a:gd name="T13" fmla="*/ 271 h 1411"/>
              <a:gd name="T14" fmla="*/ 489 w 977"/>
              <a:gd name="T15" fmla="*/ 0 h 1411"/>
              <a:gd name="T16" fmla="*/ 489 w 977"/>
              <a:gd name="T17" fmla="*/ 109 h 1411"/>
              <a:gd name="T18" fmla="*/ 641 w 977"/>
              <a:gd name="T19" fmla="*/ 217 h 1411"/>
              <a:gd name="T20" fmla="*/ 597 w 977"/>
              <a:gd name="T21" fmla="*/ 217 h 1411"/>
              <a:gd name="T22" fmla="*/ 543 w 977"/>
              <a:gd name="T23" fmla="*/ 271 h 1411"/>
              <a:gd name="T24" fmla="*/ 597 w 977"/>
              <a:gd name="T25" fmla="*/ 326 h 1411"/>
              <a:gd name="T26" fmla="*/ 652 w 977"/>
              <a:gd name="T27" fmla="*/ 326 h 1411"/>
              <a:gd name="T28" fmla="*/ 652 w 977"/>
              <a:gd name="T29" fmla="*/ 380 h 1411"/>
              <a:gd name="T30" fmla="*/ 597 w 977"/>
              <a:gd name="T31" fmla="*/ 380 h 1411"/>
              <a:gd name="T32" fmla="*/ 543 w 977"/>
              <a:gd name="T33" fmla="*/ 434 h 1411"/>
              <a:gd name="T34" fmla="*/ 597 w 977"/>
              <a:gd name="T35" fmla="*/ 489 h 1411"/>
              <a:gd name="T36" fmla="*/ 652 w 977"/>
              <a:gd name="T37" fmla="*/ 489 h 1411"/>
              <a:gd name="T38" fmla="*/ 652 w 977"/>
              <a:gd name="T39" fmla="*/ 543 h 1411"/>
              <a:gd name="T40" fmla="*/ 326 w 977"/>
              <a:gd name="T41" fmla="*/ 543 h 1411"/>
              <a:gd name="T42" fmla="*/ 326 w 977"/>
              <a:gd name="T43" fmla="*/ 489 h 1411"/>
              <a:gd name="T44" fmla="*/ 380 w 977"/>
              <a:gd name="T45" fmla="*/ 489 h 1411"/>
              <a:gd name="T46" fmla="*/ 435 w 977"/>
              <a:gd name="T47" fmla="*/ 434 h 1411"/>
              <a:gd name="T48" fmla="*/ 380 w 977"/>
              <a:gd name="T49" fmla="*/ 380 h 1411"/>
              <a:gd name="T50" fmla="*/ 326 w 977"/>
              <a:gd name="T51" fmla="*/ 380 h 1411"/>
              <a:gd name="T52" fmla="*/ 326 w 977"/>
              <a:gd name="T53" fmla="*/ 326 h 1411"/>
              <a:gd name="T54" fmla="*/ 380 w 977"/>
              <a:gd name="T55" fmla="*/ 326 h 1411"/>
              <a:gd name="T56" fmla="*/ 435 w 977"/>
              <a:gd name="T57" fmla="*/ 271 h 1411"/>
              <a:gd name="T58" fmla="*/ 380 w 977"/>
              <a:gd name="T59" fmla="*/ 217 h 1411"/>
              <a:gd name="T60" fmla="*/ 336 w 977"/>
              <a:gd name="T61" fmla="*/ 217 h 1411"/>
              <a:gd name="T62" fmla="*/ 489 w 977"/>
              <a:gd name="T63" fmla="*/ 109 h 1411"/>
              <a:gd name="T64" fmla="*/ 55 w 977"/>
              <a:gd name="T65" fmla="*/ 597 h 1411"/>
              <a:gd name="T66" fmla="*/ 0 w 977"/>
              <a:gd name="T67" fmla="*/ 651 h 1411"/>
              <a:gd name="T68" fmla="*/ 0 w 977"/>
              <a:gd name="T69" fmla="*/ 706 h 1411"/>
              <a:gd name="T70" fmla="*/ 380 w 977"/>
              <a:gd name="T71" fmla="*/ 1180 h 1411"/>
              <a:gd name="T72" fmla="*/ 380 w 977"/>
              <a:gd name="T73" fmla="*/ 1303 h 1411"/>
              <a:gd name="T74" fmla="*/ 217 w 977"/>
              <a:gd name="T75" fmla="*/ 1303 h 1411"/>
              <a:gd name="T76" fmla="*/ 163 w 977"/>
              <a:gd name="T77" fmla="*/ 1357 h 1411"/>
              <a:gd name="T78" fmla="*/ 163 w 977"/>
              <a:gd name="T79" fmla="*/ 1411 h 1411"/>
              <a:gd name="T80" fmla="*/ 814 w 977"/>
              <a:gd name="T81" fmla="*/ 1411 h 1411"/>
              <a:gd name="T82" fmla="*/ 814 w 977"/>
              <a:gd name="T83" fmla="*/ 1357 h 1411"/>
              <a:gd name="T84" fmla="*/ 760 w 977"/>
              <a:gd name="T85" fmla="*/ 1303 h 1411"/>
              <a:gd name="T86" fmla="*/ 597 w 977"/>
              <a:gd name="T87" fmla="*/ 1303 h 1411"/>
              <a:gd name="T88" fmla="*/ 597 w 977"/>
              <a:gd name="T89" fmla="*/ 1180 h 1411"/>
              <a:gd name="T90" fmla="*/ 977 w 977"/>
              <a:gd name="T91" fmla="*/ 706 h 1411"/>
              <a:gd name="T92" fmla="*/ 977 w 977"/>
              <a:gd name="T93" fmla="*/ 651 h 1411"/>
              <a:gd name="T94" fmla="*/ 923 w 977"/>
              <a:gd name="T95" fmla="*/ 597 h 1411"/>
              <a:gd name="T96" fmla="*/ 869 w 977"/>
              <a:gd name="T97" fmla="*/ 651 h 1411"/>
              <a:gd name="T98" fmla="*/ 869 w 977"/>
              <a:gd name="T99" fmla="*/ 706 h 1411"/>
              <a:gd name="T100" fmla="*/ 489 w 977"/>
              <a:gd name="T101" fmla="*/ 1086 h 1411"/>
              <a:gd name="T102" fmla="*/ 109 w 977"/>
              <a:gd name="T103" fmla="*/ 706 h 1411"/>
              <a:gd name="T104" fmla="*/ 109 w 977"/>
              <a:gd name="T105" fmla="*/ 651 h 1411"/>
              <a:gd name="T106" fmla="*/ 55 w 977"/>
              <a:gd name="T107" fmla="*/ 597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77" h="1411">
                <a:moveTo>
                  <a:pt x="489" y="0"/>
                </a:moveTo>
                <a:cubicBezTo>
                  <a:pt x="339" y="0"/>
                  <a:pt x="217" y="122"/>
                  <a:pt x="217" y="271"/>
                </a:cubicBezTo>
                <a:lnTo>
                  <a:pt x="217" y="706"/>
                </a:lnTo>
                <a:cubicBezTo>
                  <a:pt x="217" y="856"/>
                  <a:pt x="339" y="977"/>
                  <a:pt x="489" y="977"/>
                </a:cubicBezTo>
                <a:cubicBezTo>
                  <a:pt x="639" y="977"/>
                  <a:pt x="760" y="856"/>
                  <a:pt x="760" y="706"/>
                </a:cubicBezTo>
                <a:lnTo>
                  <a:pt x="760" y="543"/>
                </a:lnTo>
                <a:lnTo>
                  <a:pt x="760" y="271"/>
                </a:lnTo>
                <a:cubicBezTo>
                  <a:pt x="760" y="122"/>
                  <a:pt x="639" y="0"/>
                  <a:pt x="489" y="0"/>
                </a:cubicBezTo>
                <a:close/>
                <a:moveTo>
                  <a:pt x="489" y="109"/>
                </a:moveTo>
                <a:cubicBezTo>
                  <a:pt x="559" y="109"/>
                  <a:pt x="619" y="154"/>
                  <a:pt x="641" y="217"/>
                </a:cubicBezTo>
                <a:lnTo>
                  <a:pt x="597" y="217"/>
                </a:lnTo>
                <a:cubicBezTo>
                  <a:pt x="567" y="217"/>
                  <a:pt x="543" y="241"/>
                  <a:pt x="543" y="271"/>
                </a:cubicBezTo>
                <a:cubicBezTo>
                  <a:pt x="543" y="324"/>
                  <a:pt x="597" y="326"/>
                  <a:pt x="597" y="326"/>
                </a:cubicBezTo>
                <a:lnTo>
                  <a:pt x="652" y="326"/>
                </a:lnTo>
                <a:lnTo>
                  <a:pt x="652" y="380"/>
                </a:lnTo>
                <a:lnTo>
                  <a:pt x="597" y="380"/>
                </a:lnTo>
                <a:cubicBezTo>
                  <a:pt x="567" y="380"/>
                  <a:pt x="543" y="404"/>
                  <a:pt x="543" y="434"/>
                </a:cubicBezTo>
                <a:cubicBezTo>
                  <a:pt x="543" y="487"/>
                  <a:pt x="597" y="489"/>
                  <a:pt x="597" y="489"/>
                </a:cubicBezTo>
                <a:lnTo>
                  <a:pt x="652" y="489"/>
                </a:lnTo>
                <a:lnTo>
                  <a:pt x="652" y="543"/>
                </a:lnTo>
                <a:lnTo>
                  <a:pt x="326" y="543"/>
                </a:lnTo>
                <a:lnTo>
                  <a:pt x="326" y="489"/>
                </a:lnTo>
                <a:lnTo>
                  <a:pt x="380" y="489"/>
                </a:lnTo>
                <a:cubicBezTo>
                  <a:pt x="380" y="489"/>
                  <a:pt x="435" y="487"/>
                  <a:pt x="435" y="434"/>
                </a:cubicBezTo>
                <a:cubicBezTo>
                  <a:pt x="435" y="404"/>
                  <a:pt x="410" y="380"/>
                  <a:pt x="380" y="380"/>
                </a:cubicBezTo>
                <a:lnTo>
                  <a:pt x="326" y="380"/>
                </a:lnTo>
                <a:lnTo>
                  <a:pt x="326" y="326"/>
                </a:lnTo>
                <a:lnTo>
                  <a:pt x="380" y="326"/>
                </a:lnTo>
                <a:cubicBezTo>
                  <a:pt x="380" y="326"/>
                  <a:pt x="435" y="324"/>
                  <a:pt x="435" y="271"/>
                </a:cubicBezTo>
                <a:cubicBezTo>
                  <a:pt x="435" y="241"/>
                  <a:pt x="410" y="217"/>
                  <a:pt x="380" y="217"/>
                </a:cubicBezTo>
                <a:lnTo>
                  <a:pt x="336" y="217"/>
                </a:lnTo>
                <a:cubicBezTo>
                  <a:pt x="359" y="154"/>
                  <a:pt x="418" y="109"/>
                  <a:pt x="489" y="109"/>
                </a:cubicBezTo>
                <a:close/>
                <a:moveTo>
                  <a:pt x="55" y="597"/>
                </a:moveTo>
                <a:cubicBezTo>
                  <a:pt x="6" y="597"/>
                  <a:pt x="0" y="651"/>
                  <a:pt x="0" y="651"/>
                </a:cubicBezTo>
                <a:lnTo>
                  <a:pt x="0" y="706"/>
                </a:lnTo>
                <a:cubicBezTo>
                  <a:pt x="0" y="938"/>
                  <a:pt x="163" y="1131"/>
                  <a:pt x="380" y="1180"/>
                </a:cubicBezTo>
                <a:lnTo>
                  <a:pt x="380" y="1303"/>
                </a:lnTo>
                <a:lnTo>
                  <a:pt x="217" y="1303"/>
                </a:lnTo>
                <a:cubicBezTo>
                  <a:pt x="165" y="1303"/>
                  <a:pt x="163" y="1357"/>
                  <a:pt x="163" y="1357"/>
                </a:cubicBezTo>
                <a:lnTo>
                  <a:pt x="163" y="1411"/>
                </a:lnTo>
                <a:lnTo>
                  <a:pt x="814" y="1411"/>
                </a:lnTo>
                <a:lnTo>
                  <a:pt x="814" y="1357"/>
                </a:lnTo>
                <a:cubicBezTo>
                  <a:pt x="814" y="1327"/>
                  <a:pt x="790" y="1303"/>
                  <a:pt x="760" y="1303"/>
                </a:cubicBezTo>
                <a:lnTo>
                  <a:pt x="597" y="1303"/>
                </a:lnTo>
                <a:lnTo>
                  <a:pt x="597" y="1180"/>
                </a:lnTo>
                <a:cubicBezTo>
                  <a:pt x="814" y="1131"/>
                  <a:pt x="977" y="937"/>
                  <a:pt x="977" y="706"/>
                </a:cubicBezTo>
                <a:lnTo>
                  <a:pt x="977" y="651"/>
                </a:lnTo>
                <a:cubicBezTo>
                  <a:pt x="977" y="651"/>
                  <a:pt x="972" y="597"/>
                  <a:pt x="923" y="597"/>
                </a:cubicBezTo>
                <a:cubicBezTo>
                  <a:pt x="874" y="597"/>
                  <a:pt x="869" y="651"/>
                  <a:pt x="869" y="651"/>
                </a:cubicBezTo>
                <a:lnTo>
                  <a:pt x="869" y="706"/>
                </a:lnTo>
                <a:cubicBezTo>
                  <a:pt x="869" y="915"/>
                  <a:pt x="698" y="1086"/>
                  <a:pt x="489" y="1086"/>
                </a:cubicBezTo>
                <a:cubicBezTo>
                  <a:pt x="279" y="1086"/>
                  <a:pt x="109" y="915"/>
                  <a:pt x="109" y="706"/>
                </a:cubicBezTo>
                <a:lnTo>
                  <a:pt x="109" y="651"/>
                </a:lnTo>
                <a:cubicBezTo>
                  <a:pt x="109" y="651"/>
                  <a:pt x="103" y="597"/>
                  <a:pt x="55" y="59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0" name="타원 429">
            <a:extLst>
              <a:ext uri="{FF2B5EF4-FFF2-40B4-BE49-F238E27FC236}">
                <a16:creationId xmlns:a16="http://schemas.microsoft.com/office/drawing/2014/main" id="{223D1891-AC93-4E32-365C-2621B5488C3C}"/>
              </a:ext>
            </a:extLst>
          </p:cNvPr>
          <p:cNvSpPr>
            <a:spLocks noChangeAspect="1"/>
          </p:cNvSpPr>
          <p:nvPr/>
        </p:nvSpPr>
        <p:spPr>
          <a:xfrm>
            <a:off x="310536" y="3379351"/>
            <a:ext cx="252000" cy="25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A8B35BD6-B3F5-0121-20E9-9825533F365D}"/>
              </a:ext>
            </a:extLst>
          </p:cNvPr>
          <p:cNvSpPr txBox="1"/>
          <p:nvPr/>
        </p:nvSpPr>
        <p:spPr>
          <a:xfrm>
            <a:off x="566027" y="3480302"/>
            <a:ext cx="66190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직책</a:t>
            </a:r>
            <a:r>
              <a:rPr lang="en-US" altLang="ko-KR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직급</a:t>
            </a:r>
            <a:r>
              <a:rPr lang="en-US" altLang="ko-KR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소속</a:t>
            </a: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DFEF64DF-77C8-41F4-2D5A-88C3FBCB2E58}"/>
              </a:ext>
            </a:extLst>
          </p:cNvPr>
          <p:cNvSpPr txBox="1"/>
          <p:nvPr/>
        </p:nvSpPr>
        <p:spPr>
          <a:xfrm>
            <a:off x="554390" y="3350350"/>
            <a:ext cx="3112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이름</a:t>
            </a:r>
          </a:p>
        </p:txBody>
      </p:sp>
      <p:sp>
        <p:nvSpPr>
          <p:cNvPr id="437" name="Microphone 2">
            <a:extLst>
              <a:ext uri="{FF2B5EF4-FFF2-40B4-BE49-F238E27FC236}">
                <a16:creationId xmlns:a16="http://schemas.microsoft.com/office/drawing/2014/main" id="{55729E58-943C-FCC0-19A0-F763BD1C78C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572443" y="3454651"/>
            <a:ext cx="66039" cy="94872"/>
          </a:xfrm>
          <a:custGeom>
            <a:avLst/>
            <a:gdLst>
              <a:gd name="T0" fmla="*/ 489 w 977"/>
              <a:gd name="T1" fmla="*/ 0 h 1411"/>
              <a:gd name="T2" fmla="*/ 217 w 977"/>
              <a:gd name="T3" fmla="*/ 271 h 1411"/>
              <a:gd name="T4" fmla="*/ 217 w 977"/>
              <a:gd name="T5" fmla="*/ 706 h 1411"/>
              <a:gd name="T6" fmla="*/ 489 w 977"/>
              <a:gd name="T7" fmla="*/ 977 h 1411"/>
              <a:gd name="T8" fmla="*/ 760 w 977"/>
              <a:gd name="T9" fmla="*/ 706 h 1411"/>
              <a:gd name="T10" fmla="*/ 760 w 977"/>
              <a:gd name="T11" fmla="*/ 543 h 1411"/>
              <a:gd name="T12" fmla="*/ 760 w 977"/>
              <a:gd name="T13" fmla="*/ 271 h 1411"/>
              <a:gd name="T14" fmla="*/ 489 w 977"/>
              <a:gd name="T15" fmla="*/ 0 h 1411"/>
              <a:gd name="T16" fmla="*/ 489 w 977"/>
              <a:gd name="T17" fmla="*/ 109 h 1411"/>
              <a:gd name="T18" fmla="*/ 641 w 977"/>
              <a:gd name="T19" fmla="*/ 217 h 1411"/>
              <a:gd name="T20" fmla="*/ 597 w 977"/>
              <a:gd name="T21" fmla="*/ 217 h 1411"/>
              <a:gd name="T22" fmla="*/ 543 w 977"/>
              <a:gd name="T23" fmla="*/ 271 h 1411"/>
              <a:gd name="T24" fmla="*/ 597 w 977"/>
              <a:gd name="T25" fmla="*/ 326 h 1411"/>
              <a:gd name="T26" fmla="*/ 652 w 977"/>
              <a:gd name="T27" fmla="*/ 326 h 1411"/>
              <a:gd name="T28" fmla="*/ 652 w 977"/>
              <a:gd name="T29" fmla="*/ 380 h 1411"/>
              <a:gd name="T30" fmla="*/ 597 w 977"/>
              <a:gd name="T31" fmla="*/ 380 h 1411"/>
              <a:gd name="T32" fmla="*/ 543 w 977"/>
              <a:gd name="T33" fmla="*/ 434 h 1411"/>
              <a:gd name="T34" fmla="*/ 597 w 977"/>
              <a:gd name="T35" fmla="*/ 489 h 1411"/>
              <a:gd name="T36" fmla="*/ 652 w 977"/>
              <a:gd name="T37" fmla="*/ 489 h 1411"/>
              <a:gd name="T38" fmla="*/ 652 w 977"/>
              <a:gd name="T39" fmla="*/ 543 h 1411"/>
              <a:gd name="T40" fmla="*/ 326 w 977"/>
              <a:gd name="T41" fmla="*/ 543 h 1411"/>
              <a:gd name="T42" fmla="*/ 326 w 977"/>
              <a:gd name="T43" fmla="*/ 489 h 1411"/>
              <a:gd name="T44" fmla="*/ 380 w 977"/>
              <a:gd name="T45" fmla="*/ 489 h 1411"/>
              <a:gd name="T46" fmla="*/ 435 w 977"/>
              <a:gd name="T47" fmla="*/ 434 h 1411"/>
              <a:gd name="T48" fmla="*/ 380 w 977"/>
              <a:gd name="T49" fmla="*/ 380 h 1411"/>
              <a:gd name="T50" fmla="*/ 326 w 977"/>
              <a:gd name="T51" fmla="*/ 380 h 1411"/>
              <a:gd name="T52" fmla="*/ 326 w 977"/>
              <a:gd name="T53" fmla="*/ 326 h 1411"/>
              <a:gd name="T54" fmla="*/ 380 w 977"/>
              <a:gd name="T55" fmla="*/ 326 h 1411"/>
              <a:gd name="T56" fmla="*/ 435 w 977"/>
              <a:gd name="T57" fmla="*/ 271 h 1411"/>
              <a:gd name="T58" fmla="*/ 380 w 977"/>
              <a:gd name="T59" fmla="*/ 217 h 1411"/>
              <a:gd name="T60" fmla="*/ 336 w 977"/>
              <a:gd name="T61" fmla="*/ 217 h 1411"/>
              <a:gd name="T62" fmla="*/ 489 w 977"/>
              <a:gd name="T63" fmla="*/ 109 h 1411"/>
              <a:gd name="T64" fmla="*/ 55 w 977"/>
              <a:gd name="T65" fmla="*/ 597 h 1411"/>
              <a:gd name="T66" fmla="*/ 0 w 977"/>
              <a:gd name="T67" fmla="*/ 651 h 1411"/>
              <a:gd name="T68" fmla="*/ 0 w 977"/>
              <a:gd name="T69" fmla="*/ 706 h 1411"/>
              <a:gd name="T70" fmla="*/ 380 w 977"/>
              <a:gd name="T71" fmla="*/ 1180 h 1411"/>
              <a:gd name="T72" fmla="*/ 380 w 977"/>
              <a:gd name="T73" fmla="*/ 1303 h 1411"/>
              <a:gd name="T74" fmla="*/ 217 w 977"/>
              <a:gd name="T75" fmla="*/ 1303 h 1411"/>
              <a:gd name="T76" fmla="*/ 163 w 977"/>
              <a:gd name="T77" fmla="*/ 1357 h 1411"/>
              <a:gd name="T78" fmla="*/ 163 w 977"/>
              <a:gd name="T79" fmla="*/ 1411 h 1411"/>
              <a:gd name="T80" fmla="*/ 814 w 977"/>
              <a:gd name="T81" fmla="*/ 1411 h 1411"/>
              <a:gd name="T82" fmla="*/ 814 w 977"/>
              <a:gd name="T83" fmla="*/ 1357 h 1411"/>
              <a:gd name="T84" fmla="*/ 760 w 977"/>
              <a:gd name="T85" fmla="*/ 1303 h 1411"/>
              <a:gd name="T86" fmla="*/ 597 w 977"/>
              <a:gd name="T87" fmla="*/ 1303 h 1411"/>
              <a:gd name="T88" fmla="*/ 597 w 977"/>
              <a:gd name="T89" fmla="*/ 1180 h 1411"/>
              <a:gd name="T90" fmla="*/ 977 w 977"/>
              <a:gd name="T91" fmla="*/ 706 h 1411"/>
              <a:gd name="T92" fmla="*/ 977 w 977"/>
              <a:gd name="T93" fmla="*/ 651 h 1411"/>
              <a:gd name="T94" fmla="*/ 923 w 977"/>
              <a:gd name="T95" fmla="*/ 597 h 1411"/>
              <a:gd name="T96" fmla="*/ 869 w 977"/>
              <a:gd name="T97" fmla="*/ 651 h 1411"/>
              <a:gd name="T98" fmla="*/ 869 w 977"/>
              <a:gd name="T99" fmla="*/ 706 h 1411"/>
              <a:gd name="T100" fmla="*/ 489 w 977"/>
              <a:gd name="T101" fmla="*/ 1086 h 1411"/>
              <a:gd name="T102" fmla="*/ 109 w 977"/>
              <a:gd name="T103" fmla="*/ 706 h 1411"/>
              <a:gd name="T104" fmla="*/ 109 w 977"/>
              <a:gd name="T105" fmla="*/ 651 h 1411"/>
              <a:gd name="T106" fmla="*/ 55 w 977"/>
              <a:gd name="T107" fmla="*/ 597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77" h="1411">
                <a:moveTo>
                  <a:pt x="489" y="0"/>
                </a:moveTo>
                <a:cubicBezTo>
                  <a:pt x="339" y="0"/>
                  <a:pt x="217" y="122"/>
                  <a:pt x="217" y="271"/>
                </a:cubicBezTo>
                <a:lnTo>
                  <a:pt x="217" y="706"/>
                </a:lnTo>
                <a:cubicBezTo>
                  <a:pt x="217" y="856"/>
                  <a:pt x="339" y="977"/>
                  <a:pt x="489" y="977"/>
                </a:cubicBezTo>
                <a:cubicBezTo>
                  <a:pt x="639" y="977"/>
                  <a:pt x="760" y="856"/>
                  <a:pt x="760" y="706"/>
                </a:cubicBezTo>
                <a:lnTo>
                  <a:pt x="760" y="543"/>
                </a:lnTo>
                <a:lnTo>
                  <a:pt x="760" y="271"/>
                </a:lnTo>
                <a:cubicBezTo>
                  <a:pt x="760" y="122"/>
                  <a:pt x="639" y="0"/>
                  <a:pt x="489" y="0"/>
                </a:cubicBezTo>
                <a:close/>
                <a:moveTo>
                  <a:pt x="489" y="109"/>
                </a:moveTo>
                <a:cubicBezTo>
                  <a:pt x="559" y="109"/>
                  <a:pt x="619" y="154"/>
                  <a:pt x="641" y="217"/>
                </a:cubicBezTo>
                <a:lnTo>
                  <a:pt x="597" y="217"/>
                </a:lnTo>
                <a:cubicBezTo>
                  <a:pt x="567" y="217"/>
                  <a:pt x="543" y="241"/>
                  <a:pt x="543" y="271"/>
                </a:cubicBezTo>
                <a:cubicBezTo>
                  <a:pt x="543" y="324"/>
                  <a:pt x="597" y="326"/>
                  <a:pt x="597" y="326"/>
                </a:cubicBezTo>
                <a:lnTo>
                  <a:pt x="652" y="326"/>
                </a:lnTo>
                <a:lnTo>
                  <a:pt x="652" y="380"/>
                </a:lnTo>
                <a:lnTo>
                  <a:pt x="597" y="380"/>
                </a:lnTo>
                <a:cubicBezTo>
                  <a:pt x="567" y="380"/>
                  <a:pt x="543" y="404"/>
                  <a:pt x="543" y="434"/>
                </a:cubicBezTo>
                <a:cubicBezTo>
                  <a:pt x="543" y="487"/>
                  <a:pt x="597" y="489"/>
                  <a:pt x="597" y="489"/>
                </a:cubicBezTo>
                <a:lnTo>
                  <a:pt x="652" y="489"/>
                </a:lnTo>
                <a:lnTo>
                  <a:pt x="652" y="543"/>
                </a:lnTo>
                <a:lnTo>
                  <a:pt x="326" y="543"/>
                </a:lnTo>
                <a:lnTo>
                  <a:pt x="326" y="489"/>
                </a:lnTo>
                <a:lnTo>
                  <a:pt x="380" y="489"/>
                </a:lnTo>
                <a:cubicBezTo>
                  <a:pt x="380" y="489"/>
                  <a:pt x="435" y="487"/>
                  <a:pt x="435" y="434"/>
                </a:cubicBezTo>
                <a:cubicBezTo>
                  <a:pt x="435" y="404"/>
                  <a:pt x="410" y="380"/>
                  <a:pt x="380" y="380"/>
                </a:cubicBezTo>
                <a:lnTo>
                  <a:pt x="326" y="380"/>
                </a:lnTo>
                <a:lnTo>
                  <a:pt x="326" y="326"/>
                </a:lnTo>
                <a:lnTo>
                  <a:pt x="380" y="326"/>
                </a:lnTo>
                <a:cubicBezTo>
                  <a:pt x="380" y="326"/>
                  <a:pt x="435" y="324"/>
                  <a:pt x="435" y="271"/>
                </a:cubicBezTo>
                <a:cubicBezTo>
                  <a:pt x="435" y="241"/>
                  <a:pt x="410" y="217"/>
                  <a:pt x="380" y="217"/>
                </a:cubicBezTo>
                <a:lnTo>
                  <a:pt x="336" y="217"/>
                </a:lnTo>
                <a:cubicBezTo>
                  <a:pt x="359" y="154"/>
                  <a:pt x="418" y="109"/>
                  <a:pt x="489" y="109"/>
                </a:cubicBezTo>
                <a:close/>
                <a:moveTo>
                  <a:pt x="55" y="597"/>
                </a:moveTo>
                <a:cubicBezTo>
                  <a:pt x="6" y="597"/>
                  <a:pt x="0" y="651"/>
                  <a:pt x="0" y="651"/>
                </a:cubicBezTo>
                <a:lnTo>
                  <a:pt x="0" y="706"/>
                </a:lnTo>
                <a:cubicBezTo>
                  <a:pt x="0" y="938"/>
                  <a:pt x="163" y="1131"/>
                  <a:pt x="380" y="1180"/>
                </a:cubicBezTo>
                <a:lnTo>
                  <a:pt x="380" y="1303"/>
                </a:lnTo>
                <a:lnTo>
                  <a:pt x="217" y="1303"/>
                </a:lnTo>
                <a:cubicBezTo>
                  <a:pt x="165" y="1303"/>
                  <a:pt x="163" y="1357"/>
                  <a:pt x="163" y="1357"/>
                </a:cubicBezTo>
                <a:lnTo>
                  <a:pt x="163" y="1411"/>
                </a:lnTo>
                <a:lnTo>
                  <a:pt x="814" y="1411"/>
                </a:lnTo>
                <a:lnTo>
                  <a:pt x="814" y="1357"/>
                </a:lnTo>
                <a:cubicBezTo>
                  <a:pt x="814" y="1327"/>
                  <a:pt x="790" y="1303"/>
                  <a:pt x="760" y="1303"/>
                </a:cubicBezTo>
                <a:lnTo>
                  <a:pt x="597" y="1303"/>
                </a:lnTo>
                <a:lnTo>
                  <a:pt x="597" y="1180"/>
                </a:lnTo>
                <a:cubicBezTo>
                  <a:pt x="814" y="1131"/>
                  <a:pt x="977" y="937"/>
                  <a:pt x="977" y="706"/>
                </a:cubicBezTo>
                <a:lnTo>
                  <a:pt x="977" y="651"/>
                </a:lnTo>
                <a:cubicBezTo>
                  <a:pt x="977" y="651"/>
                  <a:pt x="972" y="597"/>
                  <a:pt x="923" y="597"/>
                </a:cubicBezTo>
                <a:cubicBezTo>
                  <a:pt x="874" y="597"/>
                  <a:pt x="869" y="651"/>
                  <a:pt x="869" y="651"/>
                </a:cubicBezTo>
                <a:lnTo>
                  <a:pt x="869" y="706"/>
                </a:lnTo>
                <a:cubicBezTo>
                  <a:pt x="869" y="915"/>
                  <a:pt x="698" y="1086"/>
                  <a:pt x="489" y="1086"/>
                </a:cubicBezTo>
                <a:cubicBezTo>
                  <a:pt x="279" y="1086"/>
                  <a:pt x="109" y="915"/>
                  <a:pt x="109" y="706"/>
                </a:cubicBezTo>
                <a:lnTo>
                  <a:pt x="109" y="651"/>
                </a:lnTo>
                <a:cubicBezTo>
                  <a:pt x="109" y="651"/>
                  <a:pt x="103" y="597"/>
                  <a:pt x="55" y="59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0" name="타원 439">
            <a:extLst>
              <a:ext uri="{FF2B5EF4-FFF2-40B4-BE49-F238E27FC236}">
                <a16:creationId xmlns:a16="http://schemas.microsoft.com/office/drawing/2014/main" id="{515B42B3-3DCF-8B07-D0D9-7FCDA1EDDCED}"/>
              </a:ext>
            </a:extLst>
          </p:cNvPr>
          <p:cNvSpPr/>
          <p:nvPr/>
        </p:nvSpPr>
        <p:spPr>
          <a:xfrm>
            <a:off x="1534699" y="2087809"/>
            <a:ext cx="126779" cy="1267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1" name="Microphone 2">
            <a:extLst>
              <a:ext uri="{FF2B5EF4-FFF2-40B4-BE49-F238E27FC236}">
                <a16:creationId xmlns:a16="http://schemas.microsoft.com/office/drawing/2014/main" id="{E53AD58C-A0E3-68D6-F937-34ADB686071A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565562" y="2108735"/>
            <a:ext cx="66039" cy="94872"/>
          </a:xfrm>
          <a:custGeom>
            <a:avLst/>
            <a:gdLst>
              <a:gd name="T0" fmla="*/ 489 w 977"/>
              <a:gd name="T1" fmla="*/ 0 h 1411"/>
              <a:gd name="T2" fmla="*/ 217 w 977"/>
              <a:gd name="T3" fmla="*/ 271 h 1411"/>
              <a:gd name="T4" fmla="*/ 217 w 977"/>
              <a:gd name="T5" fmla="*/ 706 h 1411"/>
              <a:gd name="T6" fmla="*/ 489 w 977"/>
              <a:gd name="T7" fmla="*/ 977 h 1411"/>
              <a:gd name="T8" fmla="*/ 760 w 977"/>
              <a:gd name="T9" fmla="*/ 706 h 1411"/>
              <a:gd name="T10" fmla="*/ 760 w 977"/>
              <a:gd name="T11" fmla="*/ 543 h 1411"/>
              <a:gd name="T12" fmla="*/ 760 w 977"/>
              <a:gd name="T13" fmla="*/ 271 h 1411"/>
              <a:gd name="T14" fmla="*/ 489 w 977"/>
              <a:gd name="T15" fmla="*/ 0 h 1411"/>
              <a:gd name="T16" fmla="*/ 489 w 977"/>
              <a:gd name="T17" fmla="*/ 109 h 1411"/>
              <a:gd name="T18" fmla="*/ 641 w 977"/>
              <a:gd name="T19" fmla="*/ 217 h 1411"/>
              <a:gd name="T20" fmla="*/ 597 w 977"/>
              <a:gd name="T21" fmla="*/ 217 h 1411"/>
              <a:gd name="T22" fmla="*/ 543 w 977"/>
              <a:gd name="T23" fmla="*/ 271 h 1411"/>
              <a:gd name="T24" fmla="*/ 597 w 977"/>
              <a:gd name="T25" fmla="*/ 326 h 1411"/>
              <a:gd name="T26" fmla="*/ 652 w 977"/>
              <a:gd name="T27" fmla="*/ 326 h 1411"/>
              <a:gd name="T28" fmla="*/ 652 w 977"/>
              <a:gd name="T29" fmla="*/ 380 h 1411"/>
              <a:gd name="T30" fmla="*/ 597 w 977"/>
              <a:gd name="T31" fmla="*/ 380 h 1411"/>
              <a:gd name="T32" fmla="*/ 543 w 977"/>
              <a:gd name="T33" fmla="*/ 434 h 1411"/>
              <a:gd name="T34" fmla="*/ 597 w 977"/>
              <a:gd name="T35" fmla="*/ 489 h 1411"/>
              <a:gd name="T36" fmla="*/ 652 w 977"/>
              <a:gd name="T37" fmla="*/ 489 h 1411"/>
              <a:gd name="T38" fmla="*/ 652 w 977"/>
              <a:gd name="T39" fmla="*/ 543 h 1411"/>
              <a:gd name="T40" fmla="*/ 326 w 977"/>
              <a:gd name="T41" fmla="*/ 543 h 1411"/>
              <a:gd name="T42" fmla="*/ 326 w 977"/>
              <a:gd name="T43" fmla="*/ 489 h 1411"/>
              <a:gd name="T44" fmla="*/ 380 w 977"/>
              <a:gd name="T45" fmla="*/ 489 h 1411"/>
              <a:gd name="T46" fmla="*/ 435 w 977"/>
              <a:gd name="T47" fmla="*/ 434 h 1411"/>
              <a:gd name="T48" fmla="*/ 380 w 977"/>
              <a:gd name="T49" fmla="*/ 380 h 1411"/>
              <a:gd name="T50" fmla="*/ 326 w 977"/>
              <a:gd name="T51" fmla="*/ 380 h 1411"/>
              <a:gd name="T52" fmla="*/ 326 w 977"/>
              <a:gd name="T53" fmla="*/ 326 h 1411"/>
              <a:gd name="T54" fmla="*/ 380 w 977"/>
              <a:gd name="T55" fmla="*/ 326 h 1411"/>
              <a:gd name="T56" fmla="*/ 435 w 977"/>
              <a:gd name="T57" fmla="*/ 271 h 1411"/>
              <a:gd name="T58" fmla="*/ 380 w 977"/>
              <a:gd name="T59" fmla="*/ 217 h 1411"/>
              <a:gd name="T60" fmla="*/ 336 w 977"/>
              <a:gd name="T61" fmla="*/ 217 h 1411"/>
              <a:gd name="T62" fmla="*/ 489 w 977"/>
              <a:gd name="T63" fmla="*/ 109 h 1411"/>
              <a:gd name="T64" fmla="*/ 55 w 977"/>
              <a:gd name="T65" fmla="*/ 597 h 1411"/>
              <a:gd name="T66" fmla="*/ 0 w 977"/>
              <a:gd name="T67" fmla="*/ 651 h 1411"/>
              <a:gd name="T68" fmla="*/ 0 w 977"/>
              <a:gd name="T69" fmla="*/ 706 h 1411"/>
              <a:gd name="T70" fmla="*/ 380 w 977"/>
              <a:gd name="T71" fmla="*/ 1180 h 1411"/>
              <a:gd name="T72" fmla="*/ 380 w 977"/>
              <a:gd name="T73" fmla="*/ 1303 h 1411"/>
              <a:gd name="T74" fmla="*/ 217 w 977"/>
              <a:gd name="T75" fmla="*/ 1303 h 1411"/>
              <a:gd name="T76" fmla="*/ 163 w 977"/>
              <a:gd name="T77" fmla="*/ 1357 h 1411"/>
              <a:gd name="T78" fmla="*/ 163 w 977"/>
              <a:gd name="T79" fmla="*/ 1411 h 1411"/>
              <a:gd name="T80" fmla="*/ 814 w 977"/>
              <a:gd name="T81" fmla="*/ 1411 h 1411"/>
              <a:gd name="T82" fmla="*/ 814 w 977"/>
              <a:gd name="T83" fmla="*/ 1357 h 1411"/>
              <a:gd name="T84" fmla="*/ 760 w 977"/>
              <a:gd name="T85" fmla="*/ 1303 h 1411"/>
              <a:gd name="T86" fmla="*/ 597 w 977"/>
              <a:gd name="T87" fmla="*/ 1303 h 1411"/>
              <a:gd name="T88" fmla="*/ 597 w 977"/>
              <a:gd name="T89" fmla="*/ 1180 h 1411"/>
              <a:gd name="T90" fmla="*/ 977 w 977"/>
              <a:gd name="T91" fmla="*/ 706 h 1411"/>
              <a:gd name="T92" fmla="*/ 977 w 977"/>
              <a:gd name="T93" fmla="*/ 651 h 1411"/>
              <a:gd name="T94" fmla="*/ 923 w 977"/>
              <a:gd name="T95" fmla="*/ 597 h 1411"/>
              <a:gd name="T96" fmla="*/ 869 w 977"/>
              <a:gd name="T97" fmla="*/ 651 h 1411"/>
              <a:gd name="T98" fmla="*/ 869 w 977"/>
              <a:gd name="T99" fmla="*/ 706 h 1411"/>
              <a:gd name="T100" fmla="*/ 489 w 977"/>
              <a:gd name="T101" fmla="*/ 1086 h 1411"/>
              <a:gd name="T102" fmla="*/ 109 w 977"/>
              <a:gd name="T103" fmla="*/ 706 h 1411"/>
              <a:gd name="T104" fmla="*/ 109 w 977"/>
              <a:gd name="T105" fmla="*/ 651 h 1411"/>
              <a:gd name="T106" fmla="*/ 55 w 977"/>
              <a:gd name="T107" fmla="*/ 597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77" h="1411">
                <a:moveTo>
                  <a:pt x="489" y="0"/>
                </a:moveTo>
                <a:cubicBezTo>
                  <a:pt x="339" y="0"/>
                  <a:pt x="217" y="122"/>
                  <a:pt x="217" y="271"/>
                </a:cubicBezTo>
                <a:lnTo>
                  <a:pt x="217" y="706"/>
                </a:lnTo>
                <a:cubicBezTo>
                  <a:pt x="217" y="856"/>
                  <a:pt x="339" y="977"/>
                  <a:pt x="489" y="977"/>
                </a:cubicBezTo>
                <a:cubicBezTo>
                  <a:pt x="639" y="977"/>
                  <a:pt x="760" y="856"/>
                  <a:pt x="760" y="706"/>
                </a:cubicBezTo>
                <a:lnTo>
                  <a:pt x="760" y="543"/>
                </a:lnTo>
                <a:lnTo>
                  <a:pt x="760" y="271"/>
                </a:lnTo>
                <a:cubicBezTo>
                  <a:pt x="760" y="122"/>
                  <a:pt x="639" y="0"/>
                  <a:pt x="489" y="0"/>
                </a:cubicBezTo>
                <a:close/>
                <a:moveTo>
                  <a:pt x="489" y="109"/>
                </a:moveTo>
                <a:cubicBezTo>
                  <a:pt x="559" y="109"/>
                  <a:pt x="619" y="154"/>
                  <a:pt x="641" y="217"/>
                </a:cubicBezTo>
                <a:lnTo>
                  <a:pt x="597" y="217"/>
                </a:lnTo>
                <a:cubicBezTo>
                  <a:pt x="567" y="217"/>
                  <a:pt x="543" y="241"/>
                  <a:pt x="543" y="271"/>
                </a:cubicBezTo>
                <a:cubicBezTo>
                  <a:pt x="543" y="324"/>
                  <a:pt x="597" y="326"/>
                  <a:pt x="597" y="326"/>
                </a:cubicBezTo>
                <a:lnTo>
                  <a:pt x="652" y="326"/>
                </a:lnTo>
                <a:lnTo>
                  <a:pt x="652" y="380"/>
                </a:lnTo>
                <a:lnTo>
                  <a:pt x="597" y="380"/>
                </a:lnTo>
                <a:cubicBezTo>
                  <a:pt x="567" y="380"/>
                  <a:pt x="543" y="404"/>
                  <a:pt x="543" y="434"/>
                </a:cubicBezTo>
                <a:cubicBezTo>
                  <a:pt x="543" y="487"/>
                  <a:pt x="597" y="489"/>
                  <a:pt x="597" y="489"/>
                </a:cubicBezTo>
                <a:lnTo>
                  <a:pt x="652" y="489"/>
                </a:lnTo>
                <a:lnTo>
                  <a:pt x="652" y="543"/>
                </a:lnTo>
                <a:lnTo>
                  <a:pt x="326" y="543"/>
                </a:lnTo>
                <a:lnTo>
                  <a:pt x="326" y="489"/>
                </a:lnTo>
                <a:lnTo>
                  <a:pt x="380" y="489"/>
                </a:lnTo>
                <a:cubicBezTo>
                  <a:pt x="380" y="489"/>
                  <a:pt x="435" y="487"/>
                  <a:pt x="435" y="434"/>
                </a:cubicBezTo>
                <a:cubicBezTo>
                  <a:pt x="435" y="404"/>
                  <a:pt x="410" y="380"/>
                  <a:pt x="380" y="380"/>
                </a:cubicBezTo>
                <a:lnTo>
                  <a:pt x="326" y="380"/>
                </a:lnTo>
                <a:lnTo>
                  <a:pt x="326" y="326"/>
                </a:lnTo>
                <a:lnTo>
                  <a:pt x="380" y="326"/>
                </a:lnTo>
                <a:cubicBezTo>
                  <a:pt x="380" y="326"/>
                  <a:pt x="435" y="324"/>
                  <a:pt x="435" y="271"/>
                </a:cubicBezTo>
                <a:cubicBezTo>
                  <a:pt x="435" y="241"/>
                  <a:pt x="410" y="217"/>
                  <a:pt x="380" y="217"/>
                </a:cubicBezTo>
                <a:lnTo>
                  <a:pt x="336" y="217"/>
                </a:lnTo>
                <a:cubicBezTo>
                  <a:pt x="359" y="154"/>
                  <a:pt x="418" y="109"/>
                  <a:pt x="489" y="109"/>
                </a:cubicBezTo>
                <a:close/>
                <a:moveTo>
                  <a:pt x="55" y="597"/>
                </a:moveTo>
                <a:cubicBezTo>
                  <a:pt x="6" y="597"/>
                  <a:pt x="0" y="651"/>
                  <a:pt x="0" y="651"/>
                </a:cubicBezTo>
                <a:lnTo>
                  <a:pt x="0" y="706"/>
                </a:lnTo>
                <a:cubicBezTo>
                  <a:pt x="0" y="938"/>
                  <a:pt x="163" y="1131"/>
                  <a:pt x="380" y="1180"/>
                </a:cubicBezTo>
                <a:lnTo>
                  <a:pt x="380" y="1303"/>
                </a:lnTo>
                <a:lnTo>
                  <a:pt x="217" y="1303"/>
                </a:lnTo>
                <a:cubicBezTo>
                  <a:pt x="165" y="1303"/>
                  <a:pt x="163" y="1357"/>
                  <a:pt x="163" y="1357"/>
                </a:cubicBezTo>
                <a:lnTo>
                  <a:pt x="163" y="1411"/>
                </a:lnTo>
                <a:lnTo>
                  <a:pt x="814" y="1411"/>
                </a:lnTo>
                <a:lnTo>
                  <a:pt x="814" y="1357"/>
                </a:lnTo>
                <a:cubicBezTo>
                  <a:pt x="814" y="1327"/>
                  <a:pt x="790" y="1303"/>
                  <a:pt x="760" y="1303"/>
                </a:cubicBezTo>
                <a:lnTo>
                  <a:pt x="597" y="1303"/>
                </a:lnTo>
                <a:lnTo>
                  <a:pt x="597" y="1180"/>
                </a:lnTo>
                <a:cubicBezTo>
                  <a:pt x="814" y="1131"/>
                  <a:pt x="977" y="937"/>
                  <a:pt x="977" y="706"/>
                </a:cubicBezTo>
                <a:lnTo>
                  <a:pt x="977" y="651"/>
                </a:lnTo>
                <a:cubicBezTo>
                  <a:pt x="977" y="651"/>
                  <a:pt x="972" y="597"/>
                  <a:pt x="923" y="597"/>
                </a:cubicBezTo>
                <a:cubicBezTo>
                  <a:pt x="874" y="597"/>
                  <a:pt x="869" y="651"/>
                  <a:pt x="869" y="651"/>
                </a:cubicBezTo>
                <a:lnTo>
                  <a:pt x="869" y="706"/>
                </a:lnTo>
                <a:cubicBezTo>
                  <a:pt x="869" y="915"/>
                  <a:pt x="698" y="1086"/>
                  <a:pt x="489" y="1086"/>
                </a:cubicBezTo>
                <a:cubicBezTo>
                  <a:pt x="279" y="1086"/>
                  <a:pt x="109" y="915"/>
                  <a:pt x="109" y="706"/>
                </a:cubicBezTo>
                <a:lnTo>
                  <a:pt x="109" y="651"/>
                </a:lnTo>
                <a:cubicBezTo>
                  <a:pt x="109" y="651"/>
                  <a:pt x="103" y="597"/>
                  <a:pt x="55" y="59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A75F6A7C-D3DF-EBDF-A936-0E8482707981}"/>
              </a:ext>
            </a:extLst>
          </p:cNvPr>
          <p:cNvGrpSpPr/>
          <p:nvPr/>
        </p:nvGrpSpPr>
        <p:grpSpPr>
          <a:xfrm>
            <a:off x="1542072" y="3028109"/>
            <a:ext cx="126779" cy="126779"/>
            <a:chOff x="1940760" y="2777154"/>
            <a:chExt cx="126779" cy="126779"/>
          </a:xfrm>
        </p:grpSpPr>
        <p:sp>
          <p:nvSpPr>
            <p:cNvPr id="443" name="타원 442">
              <a:extLst>
                <a:ext uri="{FF2B5EF4-FFF2-40B4-BE49-F238E27FC236}">
                  <a16:creationId xmlns:a16="http://schemas.microsoft.com/office/drawing/2014/main" id="{47F5301B-AFEF-36DD-2F5A-DA77C9D354B7}"/>
                </a:ext>
              </a:extLst>
            </p:cNvPr>
            <p:cNvSpPr/>
            <p:nvPr/>
          </p:nvSpPr>
          <p:spPr>
            <a:xfrm>
              <a:off x="1940760" y="2777154"/>
              <a:ext cx="126779" cy="12677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" name="Microphone 2">
              <a:extLst>
                <a:ext uri="{FF2B5EF4-FFF2-40B4-BE49-F238E27FC236}">
                  <a16:creationId xmlns:a16="http://schemas.microsoft.com/office/drawing/2014/main" id="{12B58BC7-249B-111C-95C4-B82E82E2DC3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971623" y="2798080"/>
              <a:ext cx="66039" cy="94872"/>
            </a:xfrm>
            <a:custGeom>
              <a:avLst/>
              <a:gdLst>
                <a:gd name="T0" fmla="*/ 489 w 977"/>
                <a:gd name="T1" fmla="*/ 0 h 1411"/>
                <a:gd name="T2" fmla="*/ 217 w 977"/>
                <a:gd name="T3" fmla="*/ 271 h 1411"/>
                <a:gd name="T4" fmla="*/ 217 w 977"/>
                <a:gd name="T5" fmla="*/ 706 h 1411"/>
                <a:gd name="T6" fmla="*/ 489 w 977"/>
                <a:gd name="T7" fmla="*/ 977 h 1411"/>
                <a:gd name="T8" fmla="*/ 760 w 977"/>
                <a:gd name="T9" fmla="*/ 706 h 1411"/>
                <a:gd name="T10" fmla="*/ 760 w 977"/>
                <a:gd name="T11" fmla="*/ 543 h 1411"/>
                <a:gd name="T12" fmla="*/ 760 w 977"/>
                <a:gd name="T13" fmla="*/ 271 h 1411"/>
                <a:gd name="T14" fmla="*/ 489 w 977"/>
                <a:gd name="T15" fmla="*/ 0 h 1411"/>
                <a:gd name="T16" fmla="*/ 489 w 977"/>
                <a:gd name="T17" fmla="*/ 109 h 1411"/>
                <a:gd name="T18" fmla="*/ 641 w 977"/>
                <a:gd name="T19" fmla="*/ 217 h 1411"/>
                <a:gd name="T20" fmla="*/ 597 w 977"/>
                <a:gd name="T21" fmla="*/ 217 h 1411"/>
                <a:gd name="T22" fmla="*/ 543 w 977"/>
                <a:gd name="T23" fmla="*/ 271 h 1411"/>
                <a:gd name="T24" fmla="*/ 597 w 977"/>
                <a:gd name="T25" fmla="*/ 326 h 1411"/>
                <a:gd name="T26" fmla="*/ 652 w 977"/>
                <a:gd name="T27" fmla="*/ 326 h 1411"/>
                <a:gd name="T28" fmla="*/ 652 w 977"/>
                <a:gd name="T29" fmla="*/ 380 h 1411"/>
                <a:gd name="T30" fmla="*/ 597 w 977"/>
                <a:gd name="T31" fmla="*/ 380 h 1411"/>
                <a:gd name="T32" fmla="*/ 543 w 977"/>
                <a:gd name="T33" fmla="*/ 434 h 1411"/>
                <a:gd name="T34" fmla="*/ 597 w 977"/>
                <a:gd name="T35" fmla="*/ 489 h 1411"/>
                <a:gd name="T36" fmla="*/ 652 w 977"/>
                <a:gd name="T37" fmla="*/ 489 h 1411"/>
                <a:gd name="T38" fmla="*/ 652 w 977"/>
                <a:gd name="T39" fmla="*/ 543 h 1411"/>
                <a:gd name="T40" fmla="*/ 326 w 977"/>
                <a:gd name="T41" fmla="*/ 543 h 1411"/>
                <a:gd name="T42" fmla="*/ 326 w 977"/>
                <a:gd name="T43" fmla="*/ 489 h 1411"/>
                <a:gd name="T44" fmla="*/ 380 w 977"/>
                <a:gd name="T45" fmla="*/ 489 h 1411"/>
                <a:gd name="T46" fmla="*/ 435 w 977"/>
                <a:gd name="T47" fmla="*/ 434 h 1411"/>
                <a:gd name="T48" fmla="*/ 380 w 977"/>
                <a:gd name="T49" fmla="*/ 380 h 1411"/>
                <a:gd name="T50" fmla="*/ 326 w 977"/>
                <a:gd name="T51" fmla="*/ 380 h 1411"/>
                <a:gd name="T52" fmla="*/ 326 w 977"/>
                <a:gd name="T53" fmla="*/ 326 h 1411"/>
                <a:gd name="T54" fmla="*/ 380 w 977"/>
                <a:gd name="T55" fmla="*/ 326 h 1411"/>
                <a:gd name="T56" fmla="*/ 435 w 977"/>
                <a:gd name="T57" fmla="*/ 271 h 1411"/>
                <a:gd name="T58" fmla="*/ 380 w 977"/>
                <a:gd name="T59" fmla="*/ 217 h 1411"/>
                <a:gd name="T60" fmla="*/ 336 w 977"/>
                <a:gd name="T61" fmla="*/ 217 h 1411"/>
                <a:gd name="T62" fmla="*/ 489 w 977"/>
                <a:gd name="T63" fmla="*/ 109 h 1411"/>
                <a:gd name="T64" fmla="*/ 55 w 977"/>
                <a:gd name="T65" fmla="*/ 597 h 1411"/>
                <a:gd name="T66" fmla="*/ 0 w 977"/>
                <a:gd name="T67" fmla="*/ 651 h 1411"/>
                <a:gd name="T68" fmla="*/ 0 w 977"/>
                <a:gd name="T69" fmla="*/ 706 h 1411"/>
                <a:gd name="T70" fmla="*/ 380 w 977"/>
                <a:gd name="T71" fmla="*/ 1180 h 1411"/>
                <a:gd name="T72" fmla="*/ 380 w 977"/>
                <a:gd name="T73" fmla="*/ 1303 h 1411"/>
                <a:gd name="T74" fmla="*/ 217 w 977"/>
                <a:gd name="T75" fmla="*/ 1303 h 1411"/>
                <a:gd name="T76" fmla="*/ 163 w 977"/>
                <a:gd name="T77" fmla="*/ 1357 h 1411"/>
                <a:gd name="T78" fmla="*/ 163 w 977"/>
                <a:gd name="T79" fmla="*/ 1411 h 1411"/>
                <a:gd name="T80" fmla="*/ 814 w 977"/>
                <a:gd name="T81" fmla="*/ 1411 h 1411"/>
                <a:gd name="T82" fmla="*/ 814 w 977"/>
                <a:gd name="T83" fmla="*/ 1357 h 1411"/>
                <a:gd name="T84" fmla="*/ 760 w 977"/>
                <a:gd name="T85" fmla="*/ 1303 h 1411"/>
                <a:gd name="T86" fmla="*/ 597 w 977"/>
                <a:gd name="T87" fmla="*/ 1303 h 1411"/>
                <a:gd name="T88" fmla="*/ 597 w 977"/>
                <a:gd name="T89" fmla="*/ 1180 h 1411"/>
                <a:gd name="T90" fmla="*/ 977 w 977"/>
                <a:gd name="T91" fmla="*/ 706 h 1411"/>
                <a:gd name="T92" fmla="*/ 977 w 977"/>
                <a:gd name="T93" fmla="*/ 651 h 1411"/>
                <a:gd name="T94" fmla="*/ 923 w 977"/>
                <a:gd name="T95" fmla="*/ 597 h 1411"/>
                <a:gd name="T96" fmla="*/ 869 w 977"/>
                <a:gd name="T97" fmla="*/ 651 h 1411"/>
                <a:gd name="T98" fmla="*/ 869 w 977"/>
                <a:gd name="T99" fmla="*/ 706 h 1411"/>
                <a:gd name="T100" fmla="*/ 489 w 977"/>
                <a:gd name="T101" fmla="*/ 1086 h 1411"/>
                <a:gd name="T102" fmla="*/ 109 w 977"/>
                <a:gd name="T103" fmla="*/ 706 h 1411"/>
                <a:gd name="T104" fmla="*/ 109 w 977"/>
                <a:gd name="T105" fmla="*/ 651 h 1411"/>
                <a:gd name="T106" fmla="*/ 55 w 977"/>
                <a:gd name="T107" fmla="*/ 597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77" h="1411">
                  <a:moveTo>
                    <a:pt x="489" y="0"/>
                  </a:moveTo>
                  <a:cubicBezTo>
                    <a:pt x="339" y="0"/>
                    <a:pt x="217" y="122"/>
                    <a:pt x="217" y="271"/>
                  </a:cubicBezTo>
                  <a:lnTo>
                    <a:pt x="217" y="706"/>
                  </a:lnTo>
                  <a:cubicBezTo>
                    <a:pt x="217" y="856"/>
                    <a:pt x="339" y="977"/>
                    <a:pt x="489" y="977"/>
                  </a:cubicBezTo>
                  <a:cubicBezTo>
                    <a:pt x="639" y="977"/>
                    <a:pt x="760" y="856"/>
                    <a:pt x="760" y="706"/>
                  </a:cubicBezTo>
                  <a:lnTo>
                    <a:pt x="760" y="543"/>
                  </a:lnTo>
                  <a:lnTo>
                    <a:pt x="760" y="271"/>
                  </a:lnTo>
                  <a:cubicBezTo>
                    <a:pt x="760" y="122"/>
                    <a:pt x="639" y="0"/>
                    <a:pt x="489" y="0"/>
                  </a:cubicBezTo>
                  <a:close/>
                  <a:moveTo>
                    <a:pt x="489" y="109"/>
                  </a:moveTo>
                  <a:cubicBezTo>
                    <a:pt x="559" y="109"/>
                    <a:pt x="619" y="154"/>
                    <a:pt x="641" y="217"/>
                  </a:cubicBezTo>
                  <a:lnTo>
                    <a:pt x="597" y="217"/>
                  </a:lnTo>
                  <a:cubicBezTo>
                    <a:pt x="567" y="217"/>
                    <a:pt x="543" y="241"/>
                    <a:pt x="543" y="271"/>
                  </a:cubicBezTo>
                  <a:cubicBezTo>
                    <a:pt x="543" y="324"/>
                    <a:pt x="597" y="326"/>
                    <a:pt x="597" y="326"/>
                  </a:cubicBezTo>
                  <a:lnTo>
                    <a:pt x="652" y="326"/>
                  </a:lnTo>
                  <a:lnTo>
                    <a:pt x="652" y="380"/>
                  </a:lnTo>
                  <a:lnTo>
                    <a:pt x="597" y="380"/>
                  </a:lnTo>
                  <a:cubicBezTo>
                    <a:pt x="567" y="380"/>
                    <a:pt x="543" y="404"/>
                    <a:pt x="543" y="434"/>
                  </a:cubicBezTo>
                  <a:cubicBezTo>
                    <a:pt x="543" y="487"/>
                    <a:pt x="597" y="489"/>
                    <a:pt x="597" y="489"/>
                  </a:cubicBezTo>
                  <a:lnTo>
                    <a:pt x="652" y="489"/>
                  </a:lnTo>
                  <a:lnTo>
                    <a:pt x="652" y="543"/>
                  </a:lnTo>
                  <a:lnTo>
                    <a:pt x="326" y="543"/>
                  </a:lnTo>
                  <a:lnTo>
                    <a:pt x="326" y="489"/>
                  </a:lnTo>
                  <a:lnTo>
                    <a:pt x="380" y="489"/>
                  </a:lnTo>
                  <a:cubicBezTo>
                    <a:pt x="380" y="489"/>
                    <a:pt x="435" y="487"/>
                    <a:pt x="435" y="434"/>
                  </a:cubicBezTo>
                  <a:cubicBezTo>
                    <a:pt x="435" y="404"/>
                    <a:pt x="410" y="380"/>
                    <a:pt x="380" y="380"/>
                  </a:cubicBezTo>
                  <a:lnTo>
                    <a:pt x="326" y="380"/>
                  </a:lnTo>
                  <a:lnTo>
                    <a:pt x="326" y="326"/>
                  </a:lnTo>
                  <a:lnTo>
                    <a:pt x="380" y="326"/>
                  </a:lnTo>
                  <a:cubicBezTo>
                    <a:pt x="380" y="326"/>
                    <a:pt x="435" y="324"/>
                    <a:pt x="435" y="271"/>
                  </a:cubicBezTo>
                  <a:cubicBezTo>
                    <a:pt x="435" y="241"/>
                    <a:pt x="410" y="217"/>
                    <a:pt x="380" y="217"/>
                  </a:cubicBezTo>
                  <a:lnTo>
                    <a:pt x="336" y="217"/>
                  </a:lnTo>
                  <a:cubicBezTo>
                    <a:pt x="359" y="154"/>
                    <a:pt x="418" y="109"/>
                    <a:pt x="489" y="109"/>
                  </a:cubicBezTo>
                  <a:close/>
                  <a:moveTo>
                    <a:pt x="55" y="597"/>
                  </a:moveTo>
                  <a:cubicBezTo>
                    <a:pt x="6" y="597"/>
                    <a:pt x="0" y="651"/>
                    <a:pt x="0" y="651"/>
                  </a:cubicBezTo>
                  <a:lnTo>
                    <a:pt x="0" y="706"/>
                  </a:lnTo>
                  <a:cubicBezTo>
                    <a:pt x="0" y="938"/>
                    <a:pt x="163" y="1131"/>
                    <a:pt x="380" y="1180"/>
                  </a:cubicBezTo>
                  <a:lnTo>
                    <a:pt x="380" y="1303"/>
                  </a:lnTo>
                  <a:lnTo>
                    <a:pt x="217" y="1303"/>
                  </a:lnTo>
                  <a:cubicBezTo>
                    <a:pt x="165" y="1303"/>
                    <a:pt x="163" y="1357"/>
                    <a:pt x="163" y="1357"/>
                  </a:cubicBezTo>
                  <a:lnTo>
                    <a:pt x="163" y="1411"/>
                  </a:lnTo>
                  <a:lnTo>
                    <a:pt x="814" y="1411"/>
                  </a:lnTo>
                  <a:lnTo>
                    <a:pt x="814" y="1357"/>
                  </a:lnTo>
                  <a:cubicBezTo>
                    <a:pt x="814" y="1327"/>
                    <a:pt x="790" y="1303"/>
                    <a:pt x="760" y="1303"/>
                  </a:cubicBezTo>
                  <a:lnTo>
                    <a:pt x="597" y="1303"/>
                  </a:lnTo>
                  <a:lnTo>
                    <a:pt x="597" y="1180"/>
                  </a:lnTo>
                  <a:cubicBezTo>
                    <a:pt x="814" y="1131"/>
                    <a:pt x="977" y="937"/>
                    <a:pt x="977" y="706"/>
                  </a:cubicBezTo>
                  <a:lnTo>
                    <a:pt x="977" y="651"/>
                  </a:lnTo>
                  <a:cubicBezTo>
                    <a:pt x="977" y="651"/>
                    <a:pt x="972" y="597"/>
                    <a:pt x="923" y="597"/>
                  </a:cubicBezTo>
                  <a:cubicBezTo>
                    <a:pt x="874" y="597"/>
                    <a:pt x="869" y="651"/>
                    <a:pt x="869" y="651"/>
                  </a:cubicBezTo>
                  <a:lnTo>
                    <a:pt x="869" y="706"/>
                  </a:lnTo>
                  <a:cubicBezTo>
                    <a:pt x="869" y="915"/>
                    <a:pt x="698" y="1086"/>
                    <a:pt x="489" y="1086"/>
                  </a:cubicBezTo>
                  <a:cubicBezTo>
                    <a:pt x="279" y="1086"/>
                    <a:pt x="109" y="915"/>
                    <a:pt x="109" y="706"/>
                  </a:cubicBezTo>
                  <a:lnTo>
                    <a:pt x="109" y="651"/>
                  </a:lnTo>
                  <a:cubicBezTo>
                    <a:pt x="109" y="651"/>
                    <a:pt x="103" y="597"/>
                    <a:pt x="55" y="597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45" name="타원 444">
            <a:extLst>
              <a:ext uri="{FF2B5EF4-FFF2-40B4-BE49-F238E27FC236}">
                <a16:creationId xmlns:a16="http://schemas.microsoft.com/office/drawing/2014/main" id="{149ACB5F-1942-1E0E-A0BB-8F30BCD87FC7}"/>
              </a:ext>
            </a:extLst>
          </p:cNvPr>
          <p:cNvSpPr/>
          <p:nvPr/>
        </p:nvSpPr>
        <p:spPr>
          <a:xfrm>
            <a:off x="1548377" y="3432582"/>
            <a:ext cx="126779" cy="1267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6" name="Microphone 2">
            <a:extLst>
              <a:ext uri="{FF2B5EF4-FFF2-40B4-BE49-F238E27FC236}">
                <a16:creationId xmlns:a16="http://schemas.microsoft.com/office/drawing/2014/main" id="{CE4ADFD4-C3B4-BAE3-A8BD-DBA40AAD514A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579240" y="3453508"/>
            <a:ext cx="66039" cy="94872"/>
          </a:xfrm>
          <a:custGeom>
            <a:avLst/>
            <a:gdLst>
              <a:gd name="T0" fmla="*/ 489 w 977"/>
              <a:gd name="T1" fmla="*/ 0 h 1411"/>
              <a:gd name="T2" fmla="*/ 217 w 977"/>
              <a:gd name="T3" fmla="*/ 271 h 1411"/>
              <a:gd name="T4" fmla="*/ 217 w 977"/>
              <a:gd name="T5" fmla="*/ 706 h 1411"/>
              <a:gd name="T6" fmla="*/ 489 w 977"/>
              <a:gd name="T7" fmla="*/ 977 h 1411"/>
              <a:gd name="T8" fmla="*/ 760 w 977"/>
              <a:gd name="T9" fmla="*/ 706 h 1411"/>
              <a:gd name="T10" fmla="*/ 760 w 977"/>
              <a:gd name="T11" fmla="*/ 543 h 1411"/>
              <a:gd name="T12" fmla="*/ 760 w 977"/>
              <a:gd name="T13" fmla="*/ 271 h 1411"/>
              <a:gd name="T14" fmla="*/ 489 w 977"/>
              <a:gd name="T15" fmla="*/ 0 h 1411"/>
              <a:gd name="T16" fmla="*/ 489 w 977"/>
              <a:gd name="T17" fmla="*/ 109 h 1411"/>
              <a:gd name="T18" fmla="*/ 641 w 977"/>
              <a:gd name="T19" fmla="*/ 217 h 1411"/>
              <a:gd name="T20" fmla="*/ 597 w 977"/>
              <a:gd name="T21" fmla="*/ 217 h 1411"/>
              <a:gd name="T22" fmla="*/ 543 w 977"/>
              <a:gd name="T23" fmla="*/ 271 h 1411"/>
              <a:gd name="T24" fmla="*/ 597 w 977"/>
              <a:gd name="T25" fmla="*/ 326 h 1411"/>
              <a:gd name="T26" fmla="*/ 652 w 977"/>
              <a:gd name="T27" fmla="*/ 326 h 1411"/>
              <a:gd name="T28" fmla="*/ 652 w 977"/>
              <a:gd name="T29" fmla="*/ 380 h 1411"/>
              <a:gd name="T30" fmla="*/ 597 w 977"/>
              <a:gd name="T31" fmla="*/ 380 h 1411"/>
              <a:gd name="T32" fmla="*/ 543 w 977"/>
              <a:gd name="T33" fmla="*/ 434 h 1411"/>
              <a:gd name="T34" fmla="*/ 597 w 977"/>
              <a:gd name="T35" fmla="*/ 489 h 1411"/>
              <a:gd name="T36" fmla="*/ 652 w 977"/>
              <a:gd name="T37" fmla="*/ 489 h 1411"/>
              <a:gd name="T38" fmla="*/ 652 w 977"/>
              <a:gd name="T39" fmla="*/ 543 h 1411"/>
              <a:gd name="T40" fmla="*/ 326 w 977"/>
              <a:gd name="T41" fmla="*/ 543 h 1411"/>
              <a:gd name="T42" fmla="*/ 326 w 977"/>
              <a:gd name="T43" fmla="*/ 489 h 1411"/>
              <a:gd name="T44" fmla="*/ 380 w 977"/>
              <a:gd name="T45" fmla="*/ 489 h 1411"/>
              <a:gd name="T46" fmla="*/ 435 w 977"/>
              <a:gd name="T47" fmla="*/ 434 h 1411"/>
              <a:gd name="T48" fmla="*/ 380 w 977"/>
              <a:gd name="T49" fmla="*/ 380 h 1411"/>
              <a:gd name="T50" fmla="*/ 326 w 977"/>
              <a:gd name="T51" fmla="*/ 380 h 1411"/>
              <a:gd name="T52" fmla="*/ 326 w 977"/>
              <a:gd name="T53" fmla="*/ 326 h 1411"/>
              <a:gd name="T54" fmla="*/ 380 w 977"/>
              <a:gd name="T55" fmla="*/ 326 h 1411"/>
              <a:gd name="T56" fmla="*/ 435 w 977"/>
              <a:gd name="T57" fmla="*/ 271 h 1411"/>
              <a:gd name="T58" fmla="*/ 380 w 977"/>
              <a:gd name="T59" fmla="*/ 217 h 1411"/>
              <a:gd name="T60" fmla="*/ 336 w 977"/>
              <a:gd name="T61" fmla="*/ 217 h 1411"/>
              <a:gd name="T62" fmla="*/ 489 w 977"/>
              <a:gd name="T63" fmla="*/ 109 h 1411"/>
              <a:gd name="T64" fmla="*/ 55 w 977"/>
              <a:gd name="T65" fmla="*/ 597 h 1411"/>
              <a:gd name="T66" fmla="*/ 0 w 977"/>
              <a:gd name="T67" fmla="*/ 651 h 1411"/>
              <a:gd name="T68" fmla="*/ 0 w 977"/>
              <a:gd name="T69" fmla="*/ 706 h 1411"/>
              <a:gd name="T70" fmla="*/ 380 w 977"/>
              <a:gd name="T71" fmla="*/ 1180 h 1411"/>
              <a:gd name="T72" fmla="*/ 380 w 977"/>
              <a:gd name="T73" fmla="*/ 1303 h 1411"/>
              <a:gd name="T74" fmla="*/ 217 w 977"/>
              <a:gd name="T75" fmla="*/ 1303 h 1411"/>
              <a:gd name="T76" fmla="*/ 163 w 977"/>
              <a:gd name="T77" fmla="*/ 1357 h 1411"/>
              <a:gd name="T78" fmla="*/ 163 w 977"/>
              <a:gd name="T79" fmla="*/ 1411 h 1411"/>
              <a:gd name="T80" fmla="*/ 814 w 977"/>
              <a:gd name="T81" fmla="*/ 1411 h 1411"/>
              <a:gd name="T82" fmla="*/ 814 w 977"/>
              <a:gd name="T83" fmla="*/ 1357 h 1411"/>
              <a:gd name="T84" fmla="*/ 760 w 977"/>
              <a:gd name="T85" fmla="*/ 1303 h 1411"/>
              <a:gd name="T86" fmla="*/ 597 w 977"/>
              <a:gd name="T87" fmla="*/ 1303 h 1411"/>
              <a:gd name="T88" fmla="*/ 597 w 977"/>
              <a:gd name="T89" fmla="*/ 1180 h 1411"/>
              <a:gd name="T90" fmla="*/ 977 w 977"/>
              <a:gd name="T91" fmla="*/ 706 h 1411"/>
              <a:gd name="T92" fmla="*/ 977 w 977"/>
              <a:gd name="T93" fmla="*/ 651 h 1411"/>
              <a:gd name="T94" fmla="*/ 923 w 977"/>
              <a:gd name="T95" fmla="*/ 597 h 1411"/>
              <a:gd name="T96" fmla="*/ 869 w 977"/>
              <a:gd name="T97" fmla="*/ 651 h 1411"/>
              <a:gd name="T98" fmla="*/ 869 w 977"/>
              <a:gd name="T99" fmla="*/ 706 h 1411"/>
              <a:gd name="T100" fmla="*/ 489 w 977"/>
              <a:gd name="T101" fmla="*/ 1086 h 1411"/>
              <a:gd name="T102" fmla="*/ 109 w 977"/>
              <a:gd name="T103" fmla="*/ 706 h 1411"/>
              <a:gd name="T104" fmla="*/ 109 w 977"/>
              <a:gd name="T105" fmla="*/ 651 h 1411"/>
              <a:gd name="T106" fmla="*/ 55 w 977"/>
              <a:gd name="T107" fmla="*/ 597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77" h="1411">
                <a:moveTo>
                  <a:pt x="489" y="0"/>
                </a:moveTo>
                <a:cubicBezTo>
                  <a:pt x="339" y="0"/>
                  <a:pt x="217" y="122"/>
                  <a:pt x="217" y="271"/>
                </a:cubicBezTo>
                <a:lnTo>
                  <a:pt x="217" y="706"/>
                </a:lnTo>
                <a:cubicBezTo>
                  <a:pt x="217" y="856"/>
                  <a:pt x="339" y="977"/>
                  <a:pt x="489" y="977"/>
                </a:cubicBezTo>
                <a:cubicBezTo>
                  <a:pt x="639" y="977"/>
                  <a:pt x="760" y="856"/>
                  <a:pt x="760" y="706"/>
                </a:cubicBezTo>
                <a:lnTo>
                  <a:pt x="760" y="543"/>
                </a:lnTo>
                <a:lnTo>
                  <a:pt x="760" y="271"/>
                </a:lnTo>
                <a:cubicBezTo>
                  <a:pt x="760" y="122"/>
                  <a:pt x="639" y="0"/>
                  <a:pt x="489" y="0"/>
                </a:cubicBezTo>
                <a:close/>
                <a:moveTo>
                  <a:pt x="489" y="109"/>
                </a:moveTo>
                <a:cubicBezTo>
                  <a:pt x="559" y="109"/>
                  <a:pt x="619" y="154"/>
                  <a:pt x="641" y="217"/>
                </a:cubicBezTo>
                <a:lnTo>
                  <a:pt x="597" y="217"/>
                </a:lnTo>
                <a:cubicBezTo>
                  <a:pt x="567" y="217"/>
                  <a:pt x="543" y="241"/>
                  <a:pt x="543" y="271"/>
                </a:cubicBezTo>
                <a:cubicBezTo>
                  <a:pt x="543" y="324"/>
                  <a:pt x="597" y="326"/>
                  <a:pt x="597" y="326"/>
                </a:cubicBezTo>
                <a:lnTo>
                  <a:pt x="652" y="326"/>
                </a:lnTo>
                <a:lnTo>
                  <a:pt x="652" y="380"/>
                </a:lnTo>
                <a:lnTo>
                  <a:pt x="597" y="380"/>
                </a:lnTo>
                <a:cubicBezTo>
                  <a:pt x="567" y="380"/>
                  <a:pt x="543" y="404"/>
                  <a:pt x="543" y="434"/>
                </a:cubicBezTo>
                <a:cubicBezTo>
                  <a:pt x="543" y="487"/>
                  <a:pt x="597" y="489"/>
                  <a:pt x="597" y="489"/>
                </a:cubicBezTo>
                <a:lnTo>
                  <a:pt x="652" y="489"/>
                </a:lnTo>
                <a:lnTo>
                  <a:pt x="652" y="543"/>
                </a:lnTo>
                <a:lnTo>
                  <a:pt x="326" y="543"/>
                </a:lnTo>
                <a:lnTo>
                  <a:pt x="326" y="489"/>
                </a:lnTo>
                <a:lnTo>
                  <a:pt x="380" y="489"/>
                </a:lnTo>
                <a:cubicBezTo>
                  <a:pt x="380" y="489"/>
                  <a:pt x="435" y="487"/>
                  <a:pt x="435" y="434"/>
                </a:cubicBezTo>
                <a:cubicBezTo>
                  <a:pt x="435" y="404"/>
                  <a:pt x="410" y="380"/>
                  <a:pt x="380" y="380"/>
                </a:cubicBezTo>
                <a:lnTo>
                  <a:pt x="326" y="380"/>
                </a:lnTo>
                <a:lnTo>
                  <a:pt x="326" y="326"/>
                </a:lnTo>
                <a:lnTo>
                  <a:pt x="380" y="326"/>
                </a:lnTo>
                <a:cubicBezTo>
                  <a:pt x="380" y="326"/>
                  <a:pt x="435" y="324"/>
                  <a:pt x="435" y="271"/>
                </a:cubicBezTo>
                <a:cubicBezTo>
                  <a:pt x="435" y="241"/>
                  <a:pt x="410" y="217"/>
                  <a:pt x="380" y="217"/>
                </a:cubicBezTo>
                <a:lnTo>
                  <a:pt x="336" y="217"/>
                </a:lnTo>
                <a:cubicBezTo>
                  <a:pt x="359" y="154"/>
                  <a:pt x="418" y="109"/>
                  <a:pt x="489" y="109"/>
                </a:cubicBezTo>
                <a:close/>
                <a:moveTo>
                  <a:pt x="55" y="597"/>
                </a:moveTo>
                <a:cubicBezTo>
                  <a:pt x="6" y="597"/>
                  <a:pt x="0" y="651"/>
                  <a:pt x="0" y="651"/>
                </a:cubicBezTo>
                <a:lnTo>
                  <a:pt x="0" y="706"/>
                </a:lnTo>
                <a:cubicBezTo>
                  <a:pt x="0" y="938"/>
                  <a:pt x="163" y="1131"/>
                  <a:pt x="380" y="1180"/>
                </a:cubicBezTo>
                <a:lnTo>
                  <a:pt x="380" y="1303"/>
                </a:lnTo>
                <a:lnTo>
                  <a:pt x="217" y="1303"/>
                </a:lnTo>
                <a:cubicBezTo>
                  <a:pt x="165" y="1303"/>
                  <a:pt x="163" y="1357"/>
                  <a:pt x="163" y="1357"/>
                </a:cubicBezTo>
                <a:lnTo>
                  <a:pt x="163" y="1411"/>
                </a:lnTo>
                <a:lnTo>
                  <a:pt x="814" y="1411"/>
                </a:lnTo>
                <a:lnTo>
                  <a:pt x="814" y="1357"/>
                </a:lnTo>
                <a:cubicBezTo>
                  <a:pt x="814" y="1327"/>
                  <a:pt x="790" y="1303"/>
                  <a:pt x="760" y="1303"/>
                </a:cubicBezTo>
                <a:lnTo>
                  <a:pt x="597" y="1303"/>
                </a:lnTo>
                <a:lnTo>
                  <a:pt x="597" y="1180"/>
                </a:lnTo>
                <a:cubicBezTo>
                  <a:pt x="814" y="1131"/>
                  <a:pt x="977" y="937"/>
                  <a:pt x="977" y="706"/>
                </a:cubicBezTo>
                <a:lnTo>
                  <a:pt x="977" y="651"/>
                </a:lnTo>
                <a:cubicBezTo>
                  <a:pt x="977" y="651"/>
                  <a:pt x="972" y="597"/>
                  <a:pt x="923" y="597"/>
                </a:cubicBezTo>
                <a:cubicBezTo>
                  <a:pt x="874" y="597"/>
                  <a:pt x="869" y="651"/>
                  <a:pt x="869" y="651"/>
                </a:cubicBezTo>
                <a:lnTo>
                  <a:pt x="869" y="706"/>
                </a:lnTo>
                <a:cubicBezTo>
                  <a:pt x="869" y="915"/>
                  <a:pt x="698" y="1086"/>
                  <a:pt x="489" y="1086"/>
                </a:cubicBezTo>
                <a:cubicBezTo>
                  <a:pt x="279" y="1086"/>
                  <a:pt x="109" y="915"/>
                  <a:pt x="109" y="706"/>
                </a:cubicBezTo>
                <a:lnTo>
                  <a:pt x="109" y="651"/>
                </a:lnTo>
                <a:cubicBezTo>
                  <a:pt x="109" y="651"/>
                  <a:pt x="103" y="597"/>
                  <a:pt x="55" y="59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9" name="타원 448">
            <a:extLst>
              <a:ext uri="{FF2B5EF4-FFF2-40B4-BE49-F238E27FC236}">
                <a16:creationId xmlns:a16="http://schemas.microsoft.com/office/drawing/2014/main" id="{79E04EB6-4428-8FB8-07D8-6E8042A59235}"/>
              </a:ext>
            </a:extLst>
          </p:cNvPr>
          <p:cNvSpPr>
            <a:spLocks noChangeAspect="1"/>
          </p:cNvSpPr>
          <p:nvPr/>
        </p:nvSpPr>
        <p:spPr>
          <a:xfrm>
            <a:off x="314331" y="3776268"/>
            <a:ext cx="252000" cy="25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4AC77B8D-3DC8-E6F3-1C24-64A86DA83EE1}"/>
              </a:ext>
            </a:extLst>
          </p:cNvPr>
          <p:cNvSpPr txBox="1"/>
          <p:nvPr/>
        </p:nvSpPr>
        <p:spPr>
          <a:xfrm>
            <a:off x="569822" y="3877219"/>
            <a:ext cx="66190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직책</a:t>
            </a:r>
            <a:r>
              <a:rPr lang="en-US" altLang="ko-KR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직급</a:t>
            </a:r>
            <a:r>
              <a:rPr lang="en-US" altLang="ko-KR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소속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5E515BD7-E560-BD70-9432-16516D5321F0}"/>
              </a:ext>
            </a:extLst>
          </p:cNvPr>
          <p:cNvSpPr txBox="1"/>
          <p:nvPr/>
        </p:nvSpPr>
        <p:spPr>
          <a:xfrm>
            <a:off x="558185" y="3747267"/>
            <a:ext cx="3112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이름</a:t>
            </a:r>
          </a:p>
        </p:txBody>
      </p:sp>
      <p:sp>
        <p:nvSpPr>
          <p:cNvPr id="452" name="Microphone 2">
            <a:extLst>
              <a:ext uri="{FF2B5EF4-FFF2-40B4-BE49-F238E27FC236}">
                <a16:creationId xmlns:a16="http://schemas.microsoft.com/office/drawing/2014/main" id="{5CC46351-30EE-9A2D-6C34-BE07E98264C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576238" y="3851568"/>
            <a:ext cx="66039" cy="94872"/>
          </a:xfrm>
          <a:custGeom>
            <a:avLst/>
            <a:gdLst>
              <a:gd name="T0" fmla="*/ 489 w 977"/>
              <a:gd name="T1" fmla="*/ 0 h 1411"/>
              <a:gd name="T2" fmla="*/ 217 w 977"/>
              <a:gd name="T3" fmla="*/ 271 h 1411"/>
              <a:gd name="T4" fmla="*/ 217 w 977"/>
              <a:gd name="T5" fmla="*/ 706 h 1411"/>
              <a:gd name="T6" fmla="*/ 489 w 977"/>
              <a:gd name="T7" fmla="*/ 977 h 1411"/>
              <a:gd name="T8" fmla="*/ 760 w 977"/>
              <a:gd name="T9" fmla="*/ 706 h 1411"/>
              <a:gd name="T10" fmla="*/ 760 w 977"/>
              <a:gd name="T11" fmla="*/ 543 h 1411"/>
              <a:gd name="T12" fmla="*/ 760 w 977"/>
              <a:gd name="T13" fmla="*/ 271 h 1411"/>
              <a:gd name="T14" fmla="*/ 489 w 977"/>
              <a:gd name="T15" fmla="*/ 0 h 1411"/>
              <a:gd name="T16" fmla="*/ 489 w 977"/>
              <a:gd name="T17" fmla="*/ 109 h 1411"/>
              <a:gd name="T18" fmla="*/ 641 w 977"/>
              <a:gd name="T19" fmla="*/ 217 h 1411"/>
              <a:gd name="T20" fmla="*/ 597 w 977"/>
              <a:gd name="T21" fmla="*/ 217 h 1411"/>
              <a:gd name="T22" fmla="*/ 543 w 977"/>
              <a:gd name="T23" fmla="*/ 271 h 1411"/>
              <a:gd name="T24" fmla="*/ 597 w 977"/>
              <a:gd name="T25" fmla="*/ 326 h 1411"/>
              <a:gd name="T26" fmla="*/ 652 w 977"/>
              <a:gd name="T27" fmla="*/ 326 h 1411"/>
              <a:gd name="T28" fmla="*/ 652 w 977"/>
              <a:gd name="T29" fmla="*/ 380 h 1411"/>
              <a:gd name="T30" fmla="*/ 597 w 977"/>
              <a:gd name="T31" fmla="*/ 380 h 1411"/>
              <a:gd name="T32" fmla="*/ 543 w 977"/>
              <a:gd name="T33" fmla="*/ 434 h 1411"/>
              <a:gd name="T34" fmla="*/ 597 w 977"/>
              <a:gd name="T35" fmla="*/ 489 h 1411"/>
              <a:gd name="T36" fmla="*/ 652 w 977"/>
              <a:gd name="T37" fmla="*/ 489 h 1411"/>
              <a:gd name="T38" fmla="*/ 652 w 977"/>
              <a:gd name="T39" fmla="*/ 543 h 1411"/>
              <a:gd name="T40" fmla="*/ 326 w 977"/>
              <a:gd name="T41" fmla="*/ 543 h 1411"/>
              <a:gd name="T42" fmla="*/ 326 w 977"/>
              <a:gd name="T43" fmla="*/ 489 h 1411"/>
              <a:gd name="T44" fmla="*/ 380 w 977"/>
              <a:gd name="T45" fmla="*/ 489 h 1411"/>
              <a:gd name="T46" fmla="*/ 435 w 977"/>
              <a:gd name="T47" fmla="*/ 434 h 1411"/>
              <a:gd name="T48" fmla="*/ 380 w 977"/>
              <a:gd name="T49" fmla="*/ 380 h 1411"/>
              <a:gd name="T50" fmla="*/ 326 w 977"/>
              <a:gd name="T51" fmla="*/ 380 h 1411"/>
              <a:gd name="T52" fmla="*/ 326 w 977"/>
              <a:gd name="T53" fmla="*/ 326 h 1411"/>
              <a:gd name="T54" fmla="*/ 380 w 977"/>
              <a:gd name="T55" fmla="*/ 326 h 1411"/>
              <a:gd name="T56" fmla="*/ 435 w 977"/>
              <a:gd name="T57" fmla="*/ 271 h 1411"/>
              <a:gd name="T58" fmla="*/ 380 w 977"/>
              <a:gd name="T59" fmla="*/ 217 h 1411"/>
              <a:gd name="T60" fmla="*/ 336 w 977"/>
              <a:gd name="T61" fmla="*/ 217 h 1411"/>
              <a:gd name="T62" fmla="*/ 489 w 977"/>
              <a:gd name="T63" fmla="*/ 109 h 1411"/>
              <a:gd name="T64" fmla="*/ 55 w 977"/>
              <a:gd name="T65" fmla="*/ 597 h 1411"/>
              <a:gd name="T66" fmla="*/ 0 w 977"/>
              <a:gd name="T67" fmla="*/ 651 h 1411"/>
              <a:gd name="T68" fmla="*/ 0 w 977"/>
              <a:gd name="T69" fmla="*/ 706 h 1411"/>
              <a:gd name="T70" fmla="*/ 380 w 977"/>
              <a:gd name="T71" fmla="*/ 1180 h 1411"/>
              <a:gd name="T72" fmla="*/ 380 w 977"/>
              <a:gd name="T73" fmla="*/ 1303 h 1411"/>
              <a:gd name="T74" fmla="*/ 217 w 977"/>
              <a:gd name="T75" fmla="*/ 1303 h 1411"/>
              <a:gd name="T76" fmla="*/ 163 w 977"/>
              <a:gd name="T77" fmla="*/ 1357 h 1411"/>
              <a:gd name="T78" fmla="*/ 163 w 977"/>
              <a:gd name="T79" fmla="*/ 1411 h 1411"/>
              <a:gd name="T80" fmla="*/ 814 w 977"/>
              <a:gd name="T81" fmla="*/ 1411 h 1411"/>
              <a:gd name="T82" fmla="*/ 814 w 977"/>
              <a:gd name="T83" fmla="*/ 1357 h 1411"/>
              <a:gd name="T84" fmla="*/ 760 w 977"/>
              <a:gd name="T85" fmla="*/ 1303 h 1411"/>
              <a:gd name="T86" fmla="*/ 597 w 977"/>
              <a:gd name="T87" fmla="*/ 1303 h 1411"/>
              <a:gd name="T88" fmla="*/ 597 w 977"/>
              <a:gd name="T89" fmla="*/ 1180 h 1411"/>
              <a:gd name="T90" fmla="*/ 977 w 977"/>
              <a:gd name="T91" fmla="*/ 706 h 1411"/>
              <a:gd name="T92" fmla="*/ 977 w 977"/>
              <a:gd name="T93" fmla="*/ 651 h 1411"/>
              <a:gd name="T94" fmla="*/ 923 w 977"/>
              <a:gd name="T95" fmla="*/ 597 h 1411"/>
              <a:gd name="T96" fmla="*/ 869 w 977"/>
              <a:gd name="T97" fmla="*/ 651 h 1411"/>
              <a:gd name="T98" fmla="*/ 869 w 977"/>
              <a:gd name="T99" fmla="*/ 706 h 1411"/>
              <a:gd name="T100" fmla="*/ 489 w 977"/>
              <a:gd name="T101" fmla="*/ 1086 h 1411"/>
              <a:gd name="T102" fmla="*/ 109 w 977"/>
              <a:gd name="T103" fmla="*/ 706 h 1411"/>
              <a:gd name="T104" fmla="*/ 109 w 977"/>
              <a:gd name="T105" fmla="*/ 651 h 1411"/>
              <a:gd name="T106" fmla="*/ 55 w 977"/>
              <a:gd name="T107" fmla="*/ 597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77" h="1411">
                <a:moveTo>
                  <a:pt x="489" y="0"/>
                </a:moveTo>
                <a:cubicBezTo>
                  <a:pt x="339" y="0"/>
                  <a:pt x="217" y="122"/>
                  <a:pt x="217" y="271"/>
                </a:cubicBezTo>
                <a:lnTo>
                  <a:pt x="217" y="706"/>
                </a:lnTo>
                <a:cubicBezTo>
                  <a:pt x="217" y="856"/>
                  <a:pt x="339" y="977"/>
                  <a:pt x="489" y="977"/>
                </a:cubicBezTo>
                <a:cubicBezTo>
                  <a:pt x="639" y="977"/>
                  <a:pt x="760" y="856"/>
                  <a:pt x="760" y="706"/>
                </a:cubicBezTo>
                <a:lnTo>
                  <a:pt x="760" y="543"/>
                </a:lnTo>
                <a:lnTo>
                  <a:pt x="760" y="271"/>
                </a:lnTo>
                <a:cubicBezTo>
                  <a:pt x="760" y="122"/>
                  <a:pt x="639" y="0"/>
                  <a:pt x="489" y="0"/>
                </a:cubicBezTo>
                <a:close/>
                <a:moveTo>
                  <a:pt x="489" y="109"/>
                </a:moveTo>
                <a:cubicBezTo>
                  <a:pt x="559" y="109"/>
                  <a:pt x="619" y="154"/>
                  <a:pt x="641" y="217"/>
                </a:cubicBezTo>
                <a:lnTo>
                  <a:pt x="597" y="217"/>
                </a:lnTo>
                <a:cubicBezTo>
                  <a:pt x="567" y="217"/>
                  <a:pt x="543" y="241"/>
                  <a:pt x="543" y="271"/>
                </a:cubicBezTo>
                <a:cubicBezTo>
                  <a:pt x="543" y="324"/>
                  <a:pt x="597" y="326"/>
                  <a:pt x="597" y="326"/>
                </a:cubicBezTo>
                <a:lnTo>
                  <a:pt x="652" y="326"/>
                </a:lnTo>
                <a:lnTo>
                  <a:pt x="652" y="380"/>
                </a:lnTo>
                <a:lnTo>
                  <a:pt x="597" y="380"/>
                </a:lnTo>
                <a:cubicBezTo>
                  <a:pt x="567" y="380"/>
                  <a:pt x="543" y="404"/>
                  <a:pt x="543" y="434"/>
                </a:cubicBezTo>
                <a:cubicBezTo>
                  <a:pt x="543" y="487"/>
                  <a:pt x="597" y="489"/>
                  <a:pt x="597" y="489"/>
                </a:cubicBezTo>
                <a:lnTo>
                  <a:pt x="652" y="489"/>
                </a:lnTo>
                <a:lnTo>
                  <a:pt x="652" y="543"/>
                </a:lnTo>
                <a:lnTo>
                  <a:pt x="326" y="543"/>
                </a:lnTo>
                <a:lnTo>
                  <a:pt x="326" y="489"/>
                </a:lnTo>
                <a:lnTo>
                  <a:pt x="380" y="489"/>
                </a:lnTo>
                <a:cubicBezTo>
                  <a:pt x="380" y="489"/>
                  <a:pt x="435" y="487"/>
                  <a:pt x="435" y="434"/>
                </a:cubicBezTo>
                <a:cubicBezTo>
                  <a:pt x="435" y="404"/>
                  <a:pt x="410" y="380"/>
                  <a:pt x="380" y="380"/>
                </a:cubicBezTo>
                <a:lnTo>
                  <a:pt x="326" y="380"/>
                </a:lnTo>
                <a:lnTo>
                  <a:pt x="326" y="326"/>
                </a:lnTo>
                <a:lnTo>
                  <a:pt x="380" y="326"/>
                </a:lnTo>
                <a:cubicBezTo>
                  <a:pt x="380" y="326"/>
                  <a:pt x="435" y="324"/>
                  <a:pt x="435" y="271"/>
                </a:cubicBezTo>
                <a:cubicBezTo>
                  <a:pt x="435" y="241"/>
                  <a:pt x="410" y="217"/>
                  <a:pt x="380" y="217"/>
                </a:cubicBezTo>
                <a:lnTo>
                  <a:pt x="336" y="217"/>
                </a:lnTo>
                <a:cubicBezTo>
                  <a:pt x="359" y="154"/>
                  <a:pt x="418" y="109"/>
                  <a:pt x="489" y="109"/>
                </a:cubicBezTo>
                <a:close/>
                <a:moveTo>
                  <a:pt x="55" y="597"/>
                </a:moveTo>
                <a:cubicBezTo>
                  <a:pt x="6" y="597"/>
                  <a:pt x="0" y="651"/>
                  <a:pt x="0" y="651"/>
                </a:cubicBezTo>
                <a:lnTo>
                  <a:pt x="0" y="706"/>
                </a:lnTo>
                <a:cubicBezTo>
                  <a:pt x="0" y="938"/>
                  <a:pt x="163" y="1131"/>
                  <a:pt x="380" y="1180"/>
                </a:cubicBezTo>
                <a:lnTo>
                  <a:pt x="380" y="1303"/>
                </a:lnTo>
                <a:lnTo>
                  <a:pt x="217" y="1303"/>
                </a:lnTo>
                <a:cubicBezTo>
                  <a:pt x="165" y="1303"/>
                  <a:pt x="163" y="1357"/>
                  <a:pt x="163" y="1357"/>
                </a:cubicBezTo>
                <a:lnTo>
                  <a:pt x="163" y="1411"/>
                </a:lnTo>
                <a:lnTo>
                  <a:pt x="814" y="1411"/>
                </a:lnTo>
                <a:lnTo>
                  <a:pt x="814" y="1357"/>
                </a:lnTo>
                <a:cubicBezTo>
                  <a:pt x="814" y="1327"/>
                  <a:pt x="790" y="1303"/>
                  <a:pt x="760" y="1303"/>
                </a:cubicBezTo>
                <a:lnTo>
                  <a:pt x="597" y="1303"/>
                </a:lnTo>
                <a:lnTo>
                  <a:pt x="597" y="1180"/>
                </a:lnTo>
                <a:cubicBezTo>
                  <a:pt x="814" y="1131"/>
                  <a:pt x="977" y="937"/>
                  <a:pt x="977" y="706"/>
                </a:cubicBezTo>
                <a:lnTo>
                  <a:pt x="977" y="651"/>
                </a:lnTo>
                <a:cubicBezTo>
                  <a:pt x="977" y="651"/>
                  <a:pt x="972" y="597"/>
                  <a:pt x="923" y="597"/>
                </a:cubicBezTo>
                <a:cubicBezTo>
                  <a:pt x="874" y="597"/>
                  <a:pt x="869" y="651"/>
                  <a:pt x="869" y="651"/>
                </a:cubicBezTo>
                <a:lnTo>
                  <a:pt x="869" y="706"/>
                </a:lnTo>
                <a:cubicBezTo>
                  <a:pt x="869" y="915"/>
                  <a:pt x="698" y="1086"/>
                  <a:pt x="489" y="1086"/>
                </a:cubicBezTo>
                <a:cubicBezTo>
                  <a:pt x="279" y="1086"/>
                  <a:pt x="109" y="915"/>
                  <a:pt x="109" y="706"/>
                </a:cubicBezTo>
                <a:lnTo>
                  <a:pt x="109" y="651"/>
                </a:lnTo>
                <a:cubicBezTo>
                  <a:pt x="109" y="651"/>
                  <a:pt x="103" y="597"/>
                  <a:pt x="55" y="59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4" name="타원 453">
            <a:extLst>
              <a:ext uri="{FF2B5EF4-FFF2-40B4-BE49-F238E27FC236}">
                <a16:creationId xmlns:a16="http://schemas.microsoft.com/office/drawing/2014/main" id="{BF9E04F6-10C9-6632-6866-0CAC91981779}"/>
              </a:ext>
            </a:extLst>
          </p:cNvPr>
          <p:cNvSpPr>
            <a:spLocks noChangeAspect="1"/>
          </p:cNvSpPr>
          <p:nvPr/>
        </p:nvSpPr>
        <p:spPr>
          <a:xfrm>
            <a:off x="314331" y="4173747"/>
            <a:ext cx="252000" cy="25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96159A92-8311-A07E-5994-C2E81B38C3C8}"/>
              </a:ext>
            </a:extLst>
          </p:cNvPr>
          <p:cNvSpPr txBox="1"/>
          <p:nvPr/>
        </p:nvSpPr>
        <p:spPr>
          <a:xfrm>
            <a:off x="569822" y="4274698"/>
            <a:ext cx="66190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직책</a:t>
            </a:r>
            <a:r>
              <a:rPr lang="en-US" altLang="ko-KR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직급</a:t>
            </a:r>
            <a:r>
              <a:rPr lang="en-US" altLang="ko-KR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소속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94CC571A-388F-5088-B629-8DEF8A6D57EC}"/>
              </a:ext>
            </a:extLst>
          </p:cNvPr>
          <p:cNvSpPr txBox="1"/>
          <p:nvPr/>
        </p:nvSpPr>
        <p:spPr>
          <a:xfrm>
            <a:off x="558185" y="4144746"/>
            <a:ext cx="3112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이름</a:t>
            </a:r>
          </a:p>
        </p:txBody>
      </p:sp>
      <p:sp>
        <p:nvSpPr>
          <p:cNvPr id="457" name="Microphone 2">
            <a:extLst>
              <a:ext uri="{FF2B5EF4-FFF2-40B4-BE49-F238E27FC236}">
                <a16:creationId xmlns:a16="http://schemas.microsoft.com/office/drawing/2014/main" id="{A6938C4F-5BFC-9CF3-EB43-94A33BB7DC3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576238" y="4249047"/>
            <a:ext cx="66039" cy="94872"/>
          </a:xfrm>
          <a:custGeom>
            <a:avLst/>
            <a:gdLst>
              <a:gd name="T0" fmla="*/ 489 w 977"/>
              <a:gd name="T1" fmla="*/ 0 h 1411"/>
              <a:gd name="T2" fmla="*/ 217 w 977"/>
              <a:gd name="T3" fmla="*/ 271 h 1411"/>
              <a:gd name="T4" fmla="*/ 217 w 977"/>
              <a:gd name="T5" fmla="*/ 706 h 1411"/>
              <a:gd name="T6" fmla="*/ 489 w 977"/>
              <a:gd name="T7" fmla="*/ 977 h 1411"/>
              <a:gd name="T8" fmla="*/ 760 w 977"/>
              <a:gd name="T9" fmla="*/ 706 h 1411"/>
              <a:gd name="T10" fmla="*/ 760 w 977"/>
              <a:gd name="T11" fmla="*/ 543 h 1411"/>
              <a:gd name="T12" fmla="*/ 760 w 977"/>
              <a:gd name="T13" fmla="*/ 271 h 1411"/>
              <a:gd name="T14" fmla="*/ 489 w 977"/>
              <a:gd name="T15" fmla="*/ 0 h 1411"/>
              <a:gd name="T16" fmla="*/ 489 w 977"/>
              <a:gd name="T17" fmla="*/ 109 h 1411"/>
              <a:gd name="T18" fmla="*/ 641 w 977"/>
              <a:gd name="T19" fmla="*/ 217 h 1411"/>
              <a:gd name="T20" fmla="*/ 597 w 977"/>
              <a:gd name="T21" fmla="*/ 217 h 1411"/>
              <a:gd name="T22" fmla="*/ 543 w 977"/>
              <a:gd name="T23" fmla="*/ 271 h 1411"/>
              <a:gd name="T24" fmla="*/ 597 w 977"/>
              <a:gd name="T25" fmla="*/ 326 h 1411"/>
              <a:gd name="T26" fmla="*/ 652 w 977"/>
              <a:gd name="T27" fmla="*/ 326 h 1411"/>
              <a:gd name="T28" fmla="*/ 652 w 977"/>
              <a:gd name="T29" fmla="*/ 380 h 1411"/>
              <a:gd name="T30" fmla="*/ 597 w 977"/>
              <a:gd name="T31" fmla="*/ 380 h 1411"/>
              <a:gd name="T32" fmla="*/ 543 w 977"/>
              <a:gd name="T33" fmla="*/ 434 h 1411"/>
              <a:gd name="T34" fmla="*/ 597 w 977"/>
              <a:gd name="T35" fmla="*/ 489 h 1411"/>
              <a:gd name="T36" fmla="*/ 652 w 977"/>
              <a:gd name="T37" fmla="*/ 489 h 1411"/>
              <a:gd name="T38" fmla="*/ 652 w 977"/>
              <a:gd name="T39" fmla="*/ 543 h 1411"/>
              <a:gd name="T40" fmla="*/ 326 w 977"/>
              <a:gd name="T41" fmla="*/ 543 h 1411"/>
              <a:gd name="T42" fmla="*/ 326 w 977"/>
              <a:gd name="T43" fmla="*/ 489 h 1411"/>
              <a:gd name="T44" fmla="*/ 380 w 977"/>
              <a:gd name="T45" fmla="*/ 489 h 1411"/>
              <a:gd name="T46" fmla="*/ 435 w 977"/>
              <a:gd name="T47" fmla="*/ 434 h 1411"/>
              <a:gd name="T48" fmla="*/ 380 w 977"/>
              <a:gd name="T49" fmla="*/ 380 h 1411"/>
              <a:gd name="T50" fmla="*/ 326 w 977"/>
              <a:gd name="T51" fmla="*/ 380 h 1411"/>
              <a:gd name="T52" fmla="*/ 326 w 977"/>
              <a:gd name="T53" fmla="*/ 326 h 1411"/>
              <a:gd name="T54" fmla="*/ 380 w 977"/>
              <a:gd name="T55" fmla="*/ 326 h 1411"/>
              <a:gd name="T56" fmla="*/ 435 w 977"/>
              <a:gd name="T57" fmla="*/ 271 h 1411"/>
              <a:gd name="T58" fmla="*/ 380 w 977"/>
              <a:gd name="T59" fmla="*/ 217 h 1411"/>
              <a:gd name="T60" fmla="*/ 336 w 977"/>
              <a:gd name="T61" fmla="*/ 217 h 1411"/>
              <a:gd name="T62" fmla="*/ 489 w 977"/>
              <a:gd name="T63" fmla="*/ 109 h 1411"/>
              <a:gd name="T64" fmla="*/ 55 w 977"/>
              <a:gd name="T65" fmla="*/ 597 h 1411"/>
              <a:gd name="T66" fmla="*/ 0 w 977"/>
              <a:gd name="T67" fmla="*/ 651 h 1411"/>
              <a:gd name="T68" fmla="*/ 0 w 977"/>
              <a:gd name="T69" fmla="*/ 706 h 1411"/>
              <a:gd name="T70" fmla="*/ 380 w 977"/>
              <a:gd name="T71" fmla="*/ 1180 h 1411"/>
              <a:gd name="T72" fmla="*/ 380 w 977"/>
              <a:gd name="T73" fmla="*/ 1303 h 1411"/>
              <a:gd name="T74" fmla="*/ 217 w 977"/>
              <a:gd name="T75" fmla="*/ 1303 h 1411"/>
              <a:gd name="T76" fmla="*/ 163 w 977"/>
              <a:gd name="T77" fmla="*/ 1357 h 1411"/>
              <a:gd name="T78" fmla="*/ 163 w 977"/>
              <a:gd name="T79" fmla="*/ 1411 h 1411"/>
              <a:gd name="T80" fmla="*/ 814 w 977"/>
              <a:gd name="T81" fmla="*/ 1411 h 1411"/>
              <a:gd name="T82" fmla="*/ 814 w 977"/>
              <a:gd name="T83" fmla="*/ 1357 h 1411"/>
              <a:gd name="T84" fmla="*/ 760 w 977"/>
              <a:gd name="T85" fmla="*/ 1303 h 1411"/>
              <a:gd name="T86" fmla="*/ 597 w 977"/>
              <a:gd name="T87" fmla="*/ 1303 h 1411"/>
              <a:gd name="T88" fmla="*/ 597 w 977"/>
              <a:gd name="T89" fmla="*/ 1180 h 1411"/>
              <a:gd name="T90" fmla="*/ 977 w 977"/>
              <a:gd name="T91" fmla="*/ 706 h 1411"/>
              <a:gd name="T92" fmla="*/ 977 w 977"/>
              <a:gd name="T93" fmla="*/ 651 h 1411"/>
              <a:gd name="T94" fmla="*/ 923 w 977"/>
              <a:gd name="T95" fmla="*/ 597 h 1411"/>
              <a:gd name="T96" fmla="*/ 869 w 977"/>
              <a:gd name="T97" fmla="*/ 651 h 1411"/>
              <a:gd name="T98" fmla="*/ 869 w 977"/>
              <a:gd name="T99" fmla="*/ 706 h 1411"/>
              <a:gd name="T100" fmla="*/ 489 w 977"/>
              <a:gd name="T101" fmla="*/ 1086 h 1411"/>
              <a:gd name="T102" fmla="*/ 109 w 977"/>
              <a:gd name="T103" fmla="*/ 706 h 1411"/>
              <a:gd name="T104" fmla="*/ 109 w 977"/>
              <a:gd name="T105" fmla="*/ 651 h 1411"/>
              <a:gd name="T106" fmla="*/ 55 w 977"/>
              <a:gd name="T107" fmla="*/ 597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77" h="1411">
                <a:moveTo>
                  <a:pt x="489" y="0"/>
                </a:moveTo>
                <a:cubicBezTo>
                  <a:pt x="339" y="0"/>
                  <a:pt x="217" y="122"/>
                  <a:pt x="217" y="271"/>
                </a:cubicBezTo>
                <a:lnTo>
                  <a:pt x="217" y="706"/>
                </a:lnTo>
                <a:cubicBezTo>
                  <a:pt x="217" y="856"/>
                  <a:pt x="339" y="977"/>
                  <a:pt x="489" y="977"/>
                </a:cubicBezTo>
                <a:cubicBezTo>
                  <a:pt x="639" y="977"/>
                  <a:pt x="760" y="856"/>
                  <a:pt x="760" y="706"/>
                </a:cubicBezTo>
                <a:lnTo>
                  <a:pt x="760" y="543"/>
                </a:lnTo>
                <a:lnTo>
                  <a:pt x="760" y="271"/>
                </a:lnTo>
                <a:cubicBezTo>
                  <a:pt x="760" y="122"/>
                  <a:pt x="639" y="0"/>
                  <a:pt x="489" y="0"/>
                </a:cubicBezTo>
                <a:close/>
                <a:moveTo>
                  <a:pt x="489" y="109"/>
                </a:moveTo>
                <a:cubicBezTo>
                  <a:pt x="559" y="109"/>
                  <a:pt x="619" y="154"/>
                  <a:pt x="641" y="217"/>
                </a:cubicBezTo>
                <a:lnTo>
                  <a:pt x="597" y="217"/>
                </a:lnTo>
                <a:cubicBezTo>
                  <a:pt x="567" y="217"/>
                  <a:pt x="543" y="241"/>
                  <a:pt x="543" y="271"/>
                </a:cubicBezTo>
                <a:cubicBezTo>
                  <a:pt x="543" y="324"/>
                  <a:pt x="597" y="326"/>
                  <a:pt x="597" y="326"/>
                </a:cubicBezTo>
                <a:lnTo>
                  <a:pt x="652" y="326"/>
                </a:lnTo>
                <a:lnTo>
                  <a:pt x="652" y="380"/>
                </a:lnTo>
                <a:lnTo>
                  <a:pt x="597" y="380"/>
                </a:lnTo>
                <a:cubicBezTo>
                  <a:pt x="567" y="380"/>
                  <a:pt x="543" y="404"/>
                  <a:pt x="543" y="434"/>
                </a:cubicBezTo>
                <a:cubicBezTo>
                  <a:pt x="543" y="487"/>
                  <a:pt x="597" y="489"/>
                  <a:pt x="597" y="489"/>
                </a:cubicBezTo>
                <a:lnTo>
                  <a:pt x="652" y="489"/>
                </a:lnTo>
                <a:lnTo>
                  <a:pt x="652" y="543"/>
                </a:lnTo>
                <a:lnTo>
                  <a:pt x="326" y="543"/>
                </a:lnTo>
                <a:lnTo>
                  <a:pt x="326" y="489"/>
                </a:lnTo>
                <a:lnTo>
                  <a:pt x="380" y="489"/>
                </a:lnTo>
                <a:cubicBezTo>
                  <a:pt x="380" y="489"/>
                  <a:pt x="435" y="487"/>
                  <a:pt x="435" y="434"/>
                </a:cubicBezTo>
                <a:cubicBezTo>
                  <a:pt x="435" y="404"/>
                  <a:pt x="410" y="380"/>
                  <a:pt x="380" y="380"/>
                </a:cubicBezTo>
                <a:lnTo>
                  <a:pt x="326" y="380"/>
                </a:lnTo>
                <a:lnTo>
                  <a:pt x="326" y="326"/>
                </a:lnTo>
                <a:lnTo>
                  <a:pt x="380" y="326"/>
                </a:lnTo>
                <a:cubicBezTo>
                  <a:pt x="380" y="326"/>
                  <a:pt x="435" y="324"/>
                  <a:pt x="435" y="271"/>
                </a:cubicBezTo>
                <a:cubicBezTo>
                  <a:pt x="435" y="241"/>
                  <a:pt x="410" y="217"/>
                  <a:pt x="380" y="217"/>
                </a:cubicBezTo>
                <a:lnTo>
                  <a:pt x="336" y="217"/>
                </a:lnTo>
                <a:cubicBezTo>
                  <a:pt x="359" y="154"/>
                  <a:pt x="418" y="109"/>
                  <a:pt x="489" y="109"/>
                </a:cubicBezTo>
                <a:close/>
                <a:moveTo>
                  <a:pt x="55" y="597"/>
                </a:moveTo>
                <a:cubicBezTo>
                  <a:pt x="6" y="597"/>
                  <a:pt x="0" y="651"/>
                  <a:pt x="0" y="651"/>
                </a:cubicBezTo>
                <a:lnTo>
                  <a:pt x="0" y="706"/>
                </a:lnTo>
                <a:cubicBezTo>
                  <a:pt x="0" y="938"/>
                  <a:pt x="163" y="1131"/>
                  <a:pt x="380" y="1180"/>
                </a:cubicBezTo>
                <a:lnTo>
                  <a:pt x="380" y="1303"/>
                </a:lnTo>
                <a:lnTo>
                  <a:pt x="217" y="1303"/>
                </a:lnTo>
                <a:cubicBezTo>
                  <a:pt x="165" y="1303"/>
                  <a:pt x="163" y="1357"/>
                  <a:pt x="163" y="1357"/>
                </a:cubicBezTo>
                <a:lnTo>
                  <a:pt x="163" y="1411"/>
                </a:lnTo>
                <a:lnTo>
                  <a:pt x="814" y="1411"/>
                </a:lnTo>
                <a:lnTo>
                  <a:pt x="814" y="1357"/>
                </a:lnTo>
                <a:cubicBezTo>
                  <a:pt x="814" y="1327"/>
                  <a:pt x="790" y="1303"/>
                  <a:pt x="760" y="1303"/>
                </a:cubicBezTo>
                <a:lnTo>
                  <a:pt x="597" y="1303"/>
                </a:lnTo>
                <a:lnTo>
                  <a:pt x="597" y="1180"/>
                </a:lnTo>
                <a:cubicBezTo>
                  <a:pt x="814" y="1131"/>
                  <a:pt x="977" y="937"/>
                  <a:pt x="977" y="706"/>
                </a:cubicBezTo>
                <a:lnTo>
                  <a:pt x="977" y="651"/>
                </a:lnTo>
                <a:cubicBezTo>
                  <a:pt x="977" y="651"/>
                  <a:pt x="972" y="597"/>
                  <a:pt x="923" y="597"/>
                </a:cubicBezTo>
                <a:cubicBezTo>
                  <a:pt x="874" y="597"/>
                  <a:pt x="869" y="651"/>
                  <a:pt x="869" y="651"/>
                </a:cubicBezTo>
                <a:lnTo>
                  <a:pt x="869" y="706"/>
                </a:lnTo>
                <a:cubicBezTo>
                  <a:pt x="869" y="915"/>
                  <a:pt x="698" y="1086"/>
                  <a:pt x="489" y="1086"/>
                </a:cubicBezTo>
                <a:cubicBezTo>
                  <a:pt x="279" y="1086"/>
                  <a:pt x="109" y="915"/>
                  <a:pt x="109" y="706"/>
                </a:cubicBezTo>
                <a:lnTo>
                  <a:pt x="109" y="651"/>
                </a:lnTo>
                <a:cubicBezTo>
                  <a:pt x="109" y="651"/>
                  <a:pt x="103" y="597"/>
                  <a:pt x="55" y="59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60" name="그룹 459">
            <a:extLst>
              <a:ext uri="{FF2B5EF4-FFF2-40B4-BE49-F238E27FC236}">
                <a16:creationId xmlns:a16="http://schemas.microsoft.com/office/drawing/2014/main" id="{D6E57452-9B5D-3701-A8F7-FFAE5C26205A}"/>
              </a:ext>
            </a:extLst>
          </p:cNvPr>
          <p:cNvGrpSpPr/>
          <p:nvPr/>
        </p:nvGrpSpPr>
        <p:grpSpPr>
          <a:xfrm>
            <a:off x="1545867" y="3822505"/>
            <a:ext cx="126779" cy="126779"/>
            <a:chOff x="1940760" y="2777154"/>
            <a:chExt cx="126779" cy="126779"/>
          </a:xfrm>
        </p:grpSpPr>
        <p:sp>
          <p:nvSpPr>
            <p:cNvPr id="461" name="타원 460">
              <a:extLst>
                <a:ext uri="{FF2B5EF4-FFF2-40B4-BE49-F238E27FC236}">
                  <a16:creationId xmlns:a16="http://schemas.microsoft.com/office/drawing/2014/main" id="{8E5C320D-67CD-A394-5126-D229995907D0}"/>
                </a:ext>
              </a:extLst>
            </p:cNvPr>
            <p:cNvSpPr/>
            <p:nvPr/>
          </p:nvSpPr>
          <p:spPr>
            <a:xfrm>
              <a:off x="1940760" y="2777154"/>
              <a:ext cx="126779" cy="12677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" name="Microphone 2">
              <a:extLst>
                <a:ext uri="{FF2B5EF4-FFF2-40B4-BE49-F238E27FC236}">
                  <a16:creationId xmlns:a16="http://schemas.microsoft.com/office/drawing/2014/main" id="{D454117A-DDB7-663C-86BB-89A71995CC5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971623" y="2798080"/>
              <a:ext cx="66039" cy="94872"/>
            </a:xfrm>
            <a:custGeom>
              <a:avLst/>
              <a:gdLst>
                <a:gd name="T0" fmla="*/ 489 w 977"/>
                <a:gd name="T1" fmla="*/ 0 h 1411"/>
                <a:gd name="T2" fmla="*/ 217 w 977"/>
                <a:gd name="T3" fmla="*/ 271 h 1411"/>
                <a:gd name="T4" fmla="*/ 217 w 977"/>
                <a:gd name="T5" fmla="*/ 706 h 1411"/>
                <a:gd name="T6" fmla="*/ 489 w 977"/>
                <a:gd name="T7" fmla="*/ 977 h 1411"/>
                <a:gd name="T8" fmla="*/ 760 w 977"/>
                <a:gd name="T9" fmla="*/ 706 h 1411"/>
                <a:gd name="T10" fmla="*/ 760 w 977"/>
                <a:gd name="T11" fmla="*/ 543 h 1411"/>
                <a:gd name="T12" fmla="*/ 760 w 977"/>
                <a:gd name="T13" fmla="*/ 271 h 1411"/>
                <a:gd name="T14" fmla="*/ 489 w 977"/>
                <a:gd name="T15" fmla="*/ 0 h 1411"/>
                <a:gd name="T16" fmla="*/ 489 w 977"/>
                <a:gd name="T17" fmla="*/ 109 h 1411"/>
                <a:gd name="T18" fmla="*/ 641 w 977"/>
                <a:gd name="T19" fmla="*/ 217 h 1411"/>
                <a:gd name="T20" fmla="*/ 597 w 977"/>
                <a:gd name="T21" fmla="*/ 217 h 1411"/>
                <a:gd name="T22" fmla="*/ 543 w 977"/>
                <a:gd name="T23" fmla="*/ 271 h 1411"/>
                <a:gd name="T24" fmla="*/ 597 w 977"/>
                <a:gd name="T25" fmla="*/ 326 h 1411"/>
                <a:gd name="T26" fmla="*/ 652 w 977"/>
                <a:gd name="T27" fmla="*/ 326 h 1411"/>
                <a:gd name="T28" fmla="*/ 652 w 977"/>
                <a:gd name="T29" fmla="*/ 380 h 1411"/>
                <a:gd name="T30" fmla="*/ 597 w 977"/>
                <a:gd name="T31" fmla="*/ 380 h 1411"/>
                <a:gd name="T32" fmla="*/ 543 w 977"/>
                <a:gd name="T33" fmla="*/ 434 h 1411"/>
                <a:gd name="T34" fmla="*/ 597 w 977"/>
                <a:gd name="T35" fmla="*/ 489 h 1411"/>
                <a:gd name="T36" fmla="*/ 652 w 977"/>
                <a:gd name="T37" fmla="*/ 489 h 1411"/>
                <a:gd name="T38" fmla="*/ 652 w 977"/>
                <a:gd name="T39" fmla="*/ 543 h 1411"/>
                <a:gd name="T40" fmla="*/ 326 w 977"/>
                <a:gd name="T41" fmla="*/ 543 h 1411"/>
                <a:gd name="T42" fmla="*/ 326 w 977"/>
                <a:gd name="T43" fmla="*/ 489 h 1411"/>
                <a:gd name="T44" fmla="*/ 380 w 977"/>
                <a:gd name="T45" fmla="*/ 489 h 1411"/>
                <a:gd name="T46" fmla="*/ 435 w 977"/>
                <a:gd name="T47" fmla="*/ 434 h 1411"/>
                <a:gd name="T48" fmla="*/ 380 w 977"/>
                <a:gd name="T49" fmla="*/ 380 h 1411"/>
                <a:gd name="T50" fmla="*/ 326 w 977"/>
                <a:gd name="T51" fmla="*/ 380 h 1411"/>
                <a:gd name="T52" fmla="*/ 326 w 977"/>
                <a:gd name="T53" fmla="*/ 326 h 1411"/>
                <a:gd name="T54" fmla="*/ 380 w 977"/>
                <a:gd name="T55" fmla="*/ 326 h 1411"/>
                <a:gd name="T56" fmla="*/ 435 w 977"/>
                <a:gd name="T57" fmla="*/ 271 h 1411"/>
                <a:gd name="T58" fmla="*/ 380 w 977"/>
                <a:gd name="T59" fmla="*/ 217 h 1411"/>
                <a:gd name="T60" fmla="*/ 336 w 977"/>
                <a:gd name="T61" fmla="*/ 217 h 1411"/>
                <a:gd name="T62" fmla="*/ 489 w 977"/>
                <a:gd name="T63" fmla="*/ 109 h 1411"/>
                <a:gd name="T64" fmla="*/ 55 w 977"/>
                <a:gd name="T65" fmla="*/ 597 h 1411"/>
                <a:gd name="T66" fmla="*/ 0 w 977"/>
                <a:gd name="T67" fmla="*/ 651 h 1411"/>
                <a:gd name="T68" fmla="*/ 0 w 977"/>
                <a:gd name="T69" fmla="*/ 706 h 1411"/>
                <a:gd name="T70" fmla="*/ 380 w 977"/>
                <a:gd name="T71" fmla="*/ 1180 h 1411"/>
                <a:gd name="T72" fmla="*/ 380 w 977"/>
                <a:gd name="T73" fmla="*/ 1303 h 1411"/>
                <a:gd name="T74" fmla="*/ 217 w 977"/>
                <a:gd name="T75" fmla="*/ 1303 h 1411"/>
                <a:gd name="T76" fmla="*/ 163 w 977"/>
                <a:gd name="T77" fmla="*/ 1357 h 1411"/>
                <a:gd name="T78" fmla="*/ 163 w 977"/>
                <a:gd name="T79" fmla="*/ 1411 h 1411"/>
                <a:gd name="T80" fmla="*/ 814 w 977"/>
                <a:gd name="T81" fmla="*/ 1411 h 1411"/>
                <a:gd name="T82" fmla="*/ 814 w 977"/>
                <a:gd name="T83" fmla="*/ 1357 h 1411"/>
                <a:gd name="T84" fmla="*/ 760 w 977"/>
                <a:gd name="T85" fmla="*/ 1303 h 1411"/>
                <a:gd name="T86" fmla="*/ 597 w 977"/>
                <a:gd name="T87" fmla="*/ 1303 h 1411"/>
                <a:gd name="T88" fmla="*/ 597 w 977"/>
                <a:gd name="T89" fmla="*/ 1180 h 1411"/>
                <a:gd name="T90" fmla="*/ 977 w 977"/>
                <a:gd name="T91" fmla="*/ 706 h 1411"/>
                <a:gd name="T92" fmla="*/ 977 w 977"/>
                <a:gd name="T93" fmla="*/ 651 h 1411"/>
                <a:gd name="T94" fmla="*/ 923 w 977"/>
                <a:gd name="T95" fmla="*/ 597 h 1411"/>
                <a:gd name="T96" fmla="*/ 869 w 977"/>
                <a:gd name="T97" fmla="*/ 651 h 1411"/>
                <a:gd name="T98" fmla="*/ 869 w 977"/>
                <a:gd name="T99" fmla="*/ 706 h 1411"/>
                <a:gd name="T100" fmla="*/ 489 w 977"/>
                <a:gd name="T101" fmla="*/ 1086 h 1411"/>
                <a:gd name="T102" fmla="*/ 109 w 977"/>
                <a:gd name="T103" fmla="*/ 706 h 1411"/>
                <a:gd name="T104" fmla="*/ 109 w 977"/>
                <a:gd name="T105" fmla="*/ 651 h 1411"/>
                <a:gd name="T106" fmla="*/ 55 w 977"/>
                <a:gd name="T107" fmla="*/ 597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77" h="1411">
                  <a:moveTo>
                    <a:pt x="489" y="0"/>
                  </a:moveTo>
                  <a:cubicBezTo>
                    <a:pt x="339" y="0"/>
                    <a:pt x="217" y="122"/>
                    <a:pt x="217" y="271"/>
                  </a:cubicBezTo>
                  <a:lnTo>
                    <a:pt x="217" y="706"/>
                  </a:lnTo>
                  <a:cubicBezTo>
                    <a:pt x="217" y="856"/>
                    <a:pt x="339" y="977"/>
                    <a:pt x="489" y="977"/>
                  </a:cubicBezTo>
                  <a:cubicBezTo>
                    <a:pt x="639" y="977"/>
                    <a:pt x="760" y="856"/>
                    <a:pt x="760" y="706"/>
                  </a:cubicBezTo>
                  <a:lnTo>
                    <a:pt x="760" y="543"/>
                  </a:lnTo>
                  <a:lnTo>
                    <a:pt x="760" y="271"/>
                  </a:lnTo>
                  <a:cubicBezTo>
                    <a:pt x="760" y="122"/>
                    <a:pt x="639" y="0"/>
                    <a:pt x="489" y="0"/>
                  </a:cubicBezTo>
                  <a:close/>
                  <a:moveTo>
                    <a:pt x="489" y="109"/>
                  </a:moveTo>
                  <a:cubicBezTo>
                    <a:pt x="559" y="109"/>
                    <a:pt x="619" y="154"/>
                    <a:pt x="641" y="217"/>
                  </a:cubicBezTo>
                  <a:lnTo>
                    <a:pt x="597" y="217"/>
                  </a:lnTo>
                  <a:cubicBezTo>
                    <a:pt x="567" y="217"/>
                    <a:pt x="543" y="241"/>
                    <a:pt x="543" y="271"/>
                  </a:cubicBezTo>
                  <a:cubicBezTo>
                    <a:pt x="543" y="324"/>
                    <a:pt x="597" y="326"/>
                    <a:pt x="597" y="326"/>
                  </a:cubicBezTo>
                  <a:lnTo>
                    <a:pt x="652" y="326"/>
                  </a:lnTo>
                  <a:lnTo>
                    <a:pt x="652" y="380"/>
                  </a:lnTo>
                  <a:lnTo>
                    <a:pt x="597" y="380"/>
                  </a:lnTo>
                  <a:cubicBezTo>
                    <a:pt x="567" y="380"/>
                    <a:pt x="543" y="404"/>
                    <a:pt x="543" y="434"/>
                  </a:cubicBezTo>
                  <a:cubicBezTo>
                    <a:pt x="543" y="487"/>
                    <a:pt x="597" y="489"/>
                    <a:pt x="597" y="489"/>
                  </a:cubicBezTo>
                  <a:lnTo>
                    <a:pt x="652" y="489"/>
                  </a:lnTo>
                  <a:lnTo>
                    <a:pt x="652" y="543"/>
                  </a:lnTo>
                  <a:lnTo>
                    <a:pt x="326" y="543"/>
                  </a:lnTo>
                  <a:lnTo>
                    <a:pt x="326" y="489"/>
                  </a:lnTo>
                  <a:lnTo>
                    <a:pt x="380" y="489"/>
                  </a:lnTo>
                  <a:cubicBezTo>
                    <a:pt x="380" y="489"/>
                    <a:pt x="435" y="487"/>
                    <a:pt x="435" y="434"/>
                  </a:cubicBezTo>
                  <a:cubicBezTo>
                    <a:pt x="435" y="404"/>
                    <a:pt x="410" y="380"/>
                    <a:pt x="380" y="380"/>
                  </a:cubicBezTo>
                  <a:lnTo>
                    <a:pt x="326" y="380"/>
                  </a:lnTo>
                  <a:lnTo>
                    <a:pt x="326" y="326"/>
                  </a:lnTo>
                  <a:lnTo>
                    <a:pt x="380" y="326"/>
                  </a:lnTo>
                  <a:cubicBezTo>
                    <a:pt x="380" y="326"/>
                    <a:pt x="435" y="324"/>
                    <a:pt x="435" y="271"/>
                  </a:cubicBezTo>
                  <a:cubicBezTo>
                    <a:pt x="435" y="241"/>
                    <a:pt x="410" y="217"/>
                    <a:pt x="380" y="217"/>
                  </a:cubicBezTo>
                  <a:lnTo>
                    <a:pt x="336" y="217"/>
                  </a:lnTo>
                  <a:cubicBezTo>
                    <a:pt x="359" y="154"/>
                    <a:pt x="418" y="109"/>
                    <a:pt x="489" y="109"/>
                  </a:cubicBezTo>
                  <a:close/>
                  <a:moveTo>
                    <a:pt x="55" y="597"/>
                  </a:moveTo>
                  <a:cubicBezTo>
                    <a:pt x="6" y="597"/>
                    <a:pt x="0" y="651"/>
                    <a:pt x="0" y="651"/>
                  </a:cubicBezTo>
                  <a:lnTo>
                    <a:pt x="0" y="706"/>
                  </a:lnTo>
                  <a:cubicBezTo>
                    <a:pt x="0" y="938"/>
                    <a:pt x="163" y="1131"/>
                    <a:pt x="380" y="1180"/>
                  </a:cubicBezTo>
                  <a:lnTo>
                    <a:pt x="380" y="1303"/>
                  </a:lnTo>
                  <a:lnTo>
                    <a:pt x="217" y="1303"/>
                  </a:lnTo>
                  <a:cubicBezTo>
                    <a:pt x="165" y="1303"/>
                    <a:pt x="163" y="1357"/>
                    <a:pt x="163" y="1357"/>
                  </a:cubicBezTo>
                  <a:lnTo>
                    <a:pt x="163" y="1411"/>
                  </a:lnTo>
                  <a:lnTo>
                    <a:pt x="814" y="1411"/>
                  </a:lnTo>
                  <a:lnTo>
                    <a:pt x="814" y="1357"/>
                  </a:lnTo>
                  <a:cubicBezTo>
                    <a:pt x="814" y="1327"/>
                    <a:pt x="790" y="1303"/>
                    <a:pt x="760" y="1303"/>
                  </a:cubicBezTo>
                  <a:lnTo>
                    <a:pt x="597" y="1303"/>
                  </a:lnTo>
                  <a:lnTo>
                    <a:pt x="597" y="1180"/>
                  </a:lnTo>
                  <a:cubicBezTo>
                    <a:pt x="814" y="1131"/>
                    <a:pt x="977" y="937"/>
                    <a:pt x="977" y="706"/>
                  </a:cubicBezTo>
                  <a:lnTo>
                    <a:pt x="977" y="651"/>
                  </a:lnTo>
                  <a:cubicBezTo>
                    <a:pt x="977" y="651"/>
                    <a:pt x="972" y="597"/>
                    <a:pt x="923" y="597"/>
                  </a:cubicBezTo>
                  <a:cubicBezTo>
                    <a:pt x="874" y="597"/>
                    <a:pt x="869" y="651"/>
                    <a:pt x="869" y="651"/>
                  </a:cubicBezTo>
                  <a:lnTo>
                    <a:pt x="869" y="706"/>
                  </a:lnTo>
                  <a:cubicBezTo>
                    <a:pt x="869" y="915"/>
                    <a:pt x="698" y="1086"/>
                    <a:pt x="489" y="1086"/>
                  </a:cubicBezTo>
                  <a:cubicBezTo>
                    <a:pt x="279" y="1086"/>
                    <a:pt x="109" y="915"/>
                    <a:pt x="109" y="706"/>
                  </a:cubicBezTo>
                  <a:lnTo>
                    <a:pt x="109" y="651"/>
                  </a:lnTo>
                  <a:cubicBezTo>
                    <a:pt x="109" y="651"/>
                    <a:pt x="103" y="597"/>
                    <a:pt x="55" y="597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63" name="타원 462">
            <a:extLst>
              <a:ext uri="{FF2B5EF4-FFF2-40B4-BE49-F238E27FC236}">
                <a16:creationId xmlns:a16="http://schemas.microsoft.com/office/drawing/2014/main" id="{3790717C-8B26-D24C-800F-4C4E37C9AAAD}"/>
              </a:ext>
            </a:extLst>
          </p:cNvPr>
          <p:cNvSpPr/>
          <p:nvPr/>
        </p:nvSpPr>
        <p:spPr>
          <a:xfrm>
            <a:off x="1552172" y="4226978"/>
            <a:ext cx="126779" cy="1267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4" name="Microphone 2">
            <a:extLst>
              <a:ext uri="{FF2B5EF4-FFF2-40B4-BE49-F238E27FC236}">
                <a16:creationId xmlns:a16="http://schemas.microsoft.com/office/drawing/2014/main" id="{7C985A28-6795-73D1-ABAB-3B513564F1BA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583035" y="4247904"/>
            <a:ext cx="66039" cy="94872"/>
          </a:xfrm>
          <a:custGeom>
            <a:avLst/>
            <a:gdLst>
              <a:gd name="T0" fmla="*/ 489 w 977"/>
              <a:gd name="T1" fmla="*/ 0 h 1411"/>
              <a:gd name="T2" fmla="*/ 217 w 977"/>
              <a:gd name="T3" fmla="*/ 271 h 1411"/>
              <a:gd name="T4" fmla="*/ 217 w 977"/>
              <a:gd name="T5" fmla="*/ 706 h 1411"/>
              <a:gd name="T6" fmla="*/ 489 w 977"/>
              <a:gd name="T7" fmla="*/ 977 h 1411"/>
              <a:gd name="T8" fmla="*/ 760 w 977"/>
              <a:gd name="T9" fmla="*/ 706 h 1411"/>
              <a:gd name="T10" fmla="*/ 760 w 977"/>
              <a:gd name="T11" fmla="*/ 543 h 1411"/>
              <a:gd name="T12" fmla="*/ 760 w 977"/>
              <a:gd name="T13" fmla="*/ 271 h 1411"/>
              <a:gd name="T14" fmla="*/ 489 w 977"/>
              <a:gd name="T15" fmla="*/ 0 h 1411"/>
              <a:gd name="T16" fmla="*/ 489 w 977"/>
              <a:gd name="T17" fmla="*/ 109 h 1411"/>
              <a:gd name="T18" fmla="*/ 641 w 977"/>
              <a:gd name="T19" fmla="*/ 217 h 1411"/>
              <a:gd name="T20" fmla="*/ 597 w 977"/>
              <a:gd name="T21" fmla="*/ 217 h 1411"/>
              <a:gd name="T22" fmla="*/ 543 w 977"/>
              <a:gd name="T23" fmla="*/ 271 h 1411"/>
              <a:gd name="T24" fmla="*/ 597 w 977"/>
              <a:gd name="T25" fmla="*/ 326 h 1411"/>
              <a:gd name="T26" fmla="*/ 652 w 977"/>
              <a:gd name="T27" fmla="*/ 326 h 1411"/>
              <a:gd name="T28" fmla="*/ 652 w 977"/>
              <a:gd name="T29" fmla="*/ 380 h 1411"/>
              <a:gd name="T30" fmla="*/ 597 w 977"/>
              <a:gd name="T31" fmla="*/ 380 h 1411"/>
              <a:gd name="T32" fmla="*/ 543 w 977"/>
              <a:gd name="T33" fmla="*/ 434 h 1411"/>
              <a:gd name="T34" fmla="*/ 597 w 977"/>
              <a:gd name="T35" fmla="*/ 489 h 1411"/>
              <a:gd name="T36" fmla="*/ 652 w 977"/>
              <a:gd name="T37" fmla="*/ 489 h 1411"/>
              <a:gd name="T38" fmla="*/ 652 w 977"/>
              <a:gd name="T39" fmla="*/ 543 h 1411"/>
              <a:gd name="T40" fmla="*/ 326 w 977"/>
              <a:gd name="T41" fmla="*/ 543 h 1411"/>
              <a:gd name="T42" fmla="*/ 326 w 977"/>
              <a:gd name="T43" fmla="*/ 489 h 1411"/>
              <a:gd name="T44" fmla="*/ 380 w 977"/>
              <a:gd name="T45" fmla="*/ 489 h 1411"/>
              <a:gd name="T46" fmla="*/ 435 w 977"/>
              <a:gd name="T47" fmla="*/ 434 h 1411"/>
              <a:gd name="T48" fmla="*/ 380 w 977"/>
              <a:gd name="T49" fmla="*/ 380 h 1411"/>
              <a:gd name="T50" fmla="*/ 326 w 977"/>
              <a:gd name="T51" fmla="*/ 380 h 1411"/>
              <a:gd name="T52" fmla="*/ 326 w 977"/>
              <a:gd name="T53" fmla="*/ 326 h 1411"/>
              <a:gd name="T54" fmla="*/ 380 w 977"/>
              <a:gd name="T55" fmla="*/ 326 h 1411"/>
              <a:gd name="T56" fmla="*/ 435 w 977"/>
              <a:gd name="T57" fmla="*/ 271 h 1411"/>
              <a:gd name="T58" fmla="*/ 380 w 977"/>
              <a:gd name="T59" fmla="*/ 217 h 1411"/>
              <a:gd name="T60" fmla="*/ 336 w 977"/>
              <a:gd name="T61" fmla="*/ 217 h 1411"/>
              <a:gd name="T62" fmla="*/ 489 w 977"/>
              <a:gd name="T63" fmla="*/ 109 h 1411"/>
              <a:gd name="T64" fmla="*/ 55 w 977"/>
              <a:gd name="T65" fmla="*/ 597 h 1411"/>
              <a:gd name="T66" fmla="*/ 0 w 977"/>
              <a:gd name="T67" fmla="*/ 651 h 1411"/>
              <a:gd name="T68" fmla="*/ 0 w 977"/>
              <a:gd name="T69" fmla="*/ 706 h 1411"/>
              <a:gd name="T70" fmla="*/ 380 w 977"/>
              <a:gd name="T71" fmla="*/ 1180 h 1411"/>
              <a:gd name="T72" fmla="*/ 380 w 977"/>
              <a:gd name="T73" fmla="*/ 1303 h 1411"/>
              <a:gd name="T74" fmla="*/ 217 w 977"/>
              <a:gd name="T75" fmla="*/ 1303 h 1411"/>
              <a:gd name="T76" fmla="*/ 163 w 977"/>
              <a:gd name="T77" fmla="*/ 1357 h 1411"/>
              <a:gd name="T78" fmla="*/ 163 w 977"/>
              <a:gd name="T79" fmla="*/ 1411 h 1411"/>
              <a:gd name="T80" fmla="*/ 814 w 977"/>
              <a:gd name="T81" fmla="*/ 1411 h 1411"/>
              <a:gd name="T82" fmla="*/ 814 w 977"/>
              <a:gd name="T83" fmla="*/ 1357 h 1411"/>
              <a:gd name="T84" fmla="*/ 760 w 977"/>
              <a:gd name="T85" fmla="*/ 1303 h 1411"/>
              <a:gd name="T86" fmla="*/ 597 w 977"/>
              <a:gd name="T87" fmla="*/ 1303 h 1411"/>
              <a:gd name="T88" fmla="*/ 597 w 977"/>
              <a:gd name="T89" fmla="*/ 1180 h 1411"/>
              <a:gd name="T90" fmla="*/ 977 w 977"/>
              <a:gd name="T91" fmla="*/ 706 h 1411"/>
              <a:gd name="T92" fmla="*/ 977 w 977"/>
              <a:gd name="T93" fmla="*/ 651 h 1411"/>
              <a:gd name="T94" fmla="*/ 923 w 977"/>
              <a:gd name="T95" fmla="*/ 597 h 1411"/>
              <a:gd name="T96" fmla="*/ 869 w 977"/>
              <a:gd name="T97" fmla="*/ 651 h 1411"/>
              <a:gd name="T98" fmla="*/ 869 w 977"/>
              <a:gd name="T99" fmla="*/ 706 h 1411"/>
              <a:gd name="T100" fmla="*/ 489 w 977"/>
              <a:gd name="T101" fmla="*/ 1086 h 1411"/>
              <a:gd name="T102" fmla="*/ 109 w 977"/>
              <a:gd name="T103" fmla="*/ 706 h 1411"/>
              <a:gd name="T104" fmla="*/ 109 w 977"/>
              <a:gd name="T105" fmla="*/ 651 h 1411"/>
              <a:gd name="T106" fmla="*/ 55 w 977"/>
              <a:gd name="T107" fmla="*/ 597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77" h="1411">
                <a:moveTo>
                  <a:pt x="489" y="0"/>
                </a:moveTo>
                <a:cubicBezTo>
                  <a:pt x="339" y="0"/>
                  <a:pt x="217" y="122"/>
                  <a:pt x="217" y="271"/>
                </a:cubicBezTo>
                <a:lnTo>
                  <a:pt x="217" y="706"/>
                </a:lnTo>
                <a:cubicBezTo>
                  <a:pt x="217" y="856"/>
                  <a:pt x="339" y="977"/>
                  <a:pt x="489" y="977"/>
                </a:cubicBezTo>
                <a:cubicBezTo>
                  <a:pt x="639" y="977"/>
                  <a:pt x="760" y="856"/>
                  <a:pt x="760" y="706"/>
                </a:cubicBezTo>
                <a:lnTo>
                  <a:pt x="760" y="543"/>
                </a:lnTo>
                <a:lnTo>
                  <a:pt x="760" y="271"/>
                </a:lnTo>
                <a:cubicBezTo>
                  <a:pt x="760" y="122"/>
                  <a:pt x="639" y="0"/>
                  <a:pt x="489" y="0"/>
                </a:cubicBezTo>
                <a:close/>
                <a:moveTo>
                  <a:pt x="489" y="109"/>
                </a:moveTo>
                <a:cubicBezTo>
                  <a:pt x="559" y="109"/>
                  <a:pt x="619" y="154"/>
                  <a:pt x="641" y="217"/>
                </a:cubicBezTo>
                <a:lnTo>
                  <a:pt x="597" y="217"/>
                </a:lnTo>
                <a:cubicBezTo>
                  <a:pt x="567" y="217"/>
                  <a:pt x="543" y="241"/>
                  <a:pt x="543" y="271"/>
                </a:cubicBezTo>
                <a:cubicBezTo>
                  <a:pt x="543" y="324"/>
                  <a:pt x="597" y="326"/>
                  <a:pt x="597" y="326"/>
                </a:cubicBezTo>
                <a:lnTo>
                  <a:pt x="652" y="326"/>
                </a:lnTo>
                <a:lnTo>
                  <a:pt x="652" y="380"/>
                </a:lnTo>
                <a:lnTo>
                  <a:pt x="597" y="380"/>
                </a:lnTo>
                <a:cubicBezTo>
                  <a:pt x="567" y="380"/>
                  <a:pt x="543" y="404"/>
                  <a:pt x="543" y="434"/>
                </a:cubicBezTo>
                <a:cubicBezTo>
                  <a:pt x="543" y="487"/>
                  <a:pt x="597" y="489"/>
                  <a:pt x="597" y="489"/>
                </a:cubicBezTo>
                <a:lnTo>
                  <a:pt x="652" y="489"/>
                </a:lnTo>
                <a:lnTo>
                  <a:pt x="652" y="543"/>
                </a:lnTo>
                <a:lnTo>
                  <a:pt x="326" y="543"/>
                </a:lnTo>
                <a:lnTo>
                  <a:pt x="326" y="489"/>
                </a:lnTo>
                <a:lnTo>
                  <a:pt x="380" y="489"/>
                </a:lnTo>
                <a:cubicBezTo>
                  <a:pt x="380" y="489"/>
                  <a:pt x="435" y="487"/>
                  <a:pt x="435" y="434"/>
                </a:cubicBezTo>
                <a:cubicBezTo>
                  <a:pt x="435" y="404"/>
                  <a:pt x="410" y="380"/>
                  <a:pt x="380" y="380"/>
                </a:cubicBezTo>
                <a:lnTo>
                  <a:pt x="326" y="380"/>
                </a:lnTo>
                <a:lnTo>
                  <a:pt x="326" y="326"/>
                </a:lnTo>
                <a:lnTo>
                  <a:pt x="380" y="326"/>
                </a:lnTo>
                <a:cubicBezTo>
                  <a:pt x="380" y="326"/>
                  <a:pt x="435" y="324"/>
                  <a:pt x="435" y="271"/>
                </a:cubicBezTo>
                <a:cubicBezTo>
                  <a:pt x="435" y="241"/>
                  <a:pt x="410" y="217"/>
                  <a:pt x="380" y="217"/>
                </a:cubicBezTo>
                <a:lnTo>
                  <a:pt x="336" y="217"/>
                </a:lnTo>
                <a:cubicBezTo>
                  <a:pt x="359" y="154"/>
                  <a:pt x="418" y="109"/>
                  <a:pt x="489" y="109"/>
                </a:cubicBezTo>
                <a:close/>
                <a:moveTo>
                  <a:pt x="55" y="597"/>
                </a:moveTo>
                <a:cubicBezTo>
                  <a:pt x="6" y="597"/>
                  <a:pt x="0" y="651"/>
                  <a:pt x="0" y="651"/>
                </a:cubicBezTo>
                <a:lnTo>
                  <a:pt x="0" y="706"/>
                </a:lnTo>
                <a:cubicBezTo>
                  <a:pt x="0" y="938"/>
                  <a:pt x="163" y="1131"/>
                  <a:pt x="380" y="1180"/>
                </a:cubicBezTo>
                <a:lnTo>
                  <a:pt x="380" y="1303"/>
                </a:lnTo>
                <a:lnTo>
                  <a:pt x="217" y="1303"/>
                </a:lnTo>
                <a:cubicBezTo>
                  <a:pt x="165" y="1303"/>
                  <a:pt x="163" y="1357"/>
                  <a:pt x="163" y="1357"/>
                </a:cubicBezTo>
                <a:lnTo>
                  <a:pt x="163" y="1411"/>
                </a:lnTo>
                <a:lnTo>
                  <a:pt x="814" y="1411"/>
                </a:lnTo>
                <a:lnTo>
                  <a:pt x="814" y="1357"/>
                </a:lnTo>
                <a:cubicBezTo>
                  <a:pt x="814" y="1327"/>
                  <a:pt x="790" y="1303"/>
                  <a:pt x="760" y="1303"/>
                </a:cubicBezTo>
                <a:lnTo>
                  <a:pt x="597" y="1303"/>
                </a:lnTo>
                <a:lnTo>
                  <a:pt x="597" y="1180"/>
                </a:lnTo>
                <a:cubicBezTo>
                  <a:pt x="814" y="1131"/>
                  <a:pt x="977" y="937"/>
                  <a:pt x="977" y="706"/>
                </a:cubicBezTo>
                <a:lnTo>
                  <a:pt x="977" y="651"/>
                </a:lnTo>
                <a:cubicBezTo>
                  <a:pt x="977" y="651"/>
                  <a:pt x="972" y="597"/>
                  <a:pt x="923" y="597"/>
                </a:cubicBezTo>
                <a:cubicBezTo>
                  <a:pt x="874" y="597"/>
                  <a:pt x="869" y="651"/>
                  <a:pt x="869" y="651"/>
                </a:cubicBezTo>
                <a:lnTo>
                  <a:pt x="869" y="706"/>
                </a:lnTo>
                <a:cubicBezTo>
                  <a:pt x="869" y="915"/>
                  <a:pt x="698" y="1086"/>
                  <a:pt x="489" y="1086"/>
                </a:cubicBezTo>
                <a:cubicBezTo>
                  <a:pt x="279" y="1086"/>
                  <a:pt x="109" y="915"/>
                  <a:pt x="109" y="706"/>
                </a:cubicBezTo>
                <a:lnTo>
                  <a:pt x="109" y="651"/>
                </a:lnTo>
                <a:cubicBezTo>
                  <a:pt x="109" y="651"/>
                  <a:pt x="103" y="597"/>
                  <a:pt x="55" y="59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5" name="타원 464">
            <a:extLst>
              <a:ext uri="{FF2B5EF4-FFF2-40B4-BE49-F238E27FC236}">
                <a16:creationId xmlns:a16="http://schemas.microsoft.com/office/drawing/2014/main" id="{0680F405-816D-D723-A8D8-15C8DB2B7775}"/>
              </a:ext>
            </a:extLst>
          </p:cNvPr>
          <p:cNvSpPr>
            <a:spLocks noChangeAspect="1"/>
          </p:cNvSpPr>
          <p:nvPr/>
        </p:nvSpPr>
        <p:spPr>
          <a:xfrm>
            <a:off x="308189" y="4588033"/>
            <a:ext cx="252000" cy="25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E1173EFE-9DD1-E286-CF3E-27A89CACF7C2}"/>
              </a:ext>
            </a:extLst>
          </p:cNvPr>
          <p:cNvSpPr txBox="1"/>
          <p:nvPr/>
        </p:nvSpPr>
        <p:spPr>
          <a:xfrm>
            <a:off x="563680" y="4688984"/>
            <a:ext cx="66190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직책</a:t>
            </a:r>
            <a:r>
              <a:rPr lang="en-US" altLang="ko-KR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직급</a:t>
            </a:r>
            <a:r>
              <a:rPr lang="en-US" altLang="ko-KR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소속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39EB842A-500B-437A-BDF4-CF20CCB46C3E}"/>
              </a:ext>
            </a:extLst>
          </p:cNvPr>
          <p:cNvSpPr txBox="1"/>
          <p:nvPr/>
        </p:nvSpPr>
        <p:spPr>
          <a:xfrm>
            <a:off x="552043" y="4559032"/>
            <a:ext cx="3112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이름</a:t>
            </a:r>
          </a:p>
        </p:txBody>
      </p:sp>
      <p:sp>
        <p:nvSpPr>
          <p:cNvPr id="468" name="Microphone 2">
            <a:extLst>
              <a:ext uri="{FF2B5EF4-FFF2-40B4-BE49-F238E27FC236}">
                <a16:creationId xmlns:a16="http://schemas.microsoft.com/office/drawing/2014/main" id="{B5EF54F0-70A3-27FE-70AE-00CD96E74BA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570096" y="4663333"/>
            <a:ext cx="66039" cy="94872"/>
          </a:xfrm>
          <a:custGeom>
            <a:avLst/>
            <a:gdLst>
              <a:gd name="T0" fmla="*/ 489 w 977"/>
              <a:gd name="T1" fmla="*/ 0 h 1411"/>
              <a:gd name="T2" fmla="*/ 217 w 977"/>
              <a:gd name="T3" fmla="*/ 271 h 1411"/>
              <a:gd name="T4" fmla="*/ 217 w 977"/>
              <a:gd name="T5" fmla="*/ 706 h 1411"/>
              <a:gd name="T6" fmla="*/ 489 w 977"/>
              <a:gd name="T7" fmla="*/ 977 h 1411"/>
              <a:gd name="T8" fmla="*/ 760 w 977"/>
              <a:gd name="T9" fmla="*/ 706 h 1411"/>
              <a:gd name="T10" fmla="*/ 760 w 977"/>
              <a:gd name="T11" fmla="*/ 543 h 1411"/>
              <a:gd name="T12" fmla="*/ 760 w 977"/>
              <a:gd name="T13" fmla="*/ 271 h 1411"/>
              <a:gd name="T14" fmla="*/ 489 w 977"/>
              <a:gd name="T15" fmla="*/ 0 h 1411"/>
              <a:gd name="T16" fmla="*/ 489 w 977"/>
              <a:gd name="T17" fmla="*/ 109 h 1411"/>
              <a:gd name="T18" fmla="*/ 641 w 977"/>
              <a:gd name="T19" fmla="*/ 217 h 1411"/>
              <a:gd name="T20" fmla="*/ 597 w 977"/>
              <a:gd name="T21" fmla="*/ 217 h 1411"/>
              <a:gd name="T22" fmla="*/ 543 w 977"/>
              <a:gd name="T23" fmla="*/ 271 h 1411"/>
              <a:gd name="T24" fmla="*/ 597 w 977"/>
              <a:gd name="T25" fmla="*/ 326 h 1411"/>
              <a:gd name="T26" fmla="*/ 652 w 977"/>
              <a:gd name="T27" fmla="*/ 326 h 1411"/>
              <a:gd name="T28" fmla="*/ 652 w 977"/>
              <a:gd name="T29" fmla="*/ 380 h 1411"/>
              <a:gd name="T30" fmla="*/ 597 w 977"/>
              <a:gd name="T31" fmla="*/ 380 h 1411"/>
              <a:gd name="T32" fmla="*/ 543 w 977"/>
              <a:gd name="T33" fmla="*/ 434 h 1411"/>
              <a:gd name="T34" fmla="*/ 597 w 977"/>
              <a:gd name="T35" fmla="*/ 489 h 1411"/>
              <a:gd name="T36" fmla="*/ 652 w 977"/>
              <a:gd name="T37" fmla="*/ 489 h 1411"/>
              <a:gd name="T38" fmla="*/ 652 w 977"/>
              <a:gd name="T39" fmla="*/ 543 h 1411"/>
              <a:gd name="T40" fmla="*/ 326 w 977"/>
              <a:gd name="T41" fmla="*/ 543 h 1411"/>
              <a:gd name="T42" fmla="*/ 326 w 977"/>
              <a:gd name="T43" fmla="*/ 489 h 1411"/>
              <a:gd name="T44" fmla="*/ 380 w 977"/>
              <a:gd name="T45" fmla="*/ 489 h 1411"/>
              <a:gd name="T46" fmla="*/ 435 w 977"/>
              <a:gd name="T47" fmla="*/ 434 h 1411"/>
              <a:gd name="T48" fmla="*/ 380 w 977"/>
              <a:gd name="T49" fmla="*/ 380 h 1411"/>
              <a:gd name="T50" fmla="*/ 326 w 977"/>
              <a:gd name="T51" fmla="*/ 380 h 1411"/>
              <a:gd name="T52" fmla="*/ 326 w 977"/>
              <a:gd name="T53" fmla="*/ 326 h 1411"/>
              <a:gd name="T54" fmla="*/ 380 w 977"/>
              <a:gd name="T55" fmla="*/ 326 h 1411"/>
              <a:gd name="T56" fmla="*/ 435 w 977"/>
              <a:gd name="T57" fmla="*/ 271 h 1411"/>
              <a:gd name="T58" fmla="*/ 380 w 977"/>
              <a:gd name="T59" fmla="*/ 217 h 1411"/>
              <a:gd name="T60" fmla="*/ 336 w 977"/>
              <a:gd name="T61" fmla="*/ 217 h 1411"/>
              <a:gd name="T62" fmla="*/ 489 w 977"/>
              <a:gd name="T63" fmla="*/ 109 h 1411"/>
              <a:gd name="T64" fmla="*/ 55 w 977"/>
              <a:gd name="T65" fmla="*/ 597 h 1411"/>
              <a:gd name="T66" fmla="*/ 0 w 977"/>
              <a:gd name="T67" fmla="*/ 651 h 1411"/>
              <a:gd name="T68" fmla="*/ 0 w 977"/>
              <a:gd name="T69" fmla="*/ 706 h 1411"/>
              <a:gd name="T70" fmla="*/ 380 w 977"/>
              <a:gd name="T71" fmla="*/ 1180 h 1411"/>
              <a:gd name="T72" fmla="*/ 380 w 977"/>
              <a:gd name="T73" fmla="*/ 1303 h 1411"/>
              <a:gd name="T74" fmla="*/ 217 w 977"/>
              <a:gd name="T75" fmla="*/ 1303 h 1411"/>
              <a:gd name="T76" fmla="*/ 163 w 977"/>
              <a:gd name="T77" fmla="*/ 1357 h 1411"/>
              <a:gd name="T78" fmla="*/ 163 w 977"/>
              <a:gd name="T79" fmla="*/ 1411 h 1411"/>
              <a:gd name="T80" fmla="*/ 814 w 977"/>
              <a:gd name="T81" fmla="*/ 1411 h 1411"/>
              <a:gd name="T82" fmla="*/ 814 w 977"/>
              <a:gd name="T83" fmla="*/ 1357 h 1411"/>
              <a:gd name="T84" fmla="*/ 760 w 977"/>
              <a:gd name="T85" fmla="*/ 1303 h 1411"/>
              <a:gd name="T86" fmla="*/ 597 w 977"/>
              <a:gd name="T87" fmla="*/ 1303 h 1411"/>
              <a:gd name="T88" fmla="*/ 597 w 977"/>
              <a:gd name="T89" fmla="*/ 1180 h 1411"/>
              <a:gd name="T90" fmla="*/ 977 w 977"/>
              <a:gd name="T91" fmla="*/ 706 h 1411"/>
              <a:gd name="T92" fmla="*/ 977 w 977"/>
              <a:gd name="T93" fmla="*/ 651 h 1411"/>
              <a:gd name="T94" fmla="*/ 923 w 977"/>
              <a:gd name="T95" fmla="*/ 597 h 1411"/>
              <a:gd name="T96" fmla="*/ 869 w 977"/>
              <a:gd name="T97" fmla="*/ 651 h 1411"/>
              <a:gd name="T98" fmla="*/ 869 w 977"/>
              <a:gd name="T99" fmla="*/ 706 h 1411"/>
              <a:gd name="T100" fmla="*/ 489 w 977"/>
              <a:gd name="T101" fmla="*/ 1086 h 1411"/>
              <a:gd name="T102" fmla="*/ 109 w 977"/>
              <a:gd name="T103" fmla="*/ 706 h 1411"/>
              <a:gd name="T104" fmla="*/ 109 w 977"/>
              <a:gd name="T105" fmla="*/ 651 h 1411"/>
              <a:gd name="T106" fmla="*/ 55 w 977"/>
              <a:gd name="T107" fmla="*/ 597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77" h="1411">
                <a:moveTo>
                  <a:pt x="489" y="0"/>
                </a:moveTo>
                <a:cubicBezTo>
                  <a:pt x="339" y="0"/>
                  <a:pt x="217" y="122"/>
                  <a:pt x="217" y="271"/>
                </a:cubicBezTo>
                <a:lnTo>
                  <a:pt x="217" y="706"/>
                </a:lnTo>
                <a:cubicBezTo>
                  <a:pt x="217" y="856"/>
                  <a:pt x="339" y="977"/>
                  <a:pt x="489" y="977"/>
                </a:cubicBezTo>
                <a:cubicBezTo>
                  <a:pt x="639" y="977"/>
                  <a:pt x="760" y="856"/>
                  <a:pt x="760" y="706"/>
                </a:cubicBezTo>
                <a:lnTo>
                  <a:pt x="760" y="543"/>
                </a:lnTo>
                <a:lnTo>
                  <a:pt x="760" y="271"/>
                </a:lnTo>
                <a:cubicBezTo>
                  <a:pt x="760" y="122"/>
                  <a:pt x="639" y="0"/>
                  <a:pt x="489" y="0"/>
                </a:cubicBezTo>
                <a:close/>
                <a:moveTo>
                  <a:pt x="489" y="109"/>
                </a:moveTo>
                <a:cubicBezTo>
                  <a:pt x="559" y="109"/>
                  <a:pt x="619" y="154"/>
                  <a:pt x="641" y="217"/>
                </a:cubicBezTo>
                <a:lnTo>
                  <a:pt x="597" y="217"/>
                </a:lnTo>
                <a:cubicBezTo>
                  <a:pt x="567" y="217"/>
                  <a:pt x="543" y="241"/>
                  <a:pt x="543" y="271"/>
                </a:cubicBezTo>
                <a:cubicBezTo>
                  <a:pt x="543" y="324"/>
                  <a:pt x="597" y="326"/>
                  <a:pt x="597" y="326"/>
                </a:cubicBezTo>
                <a:lnTo>
                  <a:pt x="652" y="326"/>
                </a:lnTo>
                <a:lnTo>
                  <a:pt x="652" y="380"/>
                </a:lnTo>
                <a:lnTo>
                  <a:pt x="597" y="380"/>
                </a:lnTo>
                <a:cubicBezTo>
                  <a:pt x="567" y="380"/>
                  <a:pt x="543" y="404"/>
                  <a:pt x="543" y="434"/>
                </a:cubicBezTo>
                <a:cubicBezTo>
                  <a:pt x="543" y="487"/>
                  <a:pt x="597" y="489"/>
                  <a:pt x="597" y="489"/>
                </a:cubicBezTo>
                <a:lnTo>
                  <a:pt x="652" y="489"/>
                </a:lnTo>
                <a:lnTo>
                  <a:pt x="652" y="543"/>
                </a:lnTo>
                <a:lnTo>
                  <a:pt x="326" y="543"/>
                </a:lnTo>
                <a:lnTo>
                  <a:pt x="326" y="489"/>
                </a:lnTo>
                <a:lnTo>
                  <a:pt x="380" y="489"/>
                </a:lnTo>
                <a:cubicBezTo>
                  <a:pt x="380" y="489"/>
                  <a:pt x="435" y="487"/>
                  <a:pt x="435" y="434"/>
                </a:cubicBezTo>
                <a:cubicBezTo>
                  <a:pt x="435" y="404"/>
                  <a:pt x="410" y="380"/>
                  <a:pt x="380" y="380"/>
                </a:cubicBezTo>
                <a:lnTo>
                  <a:pt x="326" y="380"/>
                </a:lnTo>
                <a:lnTo>
                  <a:pt x="326" y="326"/>
                </a:lnTo>
                <a:lnTo>
                  <a:pt x="380" y="326"/>
                </a:lnTo>
                <a:cubicBezTo>
                  <a:pt x="380" y="326"/>
                  <a:pt x="435" y="324"/>
                  <a:pt x="435" y="271"/>
                </a:cubicBezTo>
                <a:cubicBezTo>
                  <a:pt x="435" y="241"/>
                  <a:pt x="410" y="217"/>
                  <a:pt x="380" y="217"/>
                </a:cubicBezTo>
                <a:lnTo>
                  <a:pt x="336" y="217"/>
                </a:lnTo>
                <a:cubicBezTo>
                  <a:pt x="359" y="154"/>
                  <a:pt x="418" y="109"/>
                  <a:pt x="489" y="109"/>
                </a:cubicBezTo>
                <a:close/>
                <a:moveTo>
                  <a:pt x="55" y="597"/>
                </a:moveTo>
                <a:cubicBezTo>
                  <a:pt x="6" y="597"/>
                  <a:pt x="0" y="651"/>
                  <a:pt x="0" y="651"/>
                </a:cubicBezTo>
                <a:lnTo>
                  <a:pt x="0" y="706"/>
                </a:lnTo>
                <a:cubicBezTo>
                  <a:pt x="0" y="938"/>
                  <a:pt x="163" y="1131"/>
                  <a:pt x="380" y="1180"/>
                </a:cubicBezTo>
                <a:lnTo>
                  <a:pt x="380" y="1303"/>
                </a:lnTo>
                <a:lnTo>
                  <a:pt x="217" y="1303"/>
                </a:lnTo>
                <a:cubicBezTo>
                  <a:pt x="165" y="1303"/>
                  <a:pt x="163" y="1357"/>
                  <a:pt x="163" y="1357"/>
                </a:cubicBezTo>
                <a:lnTo>
                  <a:pt x="163" y="1411"/>
                </a:lnTo>
                <a:lnTo>
                  <a:pt x="814" y="1411"/>
                </a:lnTo>
                <a:lnTo>
                  <a:pt x="814" y="1357"/>
                </a:lnTo>
                <a:cubicBezTo>
                  <a:pt x="814" y="1327"/>
                  <a:pt x="790" y="1303"/>
                  <a:pt x="760" y="1303"/>
                </a:cubicBezTo>
                <a:lnTo>
                  <a:pt x="597" y="1303"/>
                </a:lnTo>
                <a:lnTo>
                  <a:pt x="597" y="1180"/>
                </a:lnTo>
                <a:cubicBezTo>
                  <a:pt x="814" y="1131"/>
                  <a:pt x="977" y="937"/>
                  <a:pt x="977" y="706"/>
                </a:cubicBezTo>
                <a:lnTo>
                  <a:pt x="977" y="651"/>
                </a:lnTo>
                <a:cubicBezTo>
                  <a:pt x="977" y="651"/>
                  <a:pt x="972" y="597"/>
                  <a:pt x="923" y="597"/>
                </a:cubicBezTo>
                <a:cubicBezTo>
                  <a:pt x="874" y="597"/>
                  <a:pt x="869" y="651"/>
                  <a:pt x="869" y="651"/>
                </a:cubicBezTo>
                <a:lnTo>
                  <a:pt x="869" y="706"/>
                </a:lnTo>
                <a:cubicBezTo>
                  <a:pt x="869" y="915"/>
                  <a:pt x="698" y="1086"/>
                  <a:pt x="489" y="1086"/>
                </a:cubicBezTo>
                <a:cubicBezTo>
                  <a:pt x="279" y="1086"/>
                  <a:pt x="109" y="915"/>
                  <a:pt x="109" y="706"/>
                </a:cubicBezTo>
                <a:lnTo>
                  <a:pt x="109" y="651"/>
                </a:lnTo>
                <a:cubicBezTo>
                  <a:pt x="109" y="651"/>
                  <a:pt x="103" y="597"/>
                  <a:pt x="55" y="59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75" name="그룹 474">
            <a:extLst>
              <a:ext uri="{FF2B5EF4-FFF2-40B4-BE49-F238E27FC236}">
                <a16:creationId xmlns:a16="http://schemas.microsoft.com/office/drawing/2014/main" id="{FBFC0499-68B0-D240-B4FB-B6B46F2DDAD9}"/>
              </a:ext>
            </a:extLst>
          </p:cNvPr>
          <p:cNvGrpSpPr/>
          <p:nvPr/>
        </p:nvGrpSpPr>
        <p:grpSpPr>
          <a:xfrm>
            <a:off x="1539725" y="4634270"/>
            <a:ext cx="126779" cy="126779"/>
            <a:chOff x="1940760" y="2777154"/>
            <a:chExt cx="126779" cy="126779"/>
          </a:xfrm>
        </p:grpSpPr>
        <p:sp>
          <p:nvSpPr>
            <p:cNvPr id="476" name="타원 475">
              <a:extLst>
                <a:ext uri="{FF2B5EF4-FFF2-40B4-BE49-F238E27FC236}">
                  <a16:creationId xmlns:a16="http://schemas.microsoft.com/office/drawing/2014/main" id="{C434DA69-69B7-96DA-66C5-09A0E09E166A}"/>
                </a:ext>
              </a:extLst>
            </p:cNvPr>
            <p:cNvSpPr/>
            <p:nvPr/>
          </p:nvSpPr>
          <p:spPr>
            <a:xfrm>
              <a:off x="1940760" y="2777154"/>
              <a:ext cx="126779" cy="12677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7" name="Microphone 2">
              <a:extLst>
                <a:ext uri="{FF2B5EF4-FFF2-40B4-BE49-F238E27FC236}">
                  <a16:creationId xmlns:a16="http://schemas.microsoft.com/office/drawing/2014/main" id="{ECAC36B9-852D-6CAA-4B7B-1B9DFB50097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971623" y="2798080"/>
              <a:ext cx="66039" cy="94872"/>
            </a:xfrm>
            <a:custGeom>
              <a:avLst/>
              <a:gdLst>
                <a:gd name="T0" fmla="*/ 489 w 977"/>
                <a:gd name="T1" fmla="*/ 0 h 1411"/>
                <a:gd name="T2" fmla="*/ 217 w 977"/>
                <a:gd name="T3" fmla="*/ 271 h 1411"/>
                <a:gd name="T4" fmla="*/ 217 w 977"/>
                <a:gd name="T5" fmla="*/ 706 h 1411"/>
                <a:gd name="T6" fmla="*/ 489 w 977"/>
                <a:gd name="T7" fmla="*/ 977 h 1411"/>
                <a:gd name="T8" fmla="*/ 760 w 977"/>
                <a:gd name="T9" fmla="*/ 706 h 1411"/>
                <a:gd name="T10" fmla="*/ 760 w 977"/>
                <a:gd name="T11" fmla="*/ 543 h 1411"/>
                <a:gd name="T12" fmla="*/ 760 w 977"/>
                <a:gd name="T13" fmla="*/ 271 h 1411"/>
                <a:gd name="T14" fmla="*/ 489 w 977"/>
                <a:gd name="T15" fmla="*/ 0 h 1411"/>
                <a:gd name="T16" fmla="*/ 489 w 977"/>
                <a:gd name="T17" fmla="*/ 109 h 1411"/>
                <a:gd name="T18" fmla="*/ 641 w 977"/>
                <a:gd name="T19" fmla="*/ 217 h 1411"/>
                <a:gd name="T20" fmla="*/ 597 w 977"/>
                <a:gd name="T21" fmla="*/ 217 h 1411"/>
                <a:gd name="T22" fmla="*/ 543 w 977"/>
                <a:gd name="T23" fmla="*/ 271 h 1411"/>
                <a:gd name="T24" fmla="*/ 597 w 977"/>
                <a:gd name="T25" fmla="*/ 326 h 1411"/>
                <a:gd name="T26" fmla="*/ 652 w 977"/>
                <a:gd name="T27" fmla="*/ 326 h 1411"/>
                <a:gd name="T28" fmla="*/ 652 w 977"/>
                <a:gd name="T29" fmla="*/ 380 h 1411"/>
                <a:gd name="T30" fmla="*/ 597 w 977"/>
                <a:gd name="T31" fmla="*/ 380 h 1411"/>
                <a:gd name="T32" fmla="*/ 543 w 977"/>
                <a:gd name="T33" fmla="*/ 434 h 1411"/>
                <a:gd name="T34" fmla="*/ 597 w 977"/>
                <a:gd name="T35" fmla="*/ 489 h 1411"/>
                <a:gd name="T36" fmla="*/ 652 w 977"/>
                <a:gd name="T37" fmla="*/ 489 h 1411"/>
                <a:gd name="T38" fmla="*/ 652 w 977"/>
                <a:gd name="T39" fmla="*/ 543 h 1411"/>
                <a:gd name="T40" fmla="*/ 326 w 977"/>
                <a:gd name="T41" fmla="*/ 543 h 1411"/>
                <a:gd name="T42" fmla="*/ 326 w 977"/>
                <a:gd name="T43" fmla="*/ 489 h 1411"/>
                <a:gd name="T44" fmla="*/ 380 w 977"/>
                <a:gd name="T45" fmla="*/ 489 h 1411"/>
                <a:gd name="T46" fmla="*/ 435 w 977"/>
                <a:gd name="T47" fmla="*/ 434 h 1411"/>
                <a:gd name="T48" fmla="*/ 380 w 977"/>
                <a:gd name="T49" fmla="*/ 380 h 1411"/>
                <a:gd name="T50" fmla="*/ 326 w 977"/>
                <a:gd name="T51" fmla="*/ 380 h 1411"/>
                <a:gd name="T52" fmla="*/ 326 w 977"/>
                <a:gd name="T53" fmla="*/ 326 h 1411"/>
                <a:gd name="T54" fmla="*/ 380 w 977"/>
                <a:gd name="T55" fmla="*/ 326 h 1411"/>
                <a:gd name="T56" fmla="*/ 435 w 977"/>
                <a:gd name="T57" fmla="*/ 271 h 1411"/>
                <a:gd name="T58" fmla="*/ 380 w 977"/>
                <a:gd name="T59" fmla="*/ 217 h 1411"/>
                <a:gd name="T60" fmla="*/ 336 w 977"/>
                <a:gd name="T61" fmla="*/ 217 h 1411"/>
                <a:gd name="T62" fmla="*/ 489 w 977"/>
                <a:gd name="T63" fmla="*/ 109 h 1411"/>
                <a:gd name="T64" fmla="*/ 55 w 977"/>
                <a:gd name="T65" fmla="*/ 597 h 1411"/>
                <a:gd name="T66" fmla="*/ 0 w 977"/>
                <a:gd name="T67" fmla="*/ 651 h 1411"/>
                <a:gd name="T68" fmla="*/ 0 w 977"/>
                <a:gd name="T69" fmla="*/ 706 h 1411"/>
                <a:gd name="T70" fmla="*/ 380 w 977"/>
                <a:gd name="T71" fmla="*/ 1180 h 1411"/>
                <a:gd name="T72" fmla="*/ 380 w 977"/>
                <a:gd name="T73" fmla="*/ 1303 h 1411"/>
                <a:gd name="T74" fmla="*/ 217 w 977"/>
                <a:gd name="T75" fmla="*/ 1303 h 1411"/>
                <a:gd name="T76" fmla="*/ 163 w 977"/>
                <a:gd name="T77" fmla="*/ 1357 h 1411"/>
                <a:gd name="T78" fmla="*/ 163 w 977"/>
                <a:gd name="T79" fmla="*/ 1411 h 1411"/>
                <a:gd name="T80" fmla="*/ 814 w 977"/>
                <a:gd name="T81" fmla="*/ 1411 h 1411"/>
                <a:gd name="T82" fmla="*/ 814 w 977"/>
                <a:gd name="T83" fmla="*/ 1357 h 1411"/>
                <a:gd name="T84" fmla="*/ 760 w 977"/>
                <a:gd name="T85" fmla="*/ 1303 h 1411"/>
                <a:gd name="T86" fmla="*/ 597 w 977"/>
                <a:gd name="T87" fmla="*/ 1303 h 1411"/>
                <a:gd name="T88" fmla="*/ 597 w 977"/>
                <a:gd name="T89" fmla="*/ 1180 h 1411"/>
                <a:gd name="T90" fmla="*/ 977 w 977"/>
                <a:gd name="T91" fmla="*/ 706 h 1411"/>
                <a:gd name="T92" fmla="*/ 977 w 977"/>
                <a:gd name="T93" fmla="*/ 651 h 1411"/>
                <a:gd name="T94" fmla="*/ 923 w 977"/>
                <a:gd name="T95" fmla="*/ 597 h 1411"/>
                <a:gd name="T96" fmla="*/ 869 w 977"/>
                <a:gd name="T97" fmla="*/ 651 h 1411"/>
                <a:gd name="T98" fmla="*/ 869 w 977"/>
                <a:gd name="T99" fmla="*/ 706 h 1411"/>
                <a:gd name="T100" fmla="*/ 489 w 977"/>
                <a:gd name="T101" fmla="*/ 1086 h 1411"/>
                <a:gd name="T102" fmla="*/ 109 w 977"/>
                <a:gd name="T103" fmla="*/ 706 h 1411"/>
                <a:gd name="T104" fmla="*/ 109 w 977"/>
                <a:gd name="T105" fmla="*/ 651 h 1411"/>
                <a:gd name="T106" fmla="*/ 55 w 977"/>
                <a:gd name="T107" fmla="*/ 597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77" h="1411">
                  <a:moveTo>
                    <a:pt x="489" y="0"/>
                  </a:moveTo>
                  <a:cubicBezTo>
                    <a:pt x="339" y="0"/>
                    <a:pt x="217" y="122"/>
                    <a:pt x="217" y="271"/>
                  </a:cubicBezTo>
                  <a:lnTo>
                    <a:pt x="217" y="706"/>
                  </a:lnTo>
                  <a:cubicBezTo>
                    <a:pt x="217" y="856"/>
                    <a:pt x="339" y="977"/>
                    <a:pt x="489" y="977"/>
                  </a:cubicBezTo>
                  <a:cubicBezTo>
                    <a:pt x="639" y="977"/>
                    <a:pt x="760" y="856"/>
                    <a:pt x="760" y="706"/>
                  </a:cubicBezTo>
                  <a:lnTo>
                    <a:pt x="760" y="543"/>
                  </a:lnTo>
                  <a:lnTo>
                    <a:pt x="760" y="271"/>
                  </a:lnTo>
                  <a:cubicBezTo>
                    <a:pt x="760" y="122"/>
                    <a:pt x="639" y="0"/>
                    <a:pt x="489" y="0"/>
                  </a:cubicBezTo>
                  <a:close/>
                  <a:moveTo>
                    <a:pt x="489" y="109"/>
                  </a:moveTo>
                  <a:cubicBezTo>
                    <a:pt x="559" y="109"/>
                    <a:pt x="619" y="154"/>
                    <a:pt x="641" y="217"/>
                  </a:cubicBezTo>
                  <a:lnTo>
                    <a:pt x="597" y="217"/>
                  </a:lnTo>
                  <a:cubicBezTo>
                    <a:pt x="567" y="217"/>
                    <a:pt x="543" y="241"/>
                    <a:pt x="543" y="271"/>
                  </a:cubicBezTo>
                  <a:cubicBezTo>
                    <a:pt x="543" y="324"/>
                    <a:pt x="597" y="326"/>
                    <a:pt x="597" y="326"/>
                  </a:cubicBezTo>
                  <a:lnTo>
                    <a:pt x="652" y="326"/>
                  </a:lnTo>
                  <a:lnTo>
                    <a:pt x="652" y="380"/>
                  </a:lnTo>
                  <a:lnTo>
                    <a:pt x="597" y="380"/>
                  </a:lnTo>
                  <a:cubicBezTo>
                    <a:pt x="567" y="380"/>
                    <a:pt x="543" y="404"/>
                    <a:pt x="543" y="434"/>
                  </a:cubicBezTo>
                  <a:cubicBezTo>
                    <a:pt x="543" y="487"/>
                    <a:pt x="597" y="489"/>
                    <a:pt x="597" y="489"/>
                  </a:cubicBezTo>
                  <a:lnTo>
                    <a:pt x="652" y="489"/>
                  </a:lnTo>
                  <a:lnTo>
                    <a:pt x="652" y="543"/>
                  </a:lnTo>
                  <a:lnTo>
                    <a:pt x="326" y="543"/>
                  </a:lnTo>
                  <a:lnTo>
                    <a:pt x="326" y="489"/>
                  </a:lnTo>
                  <a:lnTo>
                    <a:pt x="380" y="489"/>
                  </a:lnTo>
                  <a:cubicBezTo>
                    <a:pt x="380" y="489"/>
                    <a:pt x="435" y="487"/>
                    <a:pt x="435" y="434"/>
                  </a:cubicBezTo>
                  <a:cubicBezTo>
                    <a:pt x="435" y="404"/>
                    <a:pt x="410" y="380"/>
                    <a:pt x="380" y="380"/>
                  </a:cubicBezTo>
                  <a:lnTo>
                    <a:pt x="326" y="380"/>
                  </a:lnTo>
                  <a:lnTo>
                    <a:pt x="326" y="326"/>
                  </a:lnTo>
                  <a:lnTo>
                    <a:pt x="380" y="326"/>
                  </a:lnTo>
                  <a:cubicBezTo>
                    <a:pt x="380" y="326"/>
                    <a:pt x="435" y="324"/>
                    <a:pt x="435" y="271"/>
                  </a:cubicBezTo>
                  <a:cubicBezTo>
                    <a:pt x="435" y="241"/>
                    <a:pt x="410" y="217"/>
                    <a:pt x="380" y="217"/>
                  </a:cubicBezTo>
                  <a:lnTo>
                    <a:pt x="336" y="217"/>
                  </a:lnTo>
                  <a:cubicBezTo>
                    <a:pt x="359" y="154"/>
                    <a:pt x="418" y="109"/>
                    <a:pt x="489" y="109"/>
                  </a:cubicBezTo>
                  <a:close/>
                  <a:moveTo>
                    <a:pt x="55" y="597"/>
                  </a:moveTo>
                  <a:cubicBezTo>
                    <a:pt x="6" y="597"/>
                    <a:pt x="0" y="651"/>
                    <a:pt x="0" y="651"/>
                  </a:cubicBezTo>
                  <a:lnTo>
                    <a:pt x="0" y="706"/>
                  </a:lnTo>
                  <a:cubicBezTo>
                    <a:pt x="0" y="938"/>
                    <a:pt x="163" y="1131"/>
                    <a:pt x="380" y="1180"/>
                  </a:cubicBezTo>
                  <a:lnTo>
                    <a:pt x="380" y="1303"/>
                  </a:lnTo>
                  <a:lnTo>
                    <a:pt x="217" y="1303"/>
                  </a:lnTo>
                  <a:cubicBezTo>
                    <a:pt x="165" y="1303"/>
                    <a:pt x="163" y="1357"/>
                    <a:pt x="163" y="1357"/>
                  </a:cubicBezTo>
                  <a:lnTo>
                    <a:pt x="163" y="1411"/>
                  </a:lnTo>
                  <a:lnTo>
                    <a:pt x="814" y="1411"/>
                  </a:lnTo>
                  <a:lnTo>
                    <a:pt x="814" y="1357"/>
                  </a:lnTo>
                  <a:cubicBezTo>
                    <a:pt x="814" y="1327"/>
                    <a:pt x="790" y="1303"/>
                    <a:pt x="760" y="1303"/>
                  </a:cubicBezTo>
                  <a:lnTo>
                    <a:pt x="597" y="1303"/>
                  </a:lnTo>
                  <a:lnTo>
                    <a:pt x="597" y="1180"/>
                  </a:lnTo>
                  <a:cubicBezTo>
                    <a:pt x="814" y="1131"/>
                    <a:pt x="977" y="937"/>
                    <a:pt x="977" y="706"/>
                  </a:cubicBezTo>
                  <a:lnTo>
                    <a:pt x="977" y="651"/>
                  </a:lnTo>
                  <a:cubicBezTo>
                    <a:pt x="977" y="651"/>
                    <a:pt x="972" y="597"/>
                    <a:pt x="923" y="597"/>
                  </a:cubicBezTo>
                  <a:cubicBezTo>
                    <a:pt x="874" y="597"/>
                    <a:pt x="869" y="651"/>
                    <a:pt x="869" y="651"/>
                  </a:cubicBezTo>
                  <a:lnTo>
                    <a:pt x="869" y="706"/>
                  </a:lnTo>
                  <a:cubicBezTo>
                    <a:pt x="869" y="915"/>
                    <a:pt x="698" y="1086"/>
                    <a:pt x="489" y="1086"/>
                  </a:cubicBezTo>
                  <a:cubicBezTo>
                    <a:pt x="279" y="1086"/>
                    <a:pt x="109" y="915"/>
                    <a:pt x="109" y="706"/>
                  </a:cubicBezTo>
                  <a:lnTo>
                    <a:pt x="109" y="651"/>
                  </a:lnTo>
                  <a:cubicBezTo>
                    <a:pt x="109" y="651"/>
                    <a:pt x="103" y="597"/>
                    <a:pt x="55" y="597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81" name="타원 480">
            <a:extLst>
              <a:ext uri="{FF2B5EF4-FFF2-40B4-BE49-F238E27FC236}">
                <a16:creationId xmlns:a16="http://schemas.microsoft.com/office/drawing/2014/main" id="{13FAF958-D68F-A535-1D3B-F303B5649400}"/>
              </a:ext>
            </a:extLst>
          </p:cNvPr>
          <p:cNvSpPr/>
          <p:nvPr/>
        </p:nvSpPr>
        <p:spPr>
          <a:xfrm>
            <a:off x="1698745" y="3028109"/>
            <a:ext cx="126779" cy="1267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2" name="타원 481">
            <a:extLst>
              <a:ext uri="{FF2B5EF4-FFF2-40B4-BE49-F238E27FC236}">
                <a16:creationId xmlns:a16="http://schemas.microsoft.com/office/drawing/2014/main" id="{072C2E09-3A91-EA2D-4410-BFC839271FE3}"/>
              </a:ext>
            </a:extLst>
          </p:cNvPr>
          <p:cNvSpPr/>
          <p:nvPr/>
        </p:nvSpPr>
        <p:spPr>
          <a:xfrm>
            <a:off x="1697634" y="3428446"/>
            <a:ext cx="126779" cy="1267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3" name="타원 482">
            <a:extLst>
              <a:ext uri="{FF2B5EF4-FFF2-40B4-BE49-F238E27FC236}">
                <a16:creationId xmlns:a16="http://schemas.microsoft.com/office/drawing/2014/main" id="{C9BDECF2-3C56-9890-9B66-1693AD44AB9F}"/>
              </a:ext>
            </a:extLst>
          </p:cNvPr>
          <p:cNvSpPr/>
          <p:nvPr/>
        </p:nvSpPr>
        <p:spPr>
          <a:xfrm>
            <a:off x="1705671" y="3828401"/>
            <a:ext cx="126779" cy="1267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4" name="타원 483">
            <a:extLst>
              <a:ext uri="{FF2B5EF4-FFF2-40B4-BE49-F238E27FC236}">
                <a16:creationId xmlns:a16="http://schemas.microsoft.com/office/drawing/2014/main" id="{EBD9CAEB-DE6E-4769-DC37-2859BE55B7E4}"/>
              </a:ext>
            </a:extLst>
          </p:cNvPr>
          <p:cNvSpPr/>
          <p:nvPr/>
        </p:nvSpPr>
        <p:spPr>
          <a:xfrm>
            <a:off x="1700445" y="4226977"/>
            <a:ext cx="126779" cy="1267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5" name="타원 484">
            <a:extLst>
              <a:ext uri="{FF2B5EF4-FFF2-40B4-BE49-F238E27FC236}">
                <a16:creationId xmlns:a16="http://schemas.microsoft.com/office/drawing/2014/main" id="{13B18001-CA83-A249-446C-E54B7BEAC1A9}"/>
              </a:ext>
            </a:extLst>
          </p:cNvPr>
          <p:cNvSpPr/>
          <p:nvPr/>
        </p:nvSpPr>
        <p:spPr>
          <a:xfrm>
            <a:off x="1689606" y="4635177"/>
            <a:ext cx="126779" cy="1267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7" name="Webcam">
            <a:extLst>
              <a:ext uri="{FF2B5EF4-FFF2-40B4-BE49-F238E27FC236}">
                <a16:creationId xmlns:a16="http://schemas.microsoft.com/office/drawing/2014/main" id="{87BA9BA8-C658-D884-67DD-BC10888AE2D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723841" y="3053019"/>
            <a:ext cx="79060" cy="94872"/>
          </a:xfrm>
          <a:custGeom>
            <a:avLst/>
            <a:gdLst>
              <a:gd name="T0" fmla="*/ 587 w 1174"/>
              <a:gd name="T1" fmla="*/ 0 h 1401"/>
              <a:gd name="T2" fmla="*/ 353 w 1174"/>
              <a:gd name="T3" fmla="*/ 49 h 1401"/>
              <a:gd name="T4" fmla="*/ 319 w 1174"/>
              <a:gd name="T5" fmla="*/ 66 h 1401"/>
              <a:gd name="T6" fmla="*/ 0 w 1174"/>
              <a:gd name="T7" fmla="*/ 587 h 1401"/>
              <a:gd name="T8" fmla="*/ 478 w 1174"/>
              <a:gd name="T9" fmla="*/ 1163 h 1401"/>
              <a:gd name="T10" fmla="*/ 478 w 1174"/>
              <a:gd name="T11" fmla="*/ 1238 h 1401"/>
              <a:gd name="T12" fmla="*/ 207 w 1174"/>
              <a:gd name="T13" fmla="*/ 1238 h 1401"/>
              <a:gd name="T14" fmla="*/ 153 w 1174"/>
              <a:gd name="T15" fmla="*/ 1292 h 1401"/>
              <a:gd name="T16" fmla="*/ 153 w 1174"/>
              <a:gd name="T17" fmla="*/ 1401 h 1401"/>
              <a:gd name="T18" fmla="*/ 1021 w 1174"/>
              <a:gd name="T19" fmla="*/ 1401 h 1401"/>
              <a:gd name="T20" fmla="*/ 1021 w 1174"/>
              <a:gd name="T21" fmla="*/ 1292 h 1401"/>
              <a:gd name="T22" fmla="*/ 967 w 1174"/>
              <a:gd name="T23" fmla="*/ 1238 h 1401"/>
              <a:gd name="T24" fmla="*/ 695 w 1174"/>
              <a:gd name="T25" fmla="*/ 1238 h 1401"/>
              <a:gd name="T26" fmla="*/ 695 w 1174"/>
              <a:gd name="T27" fmla="*/ 1163 h 1401"/>
              <a:gd name="T28" fmla="*/ 1174 w 1174"/>
              <a:gd name="T29" fmla="*/ 587 h 1401"/>
              <a:gd name="T30" fmla="*/ 855 w 1174"/>
              <a:gd name="T31" fmla="*/ 66 h 1401"/>
              <a:gd name="T32" fmla="*/ 821 w 1174"/>
              <a:gd name="T33" fmla="*/ 49 h 1401"/>
              <a:gd name="T34" fmla="*/ 587 w 1174"/>
              <a:gd name="T35" fmla="*/ 0 h 1401"/>
              <a:gd name="T36" fmla="*/ 587 w 1174"/>
              <a:gd name="T37" fmla="*/ 54 h 1401"/>
              <a:gd name="T38" fmla="*/ 782 w 1174"/>
              <a:gd name="T39" fmla="*/ 93 h 1401"/>
              <a:gd name="T40" fmla="*/ 587 w 1174"/>
              <a:gd name="T41" fmla="*/ 170 h 1401"/>
              <a:gd name="T42" fmla="*/ 392 w 1174"/>
              <a:gd name="T43" fmla="*/ 93 h 1401"/>
              <a:gd name="T44" fmla="*/ 587 w 1174"/>
              <a:gd name="T45" fmla="*/ 54 h 1401"/>
              <a:gd name="T46" fmla="*/ 587 w 1174"/>
              <a:gd name="T47" fmla="*/ 299 h 1401"/>
              <a:gd name="T48" fmla="*/ 875 w 1174"/>
              <a:gd name="T49" fmla="*/ 587 h 1401"/>
              <a:gd name="T50" fmla="*/ 587 w 1174"/>
              <a:gd name="T51" fmla="*/ 875 h 1401"/>
              <a:gd name="T52" fmla="*/ 299 w 1174"/>
              <a:gd name="T53" fmla="*/ 587 h 1401"/>
              <a:gd name="T54" fmla="*/ 587 w 1174"/>
              <a:gd name="T55" fmla="*/ 299 h 1401"/>
              <a:gd name="T56" fmla="*/ 587 w 1174"/>
              <a:gd name="T57" fmla="*/ 434 h 1401"/>
              <a:gd name="T58" fmla="*/ 507 w 1174"/>
              <a:gd name="T59" fmla="*/ 456 h 1401"/>
              <a:gd name="T60" fmla="*/ 531 w 1174"/>
              <a:gd name="T61" fmla="*/ 453 h 1401"/>
              <a:gd name="T62" fmla="*/ 607 w 1174"/>
              <a:gd name="T63" fmla="*/ 531 h 1401"/>
              <a:gd name="T64" fmla="*/ 531 w 1174"/>
              <a:gd name="T65" fmla="*/ 609 h 1401"/>
              <a:gd name="T66" fmla="*/ 453 w 1174"/>
              <a:gd name="T67" fmla="*/ 531 h 1401"/>
              <a:gd name="T68" fmla="*/ 456 w 1174"/>
              <a:gd name="T69" fmla="*/ 509 h 1401"/>
              <a:gd name="T70" fmla="*/ 434 w 1174"/>
              <a:gd name="T71" fmla="*/ 587 h 1401"/>
              <a:gd name="T72" fmla="*/ 587 w 1174"/>
              <a:gd name="T73" fmla="*/ 739 h 1401"/>
              <a:gd name="T74" fmla="*/ 739 w 1174"/>
              <a:gd name="T75" fmla="*/ 587 h 1401"/>
              <a:gd name="T76" fmla="*/ 587 w 1174"/>
              <a:gd name="T77" fmla="*/ 434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74" h="1401">
                <a:moveTo>
                  <a:pt x="587" y="0"/>
                </a:moveTo>
                <a:cubicBezTo>
                  <a:pt x="504" y="0"/>
                  <a:pt x="424" y="18"/>
                  <a:pt x="353" y="49"/>
                </a:cubicBezTo>
                <a:cubicBezTo>
                  <a:pt x="341" y="54"/>
                  <a:pt x="330" y="60"/>
                  <a:pt x="319" y="66"/>
                </a:cubicBezTo>
                <a:cubicBezTo>
                  <a:pt x="129" y="163"/>
                  <a:pt x="0" y="359"/>
                  <a:pt x="0" y="587"/>
                </a:cubicBezTo>
                <a:cubicBezTo>
                  <a:pt x="0" y="874"/>
                  <a:pt x="206" y="1113"/>
                  <a:pt x="478" y="1163"/>
                </a:cubicBezTo>
                <a:lnTo>
                  <a:pt x="478" y="1238"/>
                </a:lnTo>
                <a:lnTo>
                  <a:pt x="207" y="1238"/>
                </a:lnTo>
                <a:cubicBezTo>
                  <a:pt x="155" y="1238"/>
                  <a:pt x="153" y="1292"/>
                  <a:pt x="153" y="1292"/>
                </a:cubicBezTo>
                <a:lnTo>
                  <a:pt x="153" y="1401"/>
                </a:lnTo>
                <a:lnTo>
                  <a:pt x="1021" y="1401"/>
                </a:lnTo>
                <a:lnTo>
                  <a:pt x="1021" y="1292"/>
                </a:lnTo>
                <a:cubicBezTo>
                  <a:pt x="1021" y="1262"/>
                  <a:pt x="997" y="1238"/>
                  <a:pt x="967" y="1238"/>
                </a:cubicBezTo>
                <a:lnTo>
                  <a:pt x="695" y="1238"/>
                </a:lnTo>
                <a:lnTo>
                  <a:pt x="695" y="1163"/>
                </a:lnTo>
                <a:cubicBezTo>
                  <a:pt x="968" y="1113"/>
                  <a:pt x="1174" y="874"/>
                  <a:pt x="1174" y="587"/>
                </a:cubicBezTo>
                <a:cubicBezTo>
                  <a:pt x="1174" y="359"/>
                  <a:pt x="1044" y="163"/>
                  <a:pt x="855" y="66"/>
                </a:cubicBezTo>
                <a:cubicBezTo>
                  <a:pt x="844" y="60"/>
                  <a:pt x="833" y="54"/>
                  <a:pt x="821" y="49"/>
                </a:cubicBezTo>
                <a:cubicBezTo>
                  <a:pt x="749" y="18"/>
                  <a:pt x="670" y="0"/>
                  <a:pt x="587" y="0"/>
                </a:cubicBezTo>
                <a:close/>
                <a:moveTo>
                  <a:pt x="587" y="54"/>
                </a:moveTo>
                <a:cubicBezTo>
                  <a:pt x="656" y="54"/>
                  <a:pt x="721" y="69"/>
                  <a:pt x="782" y="93"/>
                </a:cubicBezTo>
                <a:cubicBezTo>
                  <a:pt x="731" y="140"/>
                  <a:pt x="662" y="170"/>
                  <a:pt x="587" y="170"/>
                </a:cubicBezTo>
                <a:cubicBezTo>
                  <a:pt x="512" y="170"/>
                  <a:pt x="443" y="140"/>
                  <a:pt x="392" y="93"/>
                </a:cubicBezTo>
                <a:cubicBezTo>
                  <a:pt x="452" y="69"/>
                  <a:pt x="518" y="54"/>
                  <a:pt x="587" y="54"/>
                </a:cubicBezTo>
                <a:close/>
                <a:moveTo>
                  <a:pt x="587" y="299"/>
                </a:moveTo>
                <a:cubicBezTo>
                  <a:pt x="746" y="299"/>
                  <a:pt x="875" y="427"/>
                  <a:pt x="875" y="587"/>
                </a:cubicBezTo>
                <a:cubicBezTo>
                  <a:pt x="875" y="746"/>
                  <a:pt x="746" y="875"/>
                  <a:pt x="587" y="875"/>
                </a:cubicBezTo>
                <a:cubicBezTo>
                  <a:pt x="427" y="875"/>
                  <a:pt x="299" y="746"/>
                  <a:pt x="299" y="587"/>
                </a:cubicBezTo>
                <a:cubicBezTo>
                  <a:pt x="299" y="427"/>
                  <a:pt x="427" y="299"/>
                  <a:pt x="587" y="299"/>
                </a:cubicBezTo>
                <a:close/>
                <a:moveTo>
                  <a:pt x="587" y="434"/>
                </a:moveTo>
                <a:cubicBezTo>
                  <a:pt x="558" y="434"/>
                  <a:pt x="530" y="442"/>
                  <a:pt x="507" y="456"/>
                </a:cubicBezTo>
                <a:cubicBezTo>
                  <a:pt x="514" y="454"/>
                  <a:pt x="523" y="453"/>
                  <a:pt x="531" y="453"/>
                </a:cubicBezTo>
                <a:cubicBezTo>
                  <a:pt x="574" y="453"/>
                  <a:pt x="607" y="488"/>
                  <a:pt x="607" y="531"/>
                </a:cubicBezTo>
                <a:cubicBezTo>
                  <a:pt x="607" y="574"/>
                  <a:pt x="574" y="609"/>
                  <a:pt x="531" y="609"/>
                </a:cubicBezTo>
                <a:cubicBezTo>
                  <a:pt x="488" y="609"/>
                  <a:pt x="453" y="574"/>
                  <a:pt x="453" y="531"/>
                </a:cubicBezTo>
                <a:cubicBezTo>
                  <a:pt x="453" y="523"/>
                  <a:pt x="454" y="516"/>
                  <a:pt x="456" y="509"/>
                </a:cubicBezTo>
                <a:cubicBezTo>
                  <a:pt x="442" y="532"/>
                  <a:pt x="434" y="558"/>
                  <a:pt x="434" y="587"/>
                </a:cubicBezTo>
                <a:cubicBezTo>
                  <a:pt x="434" y="671"/>
                  <a:pt x="502" y="739"/>
                  <a:pt x="587" y="739"/>
                </a:cubicBezTo>
                <a:cubicBezTo>
                  <a:pt x="671" y="739"/>
                  <a:pt x="739" y="671"/>
                  <a:pt x="739" y="587"/>
                </a:cubicBezTo>
                <a:cubicBezTo>
                  <a:pt x="739" y="502"/>
                  <a:pt x="671" y="434"/>
                  <a:pt x="587" y="43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8" name="Webcam">
            <a:extLst>
              <a:ext uri="{FF2B5EF4-FFF2-40B4-BE49-F238E27FC236}">
                <a16:creationId xmlns:a16="http://schemas.microsoft.com/office/drawing/2014/main" id="{9087A601-40BC-E26F-FFB5-A37F3411F55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723841" y="3450498"/>
            <a:ext cx="79060" cy="94872"/>
          </a:xfrm>
          <a:custGeom>
            <a:avLst/>
            <a:gdLst>
              <a:gd name="T0" fmla="*/ 587 w 1174"/>
              <a:gd name="T1" fmla="*/ 0 h 1401"/>
              <a:gd name="T2" fmla="*/ 353 w 1174"/>
              <a:gd name="T3" fmla="*/ 49 h 1401"/>
              <a:gd name="T4" fmla="*/ 319 w 1174"/>
              <a:gd name="T5" fmla="*/ 66 h 1401"/>
              <a:gd name="T6" fmla="*/ 0 w 1174"/>
              <a:gd name="T7" fmla="*/ 587 h 1401"/>
              <a:gd name="T8" fmla="*/ 478 w 1174"/>
              <a:gd name="T9" fmla="*/ 1163 h 1401"/>
              <a:gd name="T10" fmla="*/ 478 w 1174"/>
              <a:gd name="T11" fmla="*/ 1238 h 1401"/>
              <a:gd name="T12" fmla="*/ 207 w 1174"/>
              <a:gd name="T13" fmla="*/ 1238 h 1401"/>
              <a:gd name="T14" fmla="*/ 153 w 1174"/>
              <a:gd name="T15" fmla="*/ 1292 h 1401"/>
              <a:gd name="T16" fmla="*/ 153 w 1174"/>
              <a:gd name="T17" fmla="*/ 1401 h 1401"/>
              <a:gd name="T18" fmla="*/ 1021 w 1174"/>
              <a:gd name="T19" fmla="*/ 1401 h 1401"/>
              <a:gd name="T20" fmla="*/ 1021 w 1174"/>
              <a:gd name="T21" fmla="*/ 1292 h 1401"/>
              <a:gd name="T22" fmla="*/ 967 w 1174"/>
              <a:gd name="T23" fmla="*/ 1238 h 1401"/>
              <a:gd name="T24" fmla="*/ 695 w 1174"/>
              <a:gd name="T25" fmla="*/ 1238 h 1401"/>
              <a:gd name="T26" fmla="*/ 695 w 1174"/>
              <a:gd name="T27" fmla="*/ 1163 h 1401"/>
              <a:gd name="T28" fmla="*/ 1174 w 1174"/>
              <a:gd name="T29" fmla="*/ 587 h 1401"/>
              <a:gd name="T30" fmla="*/ 855 w 1174"/>
              <a:gd name="T31" fmla="*/ 66 h 1401"/>
              <a:gd name="T32" fmla="*/ 821 w 1174"/>
              <a:gd name="T33" fmla="*/ 49 h 1401"/>
              <a:gd name="T34" fmla="*/ 587 w 1174"/>
              <a:gd name="T35" fmla="*/ 0 h 1401"/>
              <a:gd name="T36" fmla="*/ 587 w 1174"/>
              <a:gd name="T37" fmla="*/ 54 h 1401"/>
              <a:gd name="T38" fmla="*/ 782 w 1174"/>
              <a:gd name="T39" fmla="*/ 93 h 1401"/>
              <a:gd name="T40" fmla="*/ 587 w 1174"/>
              <a:gd name="T41" fmla="*/ 170 h 1401"/>
              <a:gd name="T42" fmla="*/ 392 w 1174"/>
              <a:gd name="T43" fmla="*/ 93 h 1401"/>
              <a:gd name="T44" fmla="*/ 587 w 1174"/>
              <a:gd name="T45" fmla="*/ 54 h 1401"/>
              <a:gd name="T46" fmla="*/ 587 w 1174"/>
              <a:gd name="T47" fmla="*/ 299 h 1401"/>
              <a:gd name="T48" fmla="*/ 875 w 1174"/>
              <a:gd name="T49" fmla="*/ 587 h 1401"/>
              <a:gd name="T50" fmla="*/ 587 w 1174"/>
              <a:gd name="T51" fmla="*/ 875 h 1401"/>
              <a:gd name="T52" fmla="*/ 299 w 1174"/>
              <a:gd name="T53" fmla="*/ 587 h 1401"/>
              <a:gd name="T54" fmla="*/ 587 w 1174"/>
              <a:gd name="T55" fmla="*/ 299 h 1401"/>
              <a:gd name="T56" fmla="*/ 587 w 1174"/>
              <a:gd name="T57" fmla="*/ 434 h 1401"/>
              <a:gd name="T58" fmla="*/ 507 w 1174"/>
              <a:gd name="T59" fmla="*/ 456 h 1401"/>
              <a:gd name="T60" fmla="*/ 531 w 1174"/>
              <a:gd name="T61" fmla="*/ 453 h 1401"/>
              <a:gd name="T62" fmla="*/ 607 w 1174"/>
              <a:gd name="T63" fmla="*/ 531 h 1401"/>
              <a:gd name="T64" fmla="*/ 531 w 1174"/>
              <a:gd name="T65" fmla="*/ 609 h 1401"/>
              <a:gd name="T66" fmla="*/ 453 w 1174"/>
              <a:gd name="T67" fmla="*/ 531 h 1401"/>
              <a:gd name="T68" fmla="*/ 456 w 1174"/>
              <a:gd name="T69" fmla="*/ 509 h 1401"/>
              <a:gd name="T70" fmla="*/ 434 w 1174"/>
              <a:gd name="T71" fmla="*/ 587 h 1401"/>
              <a:gd name="T72" fmla="*/ 587 w 1174"/>
              <a:gd name="T73" fmla="*/ 739 h 1401"/>
              <a:gd name="T74" fmla="*/ 739 w 1174"/>
              <a:gd name="T75" fmla="*/ 587 h 1401"/>
              <a:gd name="T76" fmla="*/ 587 w 1174"/>
              <a:gd name="T77" fmla="*/ 434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74" h="1401">
                <a:moveTo>
                  <a:pt x="587" y="0"/>
                </a:moveTo>
                <a:cubicBezTo>
                  <a:pt x="504" y="0"/>
                  <a:pt x="424" y="18"/>
                  <a:pt x="353" y="49"/>
                </a:cubicBezTo>
                <a:cubicBezTo>
                  <a:pt x="341" y="54"/>
                  <a:pt x="330" y="60"/>
                  <a:pt x="319" y="66"/>
                </a:cubicBezTo>
                <a:cubicBezTo>
                  <a:pt x="129" y="163"/>
                  <a:pt x="0" y="359"/>
                  <a:pt x="0" y="587"/>
                </a:cubicBezTo>
                <a:cubicBezTo>
                  <a:pt x="0" y="874"/>
                  <a:pt x="206" y="1113"/>
                  <a:pt x="478" y="1163"/>
                </a:cubicBezTo>
                <a:lnTo>
                  <a:pt x="478" y="1238"/>
                </a:lnTo>
                <a:lnTo>
                  <a:pt x="207" y="1238"/>
                </a:lnTo>
                <a:cubicBezTo>
                  <a:pt x="155" y="1238"/>
                  <a:pt x="153" y="1292"/>
                  <a:pt x="153" y="1292"/>
                </a:cubicBezTo>
                <a:lnTo>
                  <a:pt x="153" y="1401"/>
                </a:lnTo>
                <a:lnTo>
                  <a:pt x="1021" y="1401"/>
                </a:lnTo>
                <a:lnTo>
                  <a:pt x="1021" y="1292"/>
                </a:lnTo>
                <a:cubicBezTo>
                  <a:pt x="1021" y="1262"/>
                  <a:pt x="997" y="1238"/>
                  <a:pt x="967" y="1238"/>
                </a:cubicBezTo>
                <a:lnTo>
                  <a:pt x="695" y="1238"/>
                </a:lnTo>
                <a:lnTo>
                  <a:pt x="695" y="1163"/>
                </a:lnTo>
                <a:cubicBezTo>
                  <a:pt x="968" y="1113"/>
                  <a:pt x="1174" y="874"/>
                  <a:pt x="1174" y="587"/>
                </a:cubicBezTo>
                <a:cubicBezTo>
                  <a:pt x="1174" y="359"/>
                  <a:pt x="1044" y="163"/>
                  <a:pt x="855" y="66"/>
                </a:cubicBezTo>
                <a:cubicBezTo>
                  <a:pt x="844" y="60"/>
                  <a:pt x="833" y="54"/>
                  <a:pt x="821" y="49"/>
                </a:cubicBezTo>
                <a:cubicBezTo>
                  <a:pt x="749" y="18"/>
                  <a:pt x="670" y="0"/>
                  <a:pt x="587" y="0"/>
                </a:cubicBezTo>
                <a:close/>
                <a:moveTo>
                  <a:pt x="587" y="54"/>
                </a:moveTo>
                <a:cubicBezTo>
                  <a:pt x="656" y="54"/>
                  <a:pt x="721" y="69"/>
                  <a:pt x="782" y="93"/>
                </a:cubicBezTo>
                <a:cubicBezTo>
                  <a:pt x="731" y="140"/>
                  <a:pt x="662" y="170"/>
                  <a:pt x="587" y="170"/>
                </a:cubicBezTo>
                <a:cubicBezTo>
                  <a:pt x="512" y="170"/>
                  <a:pt x="443" y="140"/>
                  <a:pt x="392" y="93"/>
                </a:cubicBezTo>
                <a:cubicBezTo>
                  <a:pt x="452" y="69"/>
                  <a:pt x="518" y="54"/>
                  <a:pt x="587" y="54"/>
                </a:cubicBezTo>
                <a:close/>
                <a:moveTo>
                  <a:pt x="587" y="299"/>
                </a:moveTo>
                <a:cubicBezTo>
                  <a:pt x="746" y="299"/>
                  <a:pt x="875" y="427"/>
                  <a:pt x="875" y="587"/>
                </a:cubicBezTo>
                <a:cubicBezTo>
                  <a:pt x="875" y="746"/>
                  <a:pt x="746" y="875"/>
                  <a:pt x="587" y="875"/>
                </a:cubicBezTo>
                <a:cubicBezTo>
                  <a:pt x="427" y="875"/>
                  <a:pt x="299" y="746"/>
                  <a:pt x="299" y="587"/>
                </a:cubicBezTo>
                <a:cubicBezTo>
                  <a:pt x="299" y="427"/>
                  <a:pt x="427" y="299"/>
                  <a:pt x="587" y="299"/>
                </a:cubicBezTo>
                <a:close/>
                <a:moveTo>
                  <a:pt x="587" y="434"/>
                </a:moveTo>
                <a:cubicBezTo>
                  <a:pt x="558" y="434"/>
                  <a:pt x="530" y="442"/>
                  <a:pt x="507" y="456"/>
                </a:cubicBezTo>
                <a:cubicBezTo>
                  <a:pt x="514" y="454"/>
                  <a:pt x="523" y="453"/>
                  <a:pt x="531" y="453"/>
                </a:cubicBezTo>
                <a:cubicBezTo>
                  <a:pt x="574" y="453"/>
                  <a:pt x="607" y="488"/>
                  <a:pt x="607" y="531"/>
                </a:cubicBezTo>
                <a:cubicBezTo>
                  <a:pt x="607" y="574"/>
                  <a:pt x="574" y="609"/>
                  <a:pt x="531" y="609"/>
                </a:cubicBezTo>
                <a:cubicBezTo>
                  <a:pt x="488" y="609"/>
                  <a:pt x="453" y="574"/>
                  <a:pt x="453" y="531"/>
                </a:cubicBezTo>
                <a:cubicBezTo>
                  <a:pt x="453" y="523"/>
                  <a:pt x="454" y="516"/>
                  <a:pt x="456" y="509"/>
                </a:cubicBezTo>
                <a:cubicBezTo>
                  <a:pt x="442" y="532"/>
                  <a:pt x="434" y="558"/>
                  <a:pt x="434" y="587"/>
                </a:cubicBezTo>
                <a:cubicBezTo>
                  <a:pt x="434" y="671"/>
                  <a:pt x="502" y="739"/>
                  <a:pt x="587" y="739"/>
                </a:cubicBezTo>
                <a:cubicBezTo>
                  <a:pt x="671" y="739"/>
                  <a:pt x="739" y="671"/>
                  <a:pt x="739" y="587"/>
                </a:cubicBezTo>
                <a:cubicBezTo>
                  <a:pt x="739" y="502"/>
                  <a:pt x="671" y="434"/>
                  <a:pt x="587" y="43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9" name="Webcam">
            <a:extLst>
              <a:ext uri="{FF2B5EF4-FFF2-40B4-BE49-F238E27FC236}">
                <a16:creationId xmlns:a16="http://schemas.microsoft.com/office/drawing/2014/main" id="{F4FACE65-C43D-2C5C-383E-19A4AD2B107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727636" y="3847415"/>
            <a:ext cx="79060" cy="94872"/>
          </a:xfrm>
          <a:custGeom>
            <a:avLst/>
            <a:gdLst>
              <a:gd name="T0" fmla="*/ 587 w 1174"/>
              <a:gd name="T1" fmla="*/ 0 h 1401"/>
              <a:gd name="T2" fmla="*/ 353 w 1174"/>
              <a:gd name="T3" fmla="*/ 49 h 1401"/>
              <a:gd name="T4" fmla="*/ 319 w 1174"/>
              <a:gd name="T5" fmla="*/ 66 h 1401"/>
              <a:gd name="T6" fmla="*/ 0 w 1174"/>
              <a:gd name="T7" fmla="*/ 587 h 1401"/>
              <a:gd name="T8" fmla="*/ 478 w 1174"/>
              <a:gd name="T9" fmla="*/ 1163 h 1401"/>
              <a:gd name="T10" fmla="*/ 478 w 1174"/>
              <a:gd name="T11" fmla="*/ 1238 h 1401"/>
              <a:gd name="T12" fmla="*/ 207 w 1174"/>
              <a:gd name="T13" fmla="*/ 1238 h 1401"/>
              <a:gd name="T14" fmla="*/ 153 w 1174"/>
              <a:gd name="T15" fmla="*/ 1292 h 1401"/>
              <a:gd name="T16" fmla="*/ 153 w 1174"/>
              <a:gd name="T17" fmla="*/ 1401 h 1401"/>
              <a:gd name="T18" fmla="*/ 1021 w 1174"/>
              <a:gd name="T19" fmla="*/ 1401 h 1401"/>
              <a:gd name="T20" fmla="*/ 1021 w 1174"/>
              <a:gd name="T21" fmla="*/ 1292 h 1401"/>
              <a:gd name="T22" fmla="*/ 967 w 1174"/>
              <a:gd name="T23" fmla="*/ 1238 h 1401"/>
              <a:gd name="T24" fmla="*/ 695 w 1174"/>
              <a:gd name="T25" fmla="*/ 1238 h 1401"/>
              <a:gd name="T26" fmla="*/ 695 w 1174"/>
              <a:gd name="T27" fmla="*/ 1163 h 1401"/>
              <a:gd name="T28" fmla="*/ 1174 w 1174"/>
              <a:gd name="T29" fmla="*/ 587 h 1401"/>
              <a:gd name="T30" fmla="*/ 855 w 1174"/>
              <a:gd name="T31" fmla="*/ 66 h 1401"/>
              <a:gd name="T32" fmla="*/ 821 w 1174"/>
              <a:gd name="T33" fmla="*/ 49 h 1401"/>
              <a:gd name="T34" fmla="*/ 587 w 1174"/>
              <a:gd name="T35" fmla="*/ 0 h 1401"/>
              <a:gd name="T36" fmla="*/ 587 w 1174"/>
              <a:gd name="T37" fmla="*/ 54 h 1401"/>
              <a:gd name="T38" fmla="*/ 782 w 1174"/>
              <a:gd name="T39" fmla="*/ 93 h 1401"/>
              <a:gd name="T40" fmla="*/ 587 w 1174"/>
              <a:gd name="T41" fmla="*/ 170 h 1401"/>
              <a:gd name="T42" fmla="*/ 392 w 1174"/>
              <a:gd name="T43" fmla="*/ 93 h 1401"/>
              <a:gd name="T44" fmla="*/ 587 w 1174"/>
              <a:gd name="T45" fmla="*/ 54 h 1401"/>
              <a:gd name="T46" fmla="*/ 587 w 1174"/>
              <a:gd name="T47" fmla="*/ 299 h 1401"/>
              <a:gd name="T48" fmla="*/ 875 w 1174"/>
              <a:gd name="T49" fmla="*/ 587 h 1401"/>
              <a:gd name="T50" fmla="*/ 587 w 1174"/>
              <a:gd name="T51" fmla="*/ 875 h 1401"/>
              <a:gd name="T52" fmla="*/ 299 w 1174"/>
              <a:gd name="T53" fmla="*/ 587 h 1401"/>
              <a:gd name="T54" fmla="*/ 587 w 1174"/>
              <a:gd name="T55" fmla="*/ 299 h 1401"/>
              <a:gd name="T56" fmla="*/ 587 w 1174"/>
              <a:gd name="T57" fmla="*/ 434 h 1401"/>
              <a:gd name="T58" fmla="*/ 507 w 1174"/>
              <a:gd name="T59" fmla="*/ 456 h 1401"/>
              <a:gd name="T60" fmla="*/ 531 w 1174"/>
              <a:gd name="T61" fmla="*/ 453 h 1401"/>
              <a:gd name="T62" fmla="*/ 607 w 1174"/>
              <a:gd name="T63" fmla="*/ 531 h 1401"/>
              <a:gd name="T64" fmla="*/ 531 w 1174"/>
              <a:gd name="T65" fmla="*/ 609 h 1401"/>
              <a:gd name="T66" fmla="*/ 453 w 1174"/>
              <a:gd name="T67" fmla="*/ 531 h 1401"/>
              <a:gd name="T68" fmla="*/ 456 w 1174"/>
              <a:gd name="T69" fmla="*/ 509 h 1401"/>
              <a:gd name="T70" fmla="*/ 434 w 1174"/>
              <a:gd name="T71" fmla="*/ 587 h 1401"/>
              <a:gd name="T72" fmla="*/ 587 w 1174"/>
              <a:gd name="T73" fmla="*/ 739 h 1401"/>
              <a:gd name="T74" fmla="*/ 739 w 1174"/>
              <a:gd name="T75" fmla="*/ 587 h 1401"/>
              <a:gd name="T76" fmla="*/ 587 w 1174"/>
              <a:gd name="T77" fmla="*/ 434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74" h="1401">
                <a:moveTo>
                  <a:pt x="587" y="0"/>
                </a:moveTo>
                <a:cubicBezTo>
                  <a:pt x="504" y="0"/>
                  <a:pt x="424" y="18"/>
                  <a:pt x="353" y="49"/>
                </a:cubicBezTo>
                <a:cubicBezTo>
                  <a:pt x="341" y="54"/>
                  <a:pt x="330" y="60"/>
                  <a:pt x="319" y="66"/>
                </a:cubicBezTo>
                <a:cubicBezTo>
                  <a:pt x="129" y="163"/>
                  <a:pt x="0" y="359"/>
                  <a:pt x="0" y="587"/>
                </a:cubicBezTo>
                <a:cubicBezTo>
                  <a:pt x="0" y="874"/>
                  <a:pt x="206" y="1113"/>
                  <a:pt x="478" y="1163"/>
                </a:cubicBezTo>
                <a:lnTo>
                  <a:pt x="478" y="1238"/>
                </a:lnTo>
                <a:lnTo>
                  <a:pt x="207" y="1238"/>
                </a:lnTo>
                <a:cubicBezTo>
                  <a:pt x="155" y="1238"/>
                  <a:pt x="153" y="1292"/>
                  <a:pt x="153" y="1292"/>
                </a:cubicBezTo>
                <a:lnTo>
                  <a:pt x="153" y="1401"/>
                </a:lnTo>
                <a:lnTo>
                  <a:pt x="1021" y="1401"/>
                </a:lnTo>
                <a:lnTo>
                  <a:pt x="1021" y="1292"/>
                </a:lnTo>
                <a:cubicBezTo>
                  <a:pt x="1021" y="1262"/>
                  <a:pt x="997" y="1238"/>
                  <a:pt x="967" y="1238"/>
                </a:cubicBezTo>
                <a:lnTo>
                  <a:pt x="695" y="1238"/>
                </a:lnTo>
                <a:lnTo>
                  <a:pt x="695" y="1163"/>
                </a:lnTo>
                <a:cubicBezTo>
                  <a:pt x="968" y="1113"/>
                  <a:pt x="1174" y="874"/>
                  <a:pt x="1174" y="587"/>
                </a:cubicBezTo>
                <a:cubicBezTo>
                  <a:pt x="1174" y="359"/>
                  <a:pt x="1044" y="163"/>
                  <a:pt x="855" y="66"/>
                </a:cubicBezTo>
                <a:cubicBezTo>
                  <a:pt x="844" y="60"/>
                  <a:pt x="833" y="54"/>
                  <a:pt x="821" y="49"/>
                </a:cubicBezTo>
                <a:cubicBezTo>
                  <a:pt x="749" y="18"/>
                  <a:pt x="670" y="0"/>
                  <a:pt x="587" y="0"/>
                </a:cubicBezTo>
                <a:close/>
                <a:moveTo>
                  <a:pt x="587" y="54"/>
                </a:moveTo>
                <a:cubicBezTo>
                  <a:pt x="656" y="54"/>
                  <a:pt x="721" y="69"/>
                  <a:pt x="782" y="93"/>
                </a:cubicBezTo>
                <a:cubicBezTo>
                  <a:pt x="731" y="140"/>
                  <a:pt x="662" y="170"/>
                  <a:pt x="587" y="170"/>
                </a:cubicBezTo>
                <a:cubicBezTo>
                  <a:pt x="512" y="170"/>
                  <a:pt x="443" y="140"/>
                  <a:pt x="392" y="93"/>
                </a:cubicBezTo>
                <a:cubicBezTo>
                  <a:pt x="452" y="69"/>
                  <a:pt x="518" y="54"/>
                  <a:pt x="587" y="54"/>
                </a:cubicBezTo>
                <a:close/>
                <a:moveTo>
                  <a:pt x="587" y="299"/>
                </a:moveTo>
                <a:cubicBezTo>
                  <a:pt x="746" y="299"/>
                  <a:pt x="875" y="427"/>
                  <a:pt x="875" y="587"/>
                </a:cubicBezTo>
                <a:cubicBezTo>
                  <a:pt x="875" y="746"/>
                  <a:pt x="746" y="875"/>
                  <a:pt x="587" y="875"/>
                </a:cubicBezTo>
                <a:cubicBezTo>
                  <a:pt x="427" y="875"/>
                  <a:pt x="299" y="746"/>
                  <a:pt x="299" y="587"/>
                </a:cubicBezTo>
                <a:cubicBezTo>
                  <a:pt x="299" y="427"/>
                  <a:pt x="427" y="299"/>
                  <a:pt x="587" y="299"/>
                </a:cubicBezTo>
                <a:close/>
                <a:moveTo>
                  <a:pt x="587" y="434"/>
                </a:moveTo>
                <a:cubicBezTo>
                  <a:pt x="558" y="434"/>
                  <a:pt x="530" y="442"/>
                  <a:pt x="507" y="456"/>
                </a:cubicBezTo>
                <a:cubicBezTo>
                  <a:pt x="514" y="454"/>
                  <a:pt x="523" y="453"/>
                  <a:pt x="531" y="453"/>
                </a:cubicBezTo>
                <a:cubicBezTo>
                  <a:pt x="574" y="453"/>
                  <a:pt x="607" y="488"/>
                  <a:pt x="607" y="531"/>
                </a:cubicBezTo>
                <a:cubicBezTo>
                  <a:pt x="607" y="574"/>
                  <a:pt x="574" y="609"/>
                  <a:pt x="531" y="609"/>
                </a:cubicBezTo>
                <a:cubicBezTo>
                  <a:pt x="488" y="609"/>
                  <a:pt x="453" y="574"/>
                  <a:pt x="453" y="531"/>
                </a:cubicBezTo>
                <a:cubicBezTo>
                  <a:pt x="453" y="523"/>
                  <a:pt x="454" y="516"/>
                  <a:pt x="456" y="509"/>
                </a:cubicBezTo>
                <a:cubicBezTo>
                  <a:pt x="442" y="532"/>
                  <a:pt x="434" y="558"/>
                  <a:pt x="434" y="587"/>
                </a:cubicBezTo>
                <a:cubicBezTo>
                  <a:pt x="434" y="671"/>
                  <a:pt x="502" y="739"/>
                  <a:pt x="587" y="739"/>
                </a:cubicBezTo>
                <a:cubicBezTo>
                  <a:pt x="671" y="739"/>
                  <a:pt x="739" y="671"/>
                  <a:pt x="739" y="587"/>
                </a:cubicBezTo>
                <a:cubicBezTo>
                  <a:pt x="739" y="502"/>
                  <a:pt x="671" y="434"/>
                  <a:pt x="587" y="43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90" name="Webcam">
            <a:extLst>
              <a:ext uri="{FF2B5EF4-FFF2-40B4-BE49-F238E27FC236}">
                <a16:creationId xmlns:a16="http://schemas.microsoft.com/office/drawing/2014/main" id="{B3A9D867-C310-B22F-AB82-E95D46820E0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727636" y="4244894"/>
            <a:ext cx="79060" cy="94872"/>
          </a:xfrm>
          <a:custGeom>
            <a:avLst/>
            <a:gdLst>
              <a:gd name="T0" fmla="*/ 587 w 1174"/>
              <a:gd name="T1" fmla="*/ 0 h 1401"/>
              <a:gd name="T2" fmla="*/ 353 w 1174"/>
              <a:gd name="T3" fmla="*/ 49 h 1401"/>
              <a:gd name="T4" fmla="*/ 319 w 1174"/>
              <a:gd name="T5" fmla="*/ 66 h 1401"/>
              <a:gd name="T6" fmla="*/ 0 w 1174"/>
              <a:gd name="T7" fmla="*/ 587 h 1401"/>
              <a:gd name="T8" fmla="*/ 478 w 1174"/>
              <a:gd name="T9" fmla="*/ 1163 h 1401"/>
              <a:gd name="T10" fmla="*/ 478 w 1174"/>
              <a:gd name="T11" fmla="*/ 1238 h 1401"/>
              <a:gd name="T12" fmla="*/ 207 w 1174"/>
              <a:gd name="T13" fmla="*/ 1238 h 1401"/>
              <a:gd name="T14" fmla="*/ 153 w 1174"/>
              <a:gd name="T15" fmla="*/ 1292 h 1401"/>
              <a:gd name="T16" fmla="*/ 153 w 1174"/>
              <a:gd name="T17" fmla="*/ 1401 h 1401"/>
              <a:gd name="T18" fmla="*/ 1021 w 1174"/>
              <a:gd name="T19" fmla="*/ 1401 h 1401"/>
              <a:gd name="T20" fmla="*/ 1021 w 1174"/>
              <a:gd name="T21" fmla="*/ 1292 h 1401"/>
              <a:gd name="T22" fmla="*/ 967 w 1174"/>
              <a:gd name="T23" fmla="*/ 1238 h 1401"/>
              <a:gd name="T24" fmla="*/ 695 w 1174"/>
              <a:gd name="T25" fmla="*/ 1238 h 1401"/>
              <a:gd name="T26" fmla="*/ 695 w 1174"/>
              <a:gd name="T27" fmla="*/ 1163 h 1401"/>
              <a:gd name="T28" fmla="*/ 1174 w 1174"/>
              <a:gd name="T29" fmla="*/ 587 h 1401"/>
              <a:gd name="T30" fmla="*/ 855 w 1174"/>
              <a:gd name="T31" fmla="*/ 66 h 1401"/>
              <a:gd name="T32" fmla="*/ 821 w 1174"/>
              <a:gd name="T33" fmla="*/ 49 h 1401"/>
              <a:gd name="T34" fmla="*/ 587 w 1174"/>
              <a:gd name="T35" fmla="*/ 0 h 1401"/>
              <a:gd name="T36" fmla="*/ 587 w 1174"/>
              <a:gd name="T37" fmla="*/ 54 h 1401"/>
              <a:gd name="T38" fmla="*/ 782 w 1174"/>
              <a:gd name="T39" fmla="*/ 93 h 1401"/>
              <a:gd name="T40" fmla="*/ 587 w 1174"/>
              <a:gd name="T41" fmla="*/ 170 h 1401"/>
              <a:gd name="T42" fmla="*/ 392 w 1174"/>
              <a:gd name="T43" fmla="*/ 93 h 1401"/>
              <a:gd name="T44" fmla="*/ 587 w 1174"/>
              <a:gd name="T45" fmla="*/ 54 h 1401"/>
              <a:gd name="T46" fmla="*/ 587 w 1174"/>
              <a:gd name="T47" fmla="*/ 299 h 1401"/>
              <a:gd name="T48" fmla="*/ 875 w 1174"/>
              <a:gd name="T49" fmla="*/ 587 h 1401"/>
              <a:gd name="T50" fmla="*/ 587 w 1174"/>
              <a:gd name="T51" fmla="*/ 875 h 1401"/>
              <a:gd name="T52" fmla="*/ 299 w 1174"/>
              <a:gd name="T53" fmla="*/ 587 h 1401"/>
              <a:gd name="T54" fmla="*/ 587 w 1174"/>
              <a:gd name="T55" fmla="*/ 299 h 1401"/>
              <a:gd name="T56" fmla="*/ 587 w 1174"/>
              <a:gd name="T57" fmla="*/ 434 h 1401"/>
              <a:gd name="T58" fmla="*/ 507 w 1174"/>
              <a:gd name="T59" fmla="*/ 456 h 1401"/>
              <a:gd name="T60" fmla="*/ 531 w 1174"/>
              <a:gd name="T61" fmla="*/ 453 h 1401"/>
              <a:gd name="T62" fmla="*/ 607 w 1174"/>
              <a:gd name="T63" fmla="*/ 531 h 1401"/>
              <a:gd name="T64" fmla="*/ 531 w 1174"/>
              <a:gd name="T65" fmla="*/ 609 h 1401"/>
              <a:gd name="T66" fmla="*/ 453 w 1174"/>
              <a:gd name="T67" fmla="*/ 531 h 1401"/>
              <a:gd name="T68" fmla="*/ 456 w 1174"/>
              <a:gd name="T69" fmla="*/ 509 h 1401"/>
              <a:gd name="T70" fmla="*/ 434 w 1174"/>
              <a:gd name="T71" fmla="*/ 587 h 1401"/>
              <a:gd name="T72" fmla="*/ 587 w 1174"/>
              <a:gd name="T73" fmla="*/ 739 h 1401"/>
              <a:gd name="T74" fmla="*/ 739 w 1174"/>
              <a:gd name="T75" fmla="*/ 587 h 1401"/>
              <a:gd name="T76" fmla="*/ 587 w 1174"/>
              <a:gd name="T77" fmla="*/ 434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74" h="1401">
                <a:moveTo>
                  <a:pt x="587" y="0"/>
                </a:moveTo>
                <a:cubicBezTo>
                  <a:pt x="504" y="0"/>
                  <a:pt x="424" y="18"/>
                  <a:pt x="353" y="49"/>
                </a:cubicBezTo>
                <a:cubicBezTo>
                  <a:pt x="341" y="54"/>
                  <a:pt x="330" y="60"/>
                  <a:pt x="319" y="66"/>
                </a:cubicBezTo>
                <a:cubicBezTo>
                  <a:pt x="129" y="163"/>
                  <a:pt x="0" y="359"/>
                  <a:pt x="0" y="587"/>
                </a:cubicBezTo>
                <a:cubicBezTo>
                  <a:pt x="0" y="874"/>
                  <a:pt x="206" y="1113"/>
                  <a:pt x="478" y="1163"/>
                </a:cubicBezTo>
                <a:lnTo>
                  <a:pt x="478" y="1238"/>
                </a:lnTo>
                <a:lnTo>
                  <a:pt x="207" y="1238"/>
                </a:lnTo>
                <a:cubicBezTo>
                  <a:pt x="155" y="1238"/>
                  <a:pt x="153" y="1292"/>
                  <a:pt x="153" y="1292"/>
                </a:cubicBezTo>
                <a:lnTo>
                  <a:pt x="153" y="1401"/>
                </a:lnTo>
                <a:lnTo>
                  <a:pt x="1021" y="1401"/>
                </a:lnTo>
                <a:lnTo>
                  <a:pt x="1021" y="1292"/>
                </a:lnTo>
                <a:cubicBezTo>
                  <a:pt x="1021" y="1262"/>
                  <a:pt x="997" y="1238"/>
                  <a:pt x="967" y="1238"/>
                </a:cubicBezTo>
                <a:lnTo>
                  <a:pt x="695" y="1238"/>
                </a:lnTo>
                <a:lnTo>
                  <a:pt x="695" y="1163"/>
                </a:lnTo>
                <a:cubicBezTo>
                  <a:pt x="968" y="1113"/>
                  <a:pt x="1174" y="874"/>
                  <a:pt x="1174" y="587"/>
                </a:cubicBezTo>
                <a:cubicBezTo>
                  <a:pt x="1174" y="359"/>
                  <a:pt x="1044" y="163"/>
                  <a:pt x="855" y="66"/>
                </a:cubicBezTo>
                <a:cubicBezTo>
                  <a:pt x="844" y="60"/>
                  <a:pt x="833" y="54"/>
                  <a:pt x="821" y="49"/>
                </a:cubicBezTo>
                <a:cubicBezTo>
                  <a:pt x="749" y="18"/>
                  <a:pt x="670" y="0"/>
                  <a:pt x="587" y="0"/>
                </a:cubicBezTo>
                <a:close/>
                <a:moveTo>
                  <a:pt x="587" y="54"/>
                </a:moveTo>
                <a:cubicBezTo>
                  <a:pt x="656" y="54"/>
                  <a:pt x="721" y="69"/>
                  <a:pt x="782" y="93"/>
                </a:cubicBezTo>
                <a:cubicBezTo>
                  <a:pt x="731" y="140"/>
                  <a:pt x="662" y="170"/>
                  <a:pt x="587" y="170"/>
                </a:cubicBezTo>
                <a:cubicBezTo>
                  <a:pt x="512" y="170"/>
                  <a:pt x="443" y="140"/>
                  <a:pt x="392" y="93"/>
                </a:cubicBezTo>
                <a:cubicBezTo>
                  <a:pt x="452" y="69"/>
                  <a:pt x="518" y="54"/>
                  <a:pt x="587" y="54"/>
                </a:cubicBezTo>
                <a:close/>
                <a:moveTo>
                  <a:pt x="587" y="299"/>
                </a:moveTo>
                <a:cubicBezTo>
                  <a:pt x="746" y="299"/>
                  <a:pt x="875" y="427"/>
                  <a:pt x="875" y="587"/>
                </a:cubicBezTo>
                <a:cubicBezTo>
                  <a:pt x="875" y="746"/>
                  <a:pt x="746" y="875"/>
                  <a:pt x="587" y="875"/>
                </a:cubicBezTo>
                <a:cubicBezTo>
                  <a:pt x="427" y="875"/>
                  <a:pt x="299" y="746"/>
                  <a:pt x="299" y="587"/>
                </a:cubicBezTo>
                <a:cubicBezTo>
                  <a:pt x="299" y="427"/>
                  <a:pt x="427" y="299"/>
                  <a:pt x="587" y="299"/>
                </a:cubicBezTo>
                <a:close/>
                <a:moveTo>
                  <a:pt x="587" y="434"/>
                </a:moveTo>
                <a:cubicBezTo>
                  <a:pt x="558" y="434"/>
                  <a:pt x="530" y="442"/>
                  <a:pt x="507" y="456"/>
                </a:cubicBezTo>
                <a:cubicBezTo>
                  <a:pt x="514" y="454"/>
                  <a:pt x="523" y="453"/>
                  <a:pt x="531" y="453"/>
                </a:cubicBezTo>
                <a:cubicBezTo>
                  <a:pt x="574" y="453"/>
                  <a:pt x="607" y="488"/>
                  <a:pt x="607" y="531"/>
                </a:cubicBezTo>
                <a:cubicBezTo>
                  <a:pt x="607" y="574"/>
                  <a:pt x="574" y="609"/>
                  <a:pt x="531" y="609"/>
                </a:cubicBezTo>
                <a:cubicBezTo>
                  <a:pt x="488" y="609"/>
                  <a:pt x="453" y="574"/>
                  <a:pt x="453" y="531"/>
                </a:cubicBezTo>
                <a:cubicBezTo>
                  <a:pt x="453" y="523"/>
                  <a:pt x="454" y="516"/>
                  <a:pt x="456" y="509"/>
                </a:cubicBezTo>
                <a:cubicBezTo>
                  <a:pt x="442" y="532"/>
                  <a:pt x="434" y="558"/>
                  <a:pt x="434" y="587"/>
                </a:cubicBezTo>
                <a:cubicBezTo>
                  <a:pt x="434" y="671"/>
                  <a:pt x="502" y="739"/>
                  <a:pt x="587" y="739"/>
                </a:cubicBezTo>
                <a:cubicBezTo>
                  <a:pt x="671" y="739"/>
                  <a:pt x="739" y="671"/>
                  <a:pt x="739" y="587"/>
                </a:cubicBezTo>
                <a:cubicBezTo>
                  <a:pt x="739" y="502"/>
                  <a:pt x="671" y="434"/>
                  <a:pt x="587" y="43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91" name="Webcam">
            <a:extLst>
              <a:ext uri="{FF2B5EF4-FFF2-40B4-BE49-F238E27FC236}">
                <a16:creationId xmlns:a16="http://schemas.microsoft.com/office/drawing/2014/main" id="{3E1ADE89-ECDD-8D0F-9D9F-9C0350EFE31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721494" y="4659180"/>
            <a:ext cx="79060" cy="94872"/>
          </a:xfrm>
          <a:custGeom>
            <a:avLst/>
            <a:gdLst>
              <a:gd name="T0" fmla="*/ 587 w 1174"/>
              <a:gd name="T1" fmla="*/ 0 h 1401"/>
              <a:gd name="T2" fmla="*/ 353 w 1174"/>
              <a:gd name="T3" fmla="*/ 49 h 1401"/>
              <a:gd name="T4" fmla="*/ 319 w 1174"/>
              <a:gd name="T5" fmla="*/ 66 h 1401"/>
              <a:gd name="T6" fmla="*/ 0 w 1174"/>
              <a:gd name="T7" fmla="*/ 587 h 1401"/>
              <a:gd name="T8" fmla="*/ 478 w 1174"/>
              <a:gd name="T9" fmla="*/ 1163 h 1401"/>
              <a:gd name="T10" fmla="*/ 478 w 1174"/>
              <a:gd name="T11" fmla="*/ 1238 h 1401"/>
              <a:gd name="T12" fmla="*/ 207 w 1174"/>
              <a:gd name="T13" fmla="*/ 1238 h 1401"/>
              <a:gd name="T14" fmla="*/ 153 w 1174"/>
              <a:gd name="T15" fmla="*/ 1292 h 1401"/>
              <a:gd name="T16" fmla="*/ 153 w 1174"/>
              <a:gd name="T17" fmla="*/ 1401 h 1401"/>
              <a:gd name="T18" fmla="*/ 1021 w 1174"/>
              <a:gd name="T19" fmla="*/ 1401 h 1401"/>
              <a:gd name="T20" fmla="*/ 1021 w 1174"/>
              <a:gd name="T21" fmla="*/ 1292 h 1401"/>
              <a:gd name="T22" fmla="*/ 967 w 1174"/>
              <a:gd name="T23" fmla="*/ 1238 h 1401"/>
              <a:gd name="T24" fmla="*/ 695 w 1174"/>
              <a:gd name="T25" fmla="*/ 1238 h 1401"/>
              <a:gd name="T26" fmla="*/ 695 w 1174"/>
              <a:gd name="T27" fmla="*/ 1163 h 1401"/>
              <a:gd name="T28" fmla="*/ 1174 w 1174"/>
              <a:gd name="T29" fmla="*/ 587 h 1401"/>
              <a:gd name="T30" fmla="*/ 855 w 1174"/>
              <a:gd name="T31" fmla="*/ 66 h 1401"/>
              <a:gd name="T32" fmla="*/ 821 w 1174"/>
              <a:gd name="T33" fmla="*/ 49 h 1401"/>
              <a:gd name="T34" fmla="*/ 587 w 1174"/>
              <a:gd name="T35" fmla="*/ 0 h 1401"/>
              <a:gd name="T36" fmla="*/ 587 w 1174"/>
              <a:gd name="T37" fmla="*/ 54 h 1401"/>
              <a:gd name="T38" fmla="*/ 782 w 1174"/>
              <a:gd name="T39" fmla="*/ 93 h 1401"/>
              <a:gd name="T40" fmla="*/ 587 w 1174"/>
              <a:gd name="T41" fmla="*/ 170 h 1401"/>
              <a:gd name="T42" fmla="*/ 392 w 1174"/>
              <a:gd name="T43" fmla="*/ 93 h 1401"/>
              <a:gd name="T44" fmla="*/ 587 w 1174"/>
              <a:gd name="T45" fmla="*/ 54 h 1401"/>
              <a:gd name="T46" fmla="*/ 587 w 1174"/>
              <a:gd name="T47" fmla="*/ 299 h 1401"/>
              <a:gd name="T48" fmla="*/ 875 w 1174"/>
              <a:gd name="T49" fmla="*/ 587 h 1401"/>
              <a:gd name="T50" fmla="*/ 587 w 1174"/>
              <a:gd name="T51" fmla="*/ 875 h 1401"/>
              <a:gd name="T52" fmla="*/ 299 w 1174"/>
              <a:gd name="T53" fmla="*/ 587 h 1401"/>
              <a:gd name="T54" fmla="*/ 587 w 1174"/>
              <a:gd name="T55" fmla="*/ 299 h 1401"/>
              <a:gd name="T56" fmla="*/ 587 w 1174"/>
              <a:gd name="T57" fmla="*/ 434 h 1401"/>
              <a:gd name="T58" fmla="*/ 507 w 1174"/>
              <a:gd name="T59" fmla="*/ 456 h 1401"/>
              <a:gd name="T60" fmla="*/ 531 w 1174"/>
              <a:gd name="T61" fmla="*/ 453 h 1401"/>
              <a:gd name="T62" fmla="*/ 607 w 1174"/>
              <a:gd name="T63" fmla="*/ 531 h 1401"/>
              <a:gd name="T64" fmla="*/ 531 w 1174"/>
              <a:gd name="T65" fmla="*/ 609 h 1401"/>
              <a:gd name="T66" fmla="*/ 453 w 1174"/>
              <a:gd name="T67" fmla="*/ 531 h 1401"/>
              <a:gd name="T68" fmla="*/ 456 w 1174"/>
              <a:gd name="T69" fmla="*/ 509 h 1401"/>
              <a:gd name="T70" fmla="*/ 434 w 1174"/>
              <a:gd name="T71" fmla="*/ 587 h 1401"/>
              <a:gd name="T72" fmla="*/ 587 w 1174"/>
              <a:gd name="T73" fmla="*/ 739 h 1401"/>
              <a:gd name="T74" fmla="*/ 739 w 1174"/>
              <a:gd name="T75" fmla="*/ 587 h 1401"/>
              <a:gd name="T76" fmla="*/ 587 w 1174"/>
              <a:gd name="T77" fmla="*/ 434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74" h="1401">
                <a:moveTo>
                  <a:pt x="587" y="0"/>
                </a:moveTo>
                <a:cubicBezTo>
                  <a:pt x="504" y="0"/>
                  <a:pt x="424" y="18"/>
                  <a:pt x="353" y="49"/>
                </a:cubicBezTo>
                <a:cubicBezTo>
                  <a:pt x="341" y="54"/>
                  <a:pt x="330" y="60"/>
                  <a:pt x="319" y="66"/>
                </a:cubicBezTo>
                <a:cubicBezTo>
                  <a:pt x="129" y="163"/>
                  <a:pt x="0" y="359"/>
                  <a:pt x="0" y="587"/>
                </a:cubicBezTo>
                <a:cubicBezTo>
                  <a:pt x="0" y="874"/>
                  <a:pt x="206" y="1113"/>
                  <a:pt x="478" y="1163"/>
                </a:cubicBezTo>
                <a:lnTo>
                  <a:pt x="478" y="1238"/>
                </a:lnTo>
                <a:lnTo>
                  <a:pt x="207" y="1238"/>
                </a:lnTo>
                <a:cubicBezTo>
                  <a:pt x="155" y="1238"/>
                  <a:pt x="153" y="1292"/>
                  <a:pt x="153" y="1292"/>
                </a:cubicBezTo>
                <a:lnTo>
                  <a:pt x="153" y="1401"/>
                </a:lnTo>
                <a:lnTo>
                  <a:pt x="1021" y="1401"/>
                </a:lnTo>
                <a:lnTo>
                  <a:pt x="1021" y="1292"/>
                </a:lnTo>
                <a:cubicBezTo>
                  <a:pt x="1021" y="1262"/>
                  <a:pt x="997" y="1238"/>
                  <a:pt x="967" y="1238"/>
                </a:cubicBezTo>
                <a:lnTo>
                  <a:pt x="695" y="1238"/>
                </a:lnTo>
                <a:lnTo>
                  <a:pt x="695" y="1163"/>
                </a:lnTo>
                <a:cubicBezTo>
                  <a:pt x="968" y="1113"/>
                  <a:pt x="1174" y="874"/>
                  <a:pt x="1174" y="587"/>
                </a:cubicBezTo>
                <a:cubicBezTo>
                  <a:pt x="1174" y="359"/>
                  <a:pt x="1044" y="163"/>
                  <a:pt x="855" y="66"/>
                </a:cubicBezTo>
                <a:cubicBezTo>
                  <a:pt x="844" y="60"/>
                  <a:pt x="833" y="54"/>
                  <a:pt x="821" y="49"/>
                </a:cubicBezTo>
                <a:cubicBezTo>
                  <a:pt x="749" y="18"/>
                  <a:pt x="670" y="0"/>
                  <a:pt x="587" y="0"/>
                </a:cubicBezTo>
                <a:close/>
                <a:moveTo>
                  <a:pt x="587" y="54"/>
                </a:moveTo>
                <a:cubicBezTo>
                  <a:pt x="656" y="54"/>
                  <a:pt x="721" y="69"/>
                  <a:pt x="782" y="93"/>
                </a:cubicBezTo>
                <a:cubicBezTo>
                  <a:pt x="731" y="140"/>
                  <a:pt x="662" y="170"/>
                  <a:pt x="587" y="170"/>
                </a:cubicBezTo>
                <a:cubicBezTo>
                  <a:pt x="512" y="170"/>
                  <a:pt x="443" y="140"/>
                  <a:pt x="392" y="93"/>
                </a:cubicBezTo>
                <a:cubicBezTo>
                  <a:pt x="452" y="69"/>
                  <a:pt x="518" y="54"/>
                  <a:pt x="587" y="54"/>
                </a:cubicBezTo>
                <a:close/>
                <a:moveTo>
                  <a:pt x="587" y="299"/>
                </a:moveTo>
                <a:cubicBezTo>
                  <a:pt x="746" y="299"/>
                  <a:pt x="875" y="427"/>
                  <a:pt x="875" y="587"/>
                </a:cubicBezTo>
                <a:cubicBezTo>
                  <a:pt x="875" y="746"/>
                  <a:pt x="746" y="875"/>
                  <a:pt x="587" y="875"/>
                </a:cubicBezTo>
                <a:cubicBezTo>
                  <a:pt x="427" y="875"/>
                  <a:pt x="299" y="746"/>
                  <a:pt x="299" y="587"/>
                </a:cubicBezTo>
                <a:cubicBezTo>
                  <a:pt x="299" y="427"/>
                  <a:pt x="427" y="299"/>
                  <a:pt x="587" y="299"/>
                </a:cubicBezTo>
                <a:close/>
                <a:moveTo>
                  <a:pt x="587" y="434"/>
                </a:moveTo>
                <a:cubicBezTo>
                  <a:pt x="558" y="434"/>
                  <a:pt x="530" y="442"/>
                  <a:pt x="507" y="456"/>
                </a:cubicBezTo>
                <a:cubicBezTo>
                  <a:pt x="514" y="454"/>
                  <a:pt x="523" y="453"/>
                  <a:pt x="531" y="453"/>
                </a:cubicBezTo>
                <a:cubicBezTo>
                  <a:pt x="574" y="453"/>
                  <a:pt x="607" y="488"/>
                  <a:pt x="607" y="531"/>
                </a:cubicBezTo>
                <a:cubicBezTo>
                  <a:pt x="607" y="574"/>
                  <a:pt x="574" y="609"/>
                  <a:pt x="531" y="609"/>
                </a:cubicBezTo>
                <a:cubicBezTo>
                  <a:pt x="488" y="609"/>
                  <a:pt x="453" y="574"/>
                  <a:pt x="453" y="531"/>
                </a:cubicBezTo>
                <a:cubicBezTo>
                  <a:pt x="453" y="523"/>
                  <a:pt x="454" y="516"/>
                  <a:pt x="456" y="509"/>
                </a:cubicBezTo>
                <a:cubicBezTo>
                  <a:pt x="442" y="532"/>
                  <a:pt x="434" y="558"/>
                  <a:pt x="434" y="587"/>
                </a:cubicBezTo>
                <a:cubicBezTo>
                  <a:pt x="434" y="671"/>
                  <a:pt x="502" y="739"/>
                  <a:pt x="587" y="739"/>
                </a:cubicBezTo>
                <a:cubicBezTo>
                  <a:pt x="671" y="739"/>
                  <a:pt x="739" y="671"/>
                  <a:pt x="739" y="587"/>
                </a:cubicBezTo>
                <a:cubicBezTo>
                  <a:pt x="739" y="502"/>
                  <a:pt x="671" y="434"/>
                  <a:pt x="587" y="43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93" name="직선 연결선 492">
            <a:extLst>
              <a:ext uri="{FF2B5EF4-FFF2-40B4-BE49-F238E27FC236}">
                <a16:creationId xmlns:a16="http://schemas.microsoft.com/office/drawing/2014/main" id="{D86A58C6-6A01-9F3B-4414-6A99D16F007E}"/>
              </a:ext>
            </a:extLst>
          </p:cNvPr>
          <p:cNvCxnSpPr>
            <a:cxnSpLocks/>
            <a:endCxn id="461" idx="3"/>
          </p:cNvCxnSpPr>
          <p:nvPr/>
        </p:nvCxnSpPr>
        <p:spPr>
          <a:xfrm flipH="1">
            <a:off x="1564433" y="3849324"/>
            <a:ext cx="96101" cy="813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직선 연결선 493">
            <a:extLst>
              <a:ext uri="{FF2B5EF4-FFF2-40B4-BE49-F238E27FC236}">
                <a16:creationId xmlns:a16="http://schemas.microsoft.com/office/drawing/2014/main" id="{8FC3C181-AE36-D234-2502-23E5B644A2A1}"/>
              </a:ext>
            </a:extLst>
          </p:cNvPr>
          <p:cNvCxnSpPr>
            <a:cxnSpLocks/>
            <a:stCxn id="485" idx="7"/>
            <a:endCxn id="485" idx="3"/>
          </p:cNvCxnSpPr>
          <p:nvPr/>
        </p:nvCxnSpPr>
        <p:spPr>
          <a:xfrm flipH="1">
            <a:off x="1708172" y="4653743"/>
            <a:ext cx="89647" cy="896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5" name="타원 494">
            <a:extLst>
              <a:ext uri="{FF2B5EF4-FFF2-40B4-BE49-F238E27FC236}">
                <a16:creationId xmlns:a16="http://schemas.microsoft.com/office/drawing/2014/main" id="{EAE9C8E0-6D4D-6EF6-7718-3B829DB1F0F4}"/>
              </a:ext>
            </a:extLst>
          </p:cNvPr>
          <p:cNvSpPr>
            <a:spLocks noChangeAspect="1"/>
          </p:cNvSpPr>
          <p:nvPr/>
        </p:nvSpPr>
        <p:spPr>
          <a:xfrm>
            <a:off x="1759873" y="918990"/>
            <a:ext cx="252000" cy="252000"/>
          </a:xfrm>
          <a:prstGeom prst="ellipse">
            <a:avLst/>
          </a:prstGeom>
          <a:solidFill>
            <a:srgbClr val="FF0000">
              <a:alpha val="3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00" name="연결선: 꺾임 399">
            <a:extLst>
              <a:ext uri="{FF2B5EF4-FFF2-40B4-BE49-F238E27FC236}">
                <a16:creationId xmlns:a16="http://schemas.microsoft.com/office/drawing/2014/main" id="{58467281-616C-6928-39CD-2B1E331DB147}"/>
              </a:ext>
            </a:extLst>
          </p:cNvPr>
          <p:cNvCxnSpPr>
            <a:cxnSpLocks/>
          </p:cNvCxnSpPr>
          <p:nvPr/>
        </p:nvCxnSpPr>
        <p:spPr>
          <a:xfrm>
            <a:off x="2011873" y="1044990"/>
            <a:ext cx="585312" cy="82641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직사각형 513">
            <a:extLst>
              <a:ext uri="{FF2B5EF4-FFF2-40B4-BE49-F238E27FC236}">
                <a16:creationId xmlns:a16="http://schemas.microsoft.com/office/drawing/2014/main" id="{9EEFA303-AE22-00EA-99E8-5534B6BBE9DC}"/>
              </a:ext>
            </a:extLst>
          </p:cNvPr>
          <p:cNvSpPr/>
          <p:nvPr/>
        </p:nvSpPr>
        <p:spPr>
          <a:xfrm rot="5400000">
            <a:off x="1853374" y="2015998"/>
            <a:ext cx="2750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000" b="1" dirty="0">
                <a:ea typeface="NanumBarunGothic" panose="020B0603020101020101" pitchFamily="34" charset="-127"/>
              </a:rPr>
              <a:t>…</a:t>
            </a:r>
            <a:endParaRPr lang="ko-KR" altLang="en-US" sz="1000" b="1" dirty="0">
              <a:ea typeface="NanumBarunGothic" panose="020B0603020101020101" pitchFamily="34" charset="-127"/>
            </a:endParaRPr>
          </a:p>
        </p:txBody>
      </p:sp>
      <p:sp>
        <p:nvSpPr>
          <p:cNvPr id="515" name="직사각형 514">
            <a:extLst>
              <a:ext uri="{FF2B5EF4-FFF2-40B4-BE49-F238E27FC236}">
                <a16:creationId xmlns:a16="http://schemas.microsoft.com/office/drawing/2014/main" id="{E0A04446-945F-6CB3-02BA-CA51DF08B65B}"/>
              </a:ext>
            </a:extLst>
          </p:cNvPr>
          <p:cNvSpPr/>
          <p:nvPr/>
        </p:nvSpPr>
        <p:spPr>
          <a:xfrm rot="5400000">
            <a:off x="1853373" y="2965949"/>
            <a:ext cx="2750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000" b="1" dirty="0">
                <a:ea typeface="NanumBarunGothic" panose="020B0603020101020101" pitchFamily="34" charset="-127"/>
              </a:rPr>
              <a:t>…</a:t>
            </a:r>
            <a:endParaRPr lang="ko-KR" altLang="en-US" sz="1000" b="1" dirty="0">
              <a:ea typeface="NanumBarunGothic" panose="020B0603020101020101" pitchFamily="34" charset="-127"/>
            </a:endParaRPr>
          </a:p>
        </p:txBody>
      </p:sp>
      <p:sp>
        <p:nvSpPr>
          <p:cNvPr id="516" name="직사각형 515">
            <a:extLst>
              <a:ext uri="{FF2B5EF4-FFF2-40B4-BE49-F238E27FC236}">
                <a16:creationId xmlns:a16="http://schemas.microsoft.com/office/drawing/2014/main" id="{DBDA7520-2685-355C-F374-29771F37E718}"/>
              </a:ext>
            </a:extLst>
          </p:cNvPr>
          <p:cNvSpPr/>
          <p:nvPr/>
        </p:nvSpPr>
        <p:spPr>
          <a:xfrm rot="5400000">
            <a:off x="1850553" y="3350645"/>
            <a:ext cx="2750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000" b="1" dirty="0">
                <a:ea typeface="NanumBarunGothic" panose="020B0603020101020101" pitchFamily="34" charset="-127"/>
              </a:rPr>
              <a:t>…</a:t>
            </a:r>
            <a:endParaRPr lang="ko-KR" altLang="en-US" sz="1000" b="1" dirty="0">
              <a:ea typeface="NanumBarunGothic" panose="020B0603020101020101" pitchFamily="34" charset="-127"/>
            </a:endParaRPr>
          </a:p>
        </p:txBody>
      </p:sp>
      <p:sp>
        <p:nvSpPr>
          <p:cNvPr id="517" name="이등변 삼각형 516">
            <a:extLst>
              <a:ext uri="{FF2B5EF4-FFF2-40B4-BE49-F238E27FC236}">
                <a16:creationId xmlns:a16="http://schemas.microsoft.com/office/drawing/2014/main" id="{F567FA08-00CA-98B6-D16E-933BE6D246E3}"/>
              </a:ext>
            </a:extLst>
          </p:cNvPr>
          <p:cNvSpPr/>
          <p:nvPr/>
        </p:nvSpPr>
        <p:spPr bwMode="auto">
          <a:xfrm>
            <a:off x="1898529" y="2707882"/>
            <a:ext cx="86139" cy="74258"/>
          </a:xfrm>
          <a:prstGeom prst="triangle">
            <a:avLst/>
          </a:prstGeom>
          <a:solidFill>
            <a:schemeClr val="bg2">
              <a:lumMod val="50000"/>
            </a:schemeClr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518" name="이등변 삼각형 517">
            <a:extLst>
              <a:ext uri="{FF2B5EF4-FFF2-40B4-BE49-F238E27FC236}">
                <a16:creationId xmlns:a16="http://schemas.microsoft.com/office/drawing/2014/main" id="{569516C3-DDB9-1A47-CE84-DF3CCA049CBD}"/>
              </a:ext>
            </a:extLst>
          </p:cNvPr>
          <p:cNvSpPr/>
          <p:nvPr/>
        </p:nvSpPr>
        <p:spPr bwMode="auto">
          <a:xfrm>
            <a:off x="1898529" y="1835942"/>
            <a:ext cx="86139" cy="74258"/>
          </a:xfrm>
          <a:prstGeom prst="triangle">
            <a:avLst/>
          </a:prstGeom>
          <a:solidFill>
            <a:schemeClr val="bg2">
              <a:lumMod val="50000"/>
            </a:schemeClr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519" name="직사각형 518">
            <a:extLst>
              <a:ext uri="{FF2B5EF4-FFF2-40B4-BE49-F238E27FC236}">
                <a16:creationId xmlns:a16="http://schemas.microsoft.com/office/drawing/2014/main" id="{A6E3E412-5199-5215-A6D1-007B8C3E49DB}"/>
              </a:ext>
            </a:extLst>
          </p:cNvPr>
          <p:cNvSpPr/>
          <p:nvPr/>
        </p:nvSpPr>
        <p:spPr>
          <a:xfrm rot="5400000">
            <a:off x="1847551" y="3752617"/>
            <a:ext cx="2750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000" b="1" dirty="0">
                <a:ea typeface="NanumBarunGothic" panose="020B0603020101020101" pitchFamily="34" charset="-127"/>
              </a:rPr>
              <a:t>…</a:t>
            </a:r>
            <a:endParaRPr lang="ko-KR" altLang="en-US" sz="1000" b="1" dirty="0">
              <a:ea typeface="NanumBarunGothic" panose="020B0603020101020101" pitchFamily="34" charset="-127"/>
            </a:endParaRPr>
          </a:p>
        </p:txBody>
      </p:sp>
      <p:sp>
        <p:nvSpPr>
          <p:cNvPr id="520" name="직사각형 519">
            <a:extLst>
              <a:ext uri="{FF2B5EF4-FFF2-40B4-BE49-F238E27FC236}">
                <a16:creationId xmlns:a16="http://schemas.microsoft.com/office/drawing/2014/main" id="{24FA301D-87F3-4F07-E849-38CE04CF4E54}"/>
              </a:ext>
            </a:extLst>
          </p:cNvPr>
          <p:cNvSpPr/>
          <p:nvPr/>
        </p:nvSpPr>
        <p:spPr>
          <a:xfrm rot="5400000">
            <a:off x="1847550" y="4161133"/>
            <a:ext cx="2750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000" b="1" dirty="0">
                <a:ea typeface="NanumBarunGothic" panose="020B0603020101020101" pitchFamily="34" charset="-127"/>
              </a:rPr>
              <a:t>…</a:t>
            </a:r>
            <a:endParaRPr lang="ko-KR" altLang="en-US" sz="1000" b="1" dirty="0">
              <a:ea typeface="NanumBarunGothic" panose="020B0603020101020101" pitchFamily="34" charset="-127"/>
            </a:endParaRPr>
          </a:p>
        </p:txBody>
      </p:sp>
      <p:sp>
        <p:nvSpPr>
          <p:cNvPr id="521" name="직사각형 520">
            <a:extLst>
              <a:ext uri="{FF2B5EF4-FFF2-40B4-BE49-F238E27FC236}">
                <a16:creationId xmlns:a16="http://schemas.microsoft.com/office/drawing/2014/main" id="{063153DA-333B-FC12-5EC5-5EEDF1E378D8}"/>
              </a:ext>
            </a:extLst>
          </p:cNvPr>
          <p:cNvSpPr/>
          <p:nvPr/>
        </p:nvSpPr>
        <p:spPr>
          <a:xfrm rot="5400000">
            <a:off x="1847550" y="4562724"/>
            <a:ext cx="2750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000" b="1" dirty="0">
                <a:ea typeface="NanumBarunGothic" panose="020B0603020101020101" pitchFamily="34" charset="-127"/>
              </a:rPr>
              <a:t>…</a:t>
            </a:r>
            <a:endParaRPr lang="ko-KR" altLang="en-US" sz="1000" b="1" dirty="0">
              <a:ea typeface="NanumBarunGothic" panose="020B0603020101020101" pitchFamily="34" charset="-127"/>
            </a:endParaRPr>
          </a:p>
        </p:txBody>
      </p:sp>
      <p:sp>
        <p:nvSpPr>
          <p:cNvPr id="523" name="타원 522">
            <a:extLst>
              <a:ext uri="{FF2B5EF4-FFF2-40B4-BE49-F238E27FC236}">
                <a16:creationId xmlns:a16="http://schemas.microsoft.com/office/drawing/2014/main" id="{A6764D3D-BDC1-E5D9-7D95-667396E28FF3}"/>
              </a:ext>
            </a:extLst>
          </p:cNvPr>
          <p:cNvSpPr/>
          <p:nvPr/>
        </p:nvSpPr>
        <p:spPr>
          <a:xfrm>
            <a:off x="1689606" y="2090518"/>
            <a:ext cx="126779" cy="1267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4" name="Webcam">
            <a:extLst>
              <a:ext uri="{FF2B5EF4-FFF2-40B4-BE49-F238E27FC236}">
                <a16:creationId xmlns:a16="http://schemas.microsoft.com/office/drawing/2014/main" id="{EF52A995-FD33-3264-10B7-14AC0088A14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716960" y="2104582"/>
            <a:ext cx="79060" cy="94872"/>
          </a:xfrm>
          <a:custGeom>
            <a:avLst/>
            <a:gdLst>
              <a:gd name="T0" fmla="*/ 587 w 1174"/>
              <a:gd name="T1" fmla="*/ 0 h 1401"/>
              <a:gd name="T2" fmla="*/ 353 w 1174"/>
              <a:gd name="T3" fmla="*/ 49 h 1401"/>
              <a:gd name="T4" fmla="*/ 319 w 1174"/>
              <a:gd name="T5" fmla="*/ 66 h 1401"/>
              <a:gd name="T6" fmla="*/ 0 w 1174"/>
              <a:gd name="T7" fmla="*/ 587 h 1401"/>
              <a:gd name="T8" fmla="*/ 478 w 1174"/>
              <a:gd name="T9" fmla="*/ 1163 h 1401"/>
              <a:gd name="T10" fmla="*/ 478 w 1174"/>
              <a:gd name="T11" fmla="*/ 1238 h 1401"/>
              <a:gd name="T12" fmla="*/ 207 w 1174"/>
              <a:gd name="T13" fmla="*/ 1238 h 1401"/>
              <a:gd name="T14" fmla="*/ 153 w 1174"/>
              <a:gd name="T15" fmla="*/ 1292 h 1401"/>
              <a:gd name="T16" fmla="*/ 153 w 1174"/>
              <a:gd name="T17" fmla="*/ 1401 h 1401"/>
              <a:gd name="T18" fmla="*/ 1021 w 1174"/>
              <a:gd name="T19" fmla="*/ 1401 h 1401"/>
              <a:gd name="T20" fmla="*/ 1021 w 1174"/>
              <a:gd name="T21" fmla="*/ 1292 h 1401"/>
              <a:gd name="T22" fmla="*/ 967 w 1174"/>
              <a:gd name="T23" fmla="*/ 1238 h 1401"/>
              <a:gd name="T24" fmla="*/ 695 w 1174"/>
              <a:gd name="T25" fmla="*/ 1238 h 1401"/>
              <a:gd name="T26" fmla="*/ 695 w 1174"/>
              <a:gd name="T27" fmla="*/ 1163 h 1401"/>
              <a:gd name="T28" fmla="*/ 1174 w 1174"/>
              <a:gd name="T29" fmla="*/ 587 h 1401"/>
              <a:gd name="T30" fmla="*/ 855 w 1174"/>
              <a:gd name="T31" fmla="*/ 66 h 1401"/>
              <a:gd name="T32" fmla="*/ 821 w 1174"/>
              <a:gd name="T33" fmla="*/ 49 h 1401"/>
              <a:gd name="T34" fmla="*/ 587 w 1174"/>
              <a:gd name="T35" fmla="*/ 0 h 1401"/>
              <a:gd name="T36" fmla="*/ 587 w 1174"/>
              <a:gd name="T37" fmla="*/ 54 h 1401"/>
              <a:gd name="T38" fmla="*/ 782 w 1174"/>
              <a:gd name="T39" fmla="*/ 93 h 1401"/>
              <a:gd name="T40" fmla="*/ 587 w 1174"/>
              <a:gd name="T41" fmla="*/ 170 h 1401"/>
              <a:gd name="T42" fmla="*/ 392 w 1174"/>
              <a:gd name="T43" fmla="*/ 93 h 1401"/>
              <a:gd name="T44" fmla="*/ 587 w 1174"/>
              <a:gd name="T45" fmla="*/ 54 h 1401"/>
              <a:gd name="T46" fmla="*/ 587 w 1174"/>
              <a:gd name="T47" fmla="*/ 299 h 1401"/>
              <a:gd name="T48" fmla="*/ 875 w 1174"/>
              <a:gd name="T49" fmla="*/ 587 h 1401"/>
              <a:gd name="T50" fmla="*/ 587 w 1174"/>
              <a:gd name="T51" fmla="*/ 875 h 1401"/>
              <a:gd name="T52" fmla="*/ 299 w 1174"/>
              <a:gd name="T53" fmla="*/ 587 h 1401"/>
              <a:gd name="T54" fmla="*/ 587 w 1174"/>
              <a:gd name="T55" fmla="*/ 299 h 1401"/>
              <a:gd name="T56" fmla="*/ 587 w 1174"/>
              <a:gd name="T57" fmla="*/ 434 h 1401"/>
              <a:gd name="T58" fmla="*/ 507 w 1174"/>
              <a:gd name="T59" fmla="*/ 456 h 1401"/>
              <a:gd name="T60" fmla="*/ 531 w 1174"/>
              <a:gd name="T61" fmla="*/ 453 h 1401"/>
              <a:gd name="T62" fmla="*/ 607 w 1174"/>
              <a:gd name="T63" fmla="*/ 531 h 1401"/>
              <a:gd name="T64" fmla="*/ 531 w 1174"/>
              <a:gd name="T65" fmla="*/ 609 h 1401"/>
              <a:gd name="T66" fmla="*/ 453 w 1174"/>
              <a:gd name="T67" fmla="*/ 531 h 1401"/>
              <a:gd name="T68" fmla="*/ 456 w 1174"/>
              <a:gd name="T69" fmla="*/ 509 h 1401"/>
              <a:gd name="T70" fmla="*/ 434 w 1174"/>
              <a:gd name="T71" fmla="*/ 587 h 1401"/>
              <a:gd name="T72" fmla="*/ 587 w 1174"/>
              <a:gd name="T73" fmla="*/ 739 h 1401"/>
              <a:gd name="T74" fmla="*/ 739 w 1174"/>
              <a:gd name="T75" fmla="*/ 587 h 1401"/>
              <a:gd name="T76" fmla="*/ 587 w 1174"/>
              <a:gd name="T77" fmla="*/ 434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74" h="1401">
                <a:moveTo>
                  <a:pt x="587" y="0"/>
                </a:moveTo>
                <a:cubicBezTo>
                  <a:pt x="504" y="0"/>
                  <a:pt x="424" y="18"/>
                  <a:pt x="353" y="49"/>
                </a:cubicBezTo>
                <a:cubicBezTo>
                  <a:pt x="341" y="54"/>
                  <a:pt x="330" y="60"/>
                  <a:pt x="319" y="66"/>
                </a:cubicBezTo>
                <a:cubicBezTo>
                  <a:pt x="129" y="163"/>
                  <a:pt x="0" y="359"/>
                  <a:pt x="0" y="587"/>
                </a:cubicBezTo>
                <a:cubicBezTo>
                  <a:pt x="0" y="874"/>
                  <a:pt x="206" y="1113"/>
                  <a:pt x="478" y="1163"/>
                </a:cubicBezTo>
                <a:lnTo>
                  <a:pt x="478" y="1238"/>
                </a:lnTo>
                <a:lnTo>
                  <a:pt x="207" y="1238"/>
                </a:lnTo>
                <a:cubicBezTo>
                  <a:pt x="155" y="1238"/>
                  <a:pt x="153" y="1292"/>
                  <a:pt x="153" y="1292"/>
                </a:cubicBezTo>
                <a:lnTo>
                  <a:pt x="153" y="1401"/>
                </a:lnTo>
                <a:lnTo>
                  <a:pt x="1021" y="1401"/>
                </a:lnTo>
                <a:lnTo>
                  <a:pt x="1021" y="1292"/>
                </a:lnTo>
                <a:cubicBezTo>
                  <a:pt x="1021" y="1262"/>
                  <a:pt x="997" y="1238"/>
                  <a:pt x="967" y="1238"/>
                </a:cubicBezTo>
                <a:lnTo>
                  <a:pt x="695" y="1238"/>
                </a:lnTo>
                <a:lnTo>
                  <a:pt x="695" y="1163"/>
                </a:lnTo>
                <a:cubicBezTo>
                  <a:pt x="968" y="1113"/>
                  <a:pt x="1174" y="874"/>
                  <a:pt x="1174" y="587"/>
                </a:cubicBezTo>
                <a:cubicBezTo>
                  <a:pt x="1174" y="359"/>
                  <a:pt x="1044" y="163"/>
                  <a:pt x="855" y="66"/>
                </a:cubicBezTo>
                <a:cubicBezTo>
                  <a:pt x="844" y="60"/>
                  <a:pt x="833" y="54"/>
                  <a:pt x="821" y="49"/>
                </a:cubicBezTo>
                <a:cubicBezTo>
                  <a:pt x="749" y="18"/>
                  <a:pt x="670" y="0"/>
                  <a:pt x="587" y="0"/>
                </a:cubicBezTo>
                <a:close/>
                <a:moveTo>
                  <a:pt x="587" y="54"/>
                </a:moveTo>
                <a:cubicBezTo>
                  <a:pt x="656" y="54"/>
                  <a:pt x="721" y="69"/>
                  <a:pt x="782" y="93"/>
                </a:cubicBezTo>
                <a:cubicBezTo>
                  <a:pt x="731" y="140"/>
                  <a:pt x="662" y="170"/>
                  <a:pt x="587" y="170"/>
                </a:cubicBezTo>
                <a:cubicBezTo>
                  <a:pt x="512" y="170"/>
                  <a:pt x="443" y="140"/>
                  <a:pt x="392" y="93"/>
                </a:cubicBezTo>
                <a:cubicBezTo>
                  <a:pt x="452" y="69"/>
                  <a:pt x="518" y="54"/>
                  <a:pt x="587" y="54"/>
                </a:cubicBezTo>
                <a:close/>
                <a:moveTo>
                  <a:pt x="587" y="299"/>
                </a:moveTo>
                <a:cubicBezTo>
                  <a:pt x="746" y="299"/>
                  <a:pt x="875" y="427"/>
                  <a:pt x="875" y="587"/>
                </a:cubicBezTo>
                <a:cubicBezTo>
                  <a:pt x="875" y="746"/>
                  <a:pt x="746" y="875"/>
                  <a:pt x="587" y="875"/>
                </a:cubicBezTo>
                <a:cubicBezTo>
                  <a:pt x="427" y="875"/>
                  <a:pt x="299" y="746"/>
                  <a:pt x="299" y="587"/>
                </a:cubicBezTo>
                <a:cubicBezTo>
                  <a:pt x="299" y="427"/>
                  <a:pt x="427" y="299"/>
                  <a:pt x="587" y="299"/>
                </a:cubicBezTo>
                <a:close/>
                <a:moveTo>
                  <a:pt x="587" y="434"/>
                </a:moveTo>
                <a:cubicBezTo>
                  <a:pt x="558" y="434"/>
                  <a:pt x="530" y="442"/>
                  <a:pt x="507" y="456"/>
                </a:cubicBezTo>
                <a:cubicBezTo>
                  <a:pt x="514" y="454"/>
                  <a:pt x="523" y="453"/>
                  <a:pt x="531" y="453"/>
                </a:cubicBezTo>
                <a:cubicBezTo>
                  <a:pt x="574" y="453"/>
                  <a:pt x="607" y="488"/>
                  <a:pt x="607" y="531"/>
                </a:cubicBezTo>
                <a:cubicBezTo>
                  <a:pt x="607" y="574"/>
                  <a:pt x="574" y="609"/>
                  <a:pt x="531" y="609"/>
                </a:cubicBezTo>
                <a:cubicBezTo>
                  <a:pt x="488" y="609"/>
                  <a:pt x="453" y="574"/>
                  <a:pt x="453" y="531"/>
                </a:cubicBezTo>
                <a:cubicBezTo>
                  <a:pt x="453" y="523"/>
                  <a:pt x="454" y="516"/>
                  <a:pt x="456" y="509"/>
                </a:cubicBezTo>
                <a:cubicBezTo>
                  <a:pt x="442" y="532"/>
                  <a:pt x="434" y="558"/>
                  <a:pt x="434" y="587"/>
                </a:cubicBezTo>
                <a:cubicBezTo>
                  <a:pt x="434" y="671"/>
                  <a:pt x="502" y="739"/>
                  <a:pt x="587" y="739"/>
                </a:cubicBezTo>
                <a:cubicBezTo>
                  <a:pt x="671" y="739"/>
                  <a:pt x="739" y="671"/>
                  <a:pt x="739" y="587"/>
                </a:cubicBezTo>
                <a:cubicBezTo>
                  <a:pt x="739" y="502"/>
                  <a:pt x="671" y="434"/>
                  <a:pt x="587" y="43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29E9BF2D-1799-C932-75DC-9C7FCBF8420E}"/>
              </a:ext>
            </a:extLst>
          </p:cNvPr>
          <p:cNvSpPr txBox="1"/>
          <p:nvPr/>
        </p:nvSpPr>
        <p:spPr>
          <a:xfrm>
            <a:off x="390448" y="1318186"/>
            <a:ext cx="7203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참여 </a:t>
            </a:r>
            <a:r>
              <a:rPr lang="en-US" altLang="ko-KR" sz="8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(7)</a:t>
            </a:r>
            <a:endParaRPr lang="ko-KR" altLang="en-US" sz="8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6" name="TextBox 525">
            <a:extLst>
              <a:ext uri="{FF2B5EF4-FFF2-40B4-BE49-F238E27FC236}">
                <a16:creationId xmlns:a16="http://schemas.microsoft.com/office/drawing/2014/main" id="{750BE30D-0DEA-B82C-FCE2-819C5E601771}"/>
              </a:ext>
            </a:extLst>
          </p:cNvPr>
          <p:cNvSpPr txBox="1"/>
          <p:nvPr/>
        </p:nvSpPr>
        <p:spPr>
          <a:xfrm>
            <a:off x="1388096" y="1318186"/>
            <a:ext cx="7203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대기 </a:t>
            </a:r>
            <a:r>
              <a:rPr lang="en-US" altLang="ko-KR" sz="8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(3)</a:t>
            </a:r>
            <a:endParaRPr lang="ko-KR" altLang="en-US" sz="8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27" name="직선 연결선 526">
            <a:extLst>
              <a:ext uri="{FF2B5EF4-FFF2-40B4-BE49-F238E27FC236}">
                <a16:creationId xmlns:a16="http://schemas.microsoft.com/office/drawing/2014/main" id="{885288EA-3F23-A1E2-697D-C0A66AC38C97}"/>
              </a:ext>
            </a:extLst>
          </p:cNvPr>
          <p:cNvCxnSpPr>
            <a:cxnSpLocks/>
          </p:cNvCxnSpPr>
          <p:nvPr/>
        </p:nvCxnSpPr>
        <p:spPr>
          <a:xfrm>
            <a:off x="176876" y="1555816"/>
            <a:ext cx="1921426" cy="0"/>
          </a:xfrm>
          <a:prstGeom prst="line">
            <a:avLst/>
          </a:prstGeom>
          <a:ln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직선 연결선 527">
            <a:extLst>
              <a:ext uri="{FF2B5EF4-FFF2-40B4-BE49-F238E27FC236}">
                <a16:creationId xmlns:a16="http://schemas.microsoft.com/office/drawing/2014/main" id="{9C6F98F6-A8FD-C9E1-AD66-4D8787354CBE}"/>
              </a:ext>
            </a:extLst>
          </p:cNvPr>
          <p:cNvCxnSpPr>
            <a:cxnSpLocks/>
          </p:cNvCxnSpPr>
          <p:nvPr/>
        </p:nvCxnSpPr>
        <p:spPr>
          <a:xfrm>
            <a:off x="176876" y="1552236"/>
            <a:ext cx="901008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TextBox 496">
            <a:extLst>
              <a:ext uri="{FF2B5EF4-FFF2-40B4-BE49-F238E27FC236}">
                <a16:creationId xmlns:a16="http://schemas.microsoft.com/office/drawing/2014/main" id="{B8A04B28-3EC4-E482-0415-60C9E4ACC81E}"/>
              </a:ext>
            </a:extLst>
          </p:cNvPr>
          <p:cNvSpPr txBox="1"/>
          <p:nvPr/>
        </p:nvSpPr>
        <p:spPr>
          <a:xfrm>
            <a:off x="6879641" y="549162"/>
            <a:ext cx="177484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 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주최자 알림 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대역폭 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위험일 경우</a:t>
            </a:r>
            <a:endParaRPr lang="ko-KR" altLang="en-US" sz="700" b="1" strike="sngStrike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0" name="다이아몬드 509">
            <a:extLst>
              <a:ext uri="{FF2B5EF4-FFF2-40B4-BE49-F238E27FC236}">
                <a16:creationId xmlns:a16="http://schemas.microsoft.com/office/drawing/2014/main" id="{8652B090-3427-0942-E0C9-C750C4DB4A2F}"/>
              </a:ext>
            </a:extLst>
          </p:cNvPr>
          <p:cNvSpPr/>
          <p:nvPr/>
        </p:nvSpPr>
        <p:spPr>
          <a:xfrm>
            <a:off x="4021724" y="2868191"/>
            <a:ext cx="1260643" cy="432000"/>
          </a:xfrm>
          <a:prstGeom prst="diamond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시간별 대역폭 가능인 경우</a:t>
            </a:r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1F414236-77EF-9678-47C9-4013F5AB6953}"/>
              </a:ext>
            </a:extLst>
          </p:cNvPr>
          <p:cNvSpPr txBox="1"/>
          <p:nvPr/>
        </p:nvSpPr>
        <p:spPr>
          <a:xfrm>
            <a:off x="4209676" y="3466454"/>
            <a:ext cx="45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Yes</a:t>
            </a:r>
            <a:endParaRPr lang="ko-KR" altLang="en-US" sz="8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231C614D-DC18-2E66-A15B-BA036C095D5D}"/>
              </a:ext>
            </a:extLst>
          </p:cNvPr>
          <p:cNvSpPr txBox="1"/>
          <p:nvPr/>
        </p:nvSpPr>
        <p:spPr>
          <a:xfrm>
            <a:off x="5100205" y="2843819"/>
            <a:ext cx="45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NO</a:t>
            </a:r>
            <a:endParaRPr lang="ko-KR" altLang="en-US" sz="8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35" name="연결선: 꺾임 534">
            <a:extLst>
              <a:ext uri="{FF2B5EF4-FFF2-40B4-BE49-F238E27FC236}">
                <a16:creationId xmlns:a16="http://schemas.microsoft.com/office/drawing/2014/main" id="{5E36EAE0-F266-BA82-F1F8-1B781CA48DA3}"/>
              </a:ext>
            </a:extLst>
          </p:cNvPr>
          <p:cNvCxnSpPr>
            <a:cxnSpLocks/>
            <a:stCxn id="510" idx="3"/>
            <a:endCxn id="497" idx="1"/>
          </p:cNvCxnSpPr>
          <p:nvPr/>
        </p:nvCxnSpPr>
        <p:spPr>
          <a:xfrm flipV="1">
            <a:off x="5282367" y="649190"/>
            <a:ext cx="1597274" cy="243500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0" name="사각형: 둥근 모서리 549">
            <a:extLst>
              <a:ext uri="{FF2B5EF4-FFF2-40B4-BE49-F238E27FC236}">
                <a16:creationId xmlns:a16="http://schemas.microsoft.com/office/drawing/2014/main" id="{5D37E931-A1BA-5C29-345F-2DB67ABC6558}"/>
              </a:ext>
            </a:extLst>
          </p:cNvPr>
          <p:cNvSpPr/>
          <p:nvPr/>
        </p:nvSpPr>
        <p:spPr>
          <a:xfrm>
            <a:off x="7217322" y="915472"/>
            <a:ext cx="1676828" cy="253262"/>
          </a:xfrm>
          <a:prstGeom prst="roundRect">
            <a:avLst>
              <a:gd name="adj" fmla="val 23781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1" name="TextBox 550">
            <a:extLst>
              <a:ext uri="{FF2B5EF4-FFF2-40B4-BE49-F238E27FC236}">
                <a16:creationId xmlns:a16="http://schemas.microsoft.com/office/drawing/2014/main" id="{99A1B4A6-618E-F842-82C0-1F189D2B7A19}"/>
              </a:ext>
            </a:extLst>
          </p:cNvPr>
          <p:cNvSpPr txBox="1"/>
          <p:nvPr/>
        </p:nvSpPr>
        <p:spPr>
          <a:xfrm>
            <a:off x="7316459" y="947514"/>
            <a:ext cx="15183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 사용량이 많아 초대가 불가능합니다</a:t>
            </a:r>
            <a:r>
              <a:rPr lang="en-US" altLang="ko-KR" sz="6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0AF9BE9-D765-B021-9729-DEFCA908A3F7}"/>
              </a:ext>
            </a:extLst>
          </p:cNvPr>
          <p:cNvSpPr txBox="1"/>
          <p:nvPr/>
        </p:nvSpPr>
        <p:spPr>
          <a:xfrm>
            <a:off x="1170279" y="6382168"/>
            <a:ext cx="30649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채팅</a:t>
            </a:r>
          </a:p>
        </p:txBody>
      </p:sp>
      <p:pic>
        <p:nvPicPr>
          <p:cNvPr id="139" name="그림 138">
            <a:extLst>
              <a:ext uri="{FF2B5EF4-FFF2-40B4-BE49-F238E27FC236}">
                <a16:creationId xmlns:a16="http://schemas.microsoft.com/office/drawing/2014/main" id="{84EF3050-8304-961D-10A7-C07921E7B58A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481" y="6205187"/>
            <a:ext cx="153501" cy="153501"/>
          </a:xfrm>
          <a:prstGeom prst="rect">
            <a:avLst/>
          </a:prstGeom>
        </p:spPr>
      </p:pic>
      <p:sp>
        <p:nvSpPr>
          <p:cNvPr id="141" name="타원 140">
            <a:extLst>
              <a:ext uri="{FF2B5EF4-FFF2-40B4-BE49-F238E27FC236}">
                <a16:creationId xmlns:a16="http://schemas.microsoft.com/office/drawing/2014/main" id="{54E55FF3-F0A9-E593-AD8D-FEBA0845F0B5}"/>
              </a:ext>
            </a:extLst>
          </p:cNvPr>
          <p:cNvSpPr/>
          <p:nvPr/>
        </p:nvSpPr>
        <p:spPr>
          <a:xfrm>
            <a:off x="4781302" y="2654802"/>
            <a:ext cx="172995" cy="17299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8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1</a:t>
            </a:r>
            <a:endParaRPr kumimoji="1" lang="ko-KR" altLang="en-US" sz="8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448" name="타원 447">
            <a:extLst>
              <a:ext uri="{FF2B5EF4-FFF2-40B4-BE49-F238E27FC236}">
                <a16:creationId xmlns:a16="http://schemas.microsoft.com/office/drawing/2014/main" id="{D16E7459-0708-E8E0-3FF7-EA0B6C980870}"/>
              </a:ext>
            </a:extLst>
          </p:cNvPr>
          <p:cNvSpPr>
            <a:spLocks noChangeAspect="1"/>
          </p:cNvSpPr>
          <p:nvPr/>
        </p:nvSpPr>
        <p:spPr>
          <a:xfrm>
            <a:off x="308189" y="5381961"/>
            <a:ext cx="252000" cy="25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BCD5DCD3-A58C-D65A-978D-946F6581BA3E}"/>
              </a:ext>
            </a:extLst>
          </p:cNvPr>
          <p:cNvSpPr txBox="1"/>
          <p:nvPr/>
        </p:nvSpPr>
        <p:spPr>
          <a:xfrm>
            <a:off x="563680" y="5482912"/>
            <a:ext cx="66190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직책</a:t>
            </a:r>
            <a:r>
              <a:rPr lang="en-US" altLang="ko-KR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직급</a:t>
            </a:r>
            <a:r>
              <a:rPr lang="en-US" altLang="ko-KR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소속</a:t>
            </a: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85BD7410-8BEB-F7A4-6BFF-75FAB7F87DE4}"/>
              </a:ext>
            </a:extLst>
          </p:cNvPr>
          <p:cNvSpPr txBox="1"/>
          <p:nvPr/>
        </p:nvSpPr>
        <p:spPr>
          <a:xfrm>
            <a:off x="552043" y="5352960"/>
            <a:ext cx="3112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이름</a:t>
            </a:r>
          </a:p>
        </p:txBody>
      </p:sp>
      <p:sp>
        <p:nvSpPr>
          <p:cNvPr id="459" name="Microphone 2">
            <a:extLst>
              <a:ext uri="{FF2B5EF4-FFF2-40B4-BE49-F238E27FC236}">
                <a16:creationId xmlns:a16="http://schemas.microsoft.com/office/drawing/2014/main" id="{8242F188-757F-32F2-2634-5E975A8C5D5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570096" y="5457261"/>
            <a:ext cx="66039" cy="94872"/>
          </a:xfrm>
          <a:custGeom>
            <a:avLst/>
            <a:gdLst>
              <a:gd name="T0" fmla="*/ 489 w 977"/>
              <a:gd name="T1" fmla="*/ 0 h 1411"/>
              <a:gd name="T2" fmla="*/ 217 w 977"/>
              <a:gd name="T3" fmla="*/ 271 h 1411"/>
              <a:gd name="T4" fmla="*/ 217 w 977"/>
              <a:gd name="T5" fmla="*/ 706 h 1411"/>
              <a:gd name="T6" fmla="*/ 489 w 977"/>
              <a:gd name="T7" fmla="*/ 977 h 1411"/>
              <a:gd name="T8" fmla="*/ 760 w 977"/>
              <a:gd name="T9" fmla="*/ 706 h 1411"/>
              <a:gd name="T10" fmla="*/ 760 w 977"/>
              <a:gd name="T11" fmla="*/ 543 h 1411"/>
              <a:gd name="T12" fmla="*/ 760 w 977"/>
              <a:gd name="T13" fmla="*/ 271 h 1411"/>
              <a:gd name="T14" fmla="*/ 489 w 977"/>
              <a:gd name="T15" fmla="*/ 0 h 1411"/>
              <a:gd name="T16" fmla="*/ 489 w 977"/>
              <a:gd name="T17" fmla="*/ 109 h 1411"/>
              <a:gd name="T18" fmla="*/ 641 w 977"/>
              <a:gd name="T19" fmla="*/ 217 h 1411"/>
              <a:gd name="T20" fmla="*/ 597 w 977"/>
              <a:gd name="T21" fmla="*/ 217 h 1411"/>
              <a:gd name="T22" fmla="*/ 543 w 977"/>
              <a:gd name="T23" fmla="*/ 271 h 1411"/>
              <a:gd name="T24" fmla="*/ 597 w 977"/>
              <a:gd name="T25" fmla="*/ 326 h 1411"/>
              <a:gd name="T26" fmla="*/ 652 w 977"/>
              <a:gd name="T27" fmla="*/ 326 h 1411"/>
              <a:gd name="T28" fmla="*/ 652 w 977"/>
              <a:gd name="T29" fmla="*/ 380 h 1411"/>
              <a:gd name="T30" fmla="*/ 597 w 977"/>
              <a:gd name="T31" fmla="*/ 380 h 1411"/>
              <a:gd name="T32" fmla="*/ 543 w 977"/>
              <a:gd name="T33" fmla="*/ 434 h 1411"/>
              <a:gd name="T34" fmla="*/ 597 w 977"/>
              <a:gd name="T35" fmla="*/ 489 h 1411"/>
              <a:gd name="T36" fmla="*/ 652 w 977"/>
              <a:gd name="T37" fmla="*/ 489 h 1411"/>
              <a:gd name="T38" fmla="*/ 652 w 977"/>
              <a:gd name="T39" fmla="*/ 543 h 1411"/>
              <a:gd name="T40" fmla="*/ 326 w 977"/>
              <a:gd name="T41" fmla="*/ 543 h 1411"/>
              <a:gd name="T42" fmla="*/ 326 w 977"/>
              <a:gd name="T43" fmla="*/ 489 h 1411"/>
              <a:gd name="T44" fmla="*/ 380 w 977"/>
              <a:gd name="T45" fmla="*/ 489 h 1411"/>
              <a:gd name="T46" fmla="*/ 435 w 977"/>
              <a:gd name="T47" fmla="*/ 434 h 1411"/>
              <a:gd name="T48" fmla="*/ 380 w 977"/>
              <a:gd name="T49" fmla="*/ 380 h 1411"/>
              <a:gd name="T50" fmla="*/ 326 w 977"/>
              <a:gd name="T51" fmla="*/ 380 h 1411"/>
              <a:gd name="T52" fmla="*/ 326 w 977"/>
              <a:gd name="T53" fmla="*/ 326 h 1411"/>
              <a:gd name="T54" fmla="*/ 380 w 977"/>
              <a:gd name="T55" fmla="*/ 326 h 1411"/>
              <a:gd name="T56" fmla="*/ 435 w 977"/>
              <a:gd name="T57" fmla="*/ 271 h 1411"/>
              <a:gd name="T58" fmla="*/ 380 w 977"/>
              <a:gd name="T59" fmla="*/ 217 h 1411"/>
              <a:gd name="T60" fmla="*/ 336 w 977"/>
              <a:gd name="T61" fmla="*/ 217 h 1411"/>
              <a:gd name="T62" fmla="*/ 489 w 977"/>
              <a:gd name="T63" fmla="*/ 109 h 1411"/>
              <a:gd name="T64" fmla="*/ 55 w 977"/>
              <a:gd name="T65" fmla="*/ 597 h 1411"/>
              <a:gd name="T66" fmla="*/ 0 w 977"/>
              <a:gd name="T67" fmla="*/ 651 h 1411"/>
              <a:gd name="T68" fmla="*/ 0 w 977"/>
              <a:gd name="T69" fmla="*/ 706 h 1411"/>
              <a:gd name="T70" fmla="*/ 380 w 977"/>
              <a:gd name="T71" fmla="*/ 1180 h 1411"/>
              <a:gd name="T72" fmla="*/ 380 w 977"/>
              <a:gd name="T73" fmla="*/ 1303 h 1411"/>
              <a:gd name="T74" fmla="*/ 217 w 977"/>
              <a:gd name="T75" fmla="*/ 1303 h 1411"/>
              <a:gd name="T76" fmla="*/ 163 w 977"/>
              <a:gd name="T77" fmla="*/ 1357 h 1411"/>
              <a:gd name="T78" fmla="*/ 163 w 977"/>
              <a:gd name="T79" fmla="*/ 1411 h 1411"/>
              <a:gd name="T80" fmla="*/ 814 w 977"/>
              <a:gd name="T81" fmla="*/ 1411 h 1411"/>
              <a:gd name="T82" fmla="*/ 814 w 977"/>
              <a:gd name="T83" fmla="*/ 1357 h 1411"/>
              <a:gd name="T84" fmla="*/ 760 w 977"/>
              <a:gd name="T85" fmla="*/ 1303 h 1411"/>
              <a:gd name="T86" fmla="*/ 597 w 977"/>
              <a:gd name="T87" fmla="*/ 1303 h 1411"/>
              <a:gd name="T88" fmla="*/ 597 w 977"/>
              <a:gd name="T89" fmla="*/ 1180 h 1411"/>
              <a:gd name="T90" fmla="*/ 977 w 977"/>
              <a:gd name="T91" fmla="*/ 706 h 1411"/>
              <a:gd name="T92" fmla="*/ 977 w 977"/>
              <a:gd name="T93" fmla="*/ 651 h 1411"/>
              <a:gd name="T94" fmla="*/ 923 w 977"/>
              <a:gd name="T95" fmla="*/ 597 h 1411"/>
              <a:gd name="T96" fmla="*/ 869 w 977"/>
              <a:gd name="T97" fmla="*/ 651 h 1411"/>
              <a:gd name="T98" fmla="*/ 869 w 977"/>
              <a:gd name="T99" fmla="*/ 706 h 1411"/>
              <a:gd name="T100" fmla="*/ 489 w 977"/>
              <a:gd name="T101" fmla="*/ 1086 h 1411"/>
              <a:gd name="T102" fmla="*/ 109 w 977"/>
              <a:gd name="T103" fmla="*/ 706 h 1411"/>
              <a:gd name="T104" fmla="*/ 109 w 977"/>
              <a:gd name="T105" fmla="*/ 651 h 1411"/>
              <a:gd name="T106" fmla="*/ 55 w 977"/>
              <a:gd name="T107" fmla="*/ 597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77" h="1411">
                <a:moveTo>
                  <a:pt x="489" y="0"/>
                </a:moveTo>
                <a:cubicBezTo>
                  <a:pt x="339" y="0"/>
                  <a:pt x="217" y="122"/>
                  <a:pt x="217" y="271"/>
                </a:cubicBezTo>
                <a:lnTo>
                  <a:pt x="217" y="706"/>
                </a:lnTo>
                <a:cubicBezTo>
                  <a:pt x="217" y="856"/>
                  <a:pt x="339" y="977"/>
                  <a:pt x="489" y="977"/>
                </a:cubicBezTo>
                <a:cubicBezTo>
                  <a:pt x="639" y="977"/>
                  <a:pt x="760" y="856"/>
                  <a:pt x="760" y="706"/>
                </a:cubicBezTo>
                <a:lnTo>
                  <a:pt x="760" y="543"/>
                </a:lnTo>
                <a:lnTo>
                  <a:pt x="760" y="271"/>
                </a:lnTo>
                <a:cubicBezTo>
                  <a:pt x="760" y="122"/>
                  <a:pt x="639" y="0"/>
                  <a:pt x="489" y="0"/>
                </a:cubicBezTo>
                <a:close/>
                <a:moveTo>
                  <a:pt x="489" y="109"/>
                </a:moveTo>
                <a:cubicBezTo>
                  <a:pt x="559" y="109"/>
                  <a:pt x="619" y="154"/>
                  <a:pt x="641" y="217"/>
                </a:cubicBezTo>
                <a:lnTo>
                  <a:pt x="597" y="217"/>
                </a:lnTo>
                <a:cubicBezTo>
                  <a:pt x="567" y="217"/>
                  <a:pt x="543" y="241"/>
                  <a:pt x="543" y="271"/>
                </a:cubicBezTo>
                <a:cubicBezTo>
                  <a:pt x="543" y="324"/>
                  <a:pt x="597" y="326"/>
                  <a:pt x="597" y="326"/>
                </a:cubicBezTo>
                <a:lnTo>
                  <a:pt x="652" y="326"/>
                </a:lnTo>
                <a:lnTo>
                  <a:pt x="652" y="380"/>
                </a:lnTo>
                <a:lnTo>
                  <a:pt x="597" y="380"/>
                </a:lnTo>
                <a:cubicBezTo>
                  <a:pt x="567" y="380"/>
                  <a:pt x="543" y="404"/>
                  <a:pt x="543" y="434"/>
                </a:cubicBezTo>
                <a:cubicBezTo>
                  <a:pt x="543" y="487"/>
                  <a:pt x="597" y="489"/>
                  <a:pt x="597" y="489"/>
                </a:cubicBezTo>
                <a:lnTo>
                  <a:pt x="652" y="489"/>
                </a:lnTo>
                <a:lnTo>
                  <a:pt x="652" y="543"/>
                </a:lnTo>
                <a:lnTo>
                  <a:pt x="326" y="543"/>
                </a:lnTo>
                <a:lnTo>
                  <a:pt x="326" y="489"/>
                </a:lnTo>
                <a:lnTo>
                  <a:pt x="380" y="489"/>
                </a:lnTo>
                <a:cubicBezTo>
                  <a:pt x="380" y="489"/>
                  <a:pt x="435" y="487"/>
                  <a:pt x="435" y="434"/>
                </a:cubicBezTo>
                <a:cubicBezTo>
                  <a:pt x="435" y="404"/>
                  <a:pt x="410" y="380"/>
                  <a:pt x="380" y="380"/>
                </a:cubicBezTo>
                <a:lnTo>
                  <a:pt x="326" y="380"/>
                </a:lnTo>
                <a:lnTo>
                  <a:pt x="326" y="326"/>
                </a:lnTo>
                <a:lnTo>
                  <a:pt x="380" y="326"/>
                </a:lnTo>
                <a:cubicBezTo>
                  <a:pt x="380" y="326"/>
                  <a:pt x="435" y="324"/>
                  <a:pt x="435" y="271"/>
                </a:cubicBezTo>
                <a:cubicBezTo>
                  <a:pt x="435" y="241"/>
                  <a:pt x="410" y="217"/>
                  <a:pt x="380" y="217"/>
                </a:cubicBezTo>
                <a:lnTo>
                  <a:pt x="336" y="217"/>
                </a:lnTo>
                <a:cubicBezTo>
                  <a:pt x="359" y="154"/>
                  <a:pt x="418" y="109"/>
                  <a:pt x="489" y="109"/>
                </a:cubicBezTo>
                <a:close/>
                <a:moveTo>
                  <a:pt x="55" y="597"/>
                </a:moveTo>
                <a:cubicBezTo>
                  <a:pt x="6" y="597"/>
                  <a:pt x="0" y="651"/>
                  <a:pt x="0" y="651"/>
                </a:cubicBezTo>
                <a:lnTo>
                  <a:pt x="0" y="706"/>
                </a:lnTo>
                <a:cubicBezTo>
                  <a:pt x="0" y="938"/>
                  <a:pt x="163" y="1131"/>
                  <a:pt x="380" y="1180"/>
                </a:cubicBezTo>
                <a:lnTo>
                  <a:pt x="380" y="1303"/>
                </a:lnTo>
                <a:lnTo>
                  <a:pt x="217" y="1303"/>
                </a:lnTo>
                <a:cubicBezTo>
                  <a:pt x="165" y="1303"/>
                  <a:pt x="163" y="1357"/>
                  <a:pt x="163" y="1357"/>
                </a:cubicBezTo>
                <a:lnTo>
                  <a:pt x="163" y="1411"/>
                </a:lnTo>
                <a:lnTo>
                  <a:pt x="814" y="1411"/>
                </a:lnTo>
                <a:lnTo>
                  <a:pt x="814" y="1357"/>
                </a:lnTo>
                <a:cubicBezTo>
                  <a:pt x="814" y="1327"/>
                  <a:pt x="790" y="1303"/>
                  <a:pt x="760" y="1303"/>
                </a:cubicBezTo>
                <a:lnTo>
                  <a:pt x="597" y="1303"/>
                </a:lnTo>
                <a:lnTo>
                  <a:pt x="597" y="1180"/>
                </a:lnTo>
                <a:cubicBezTo>
                  <a:pt x="814" y="1131"/>
                  <a:pt x="977" y="937"/>
                  <a:pt x="977" y="706"/>
                </a:cubicBezTo>
                <a:lnTo>
                  <a:pt x="977" y="651"/>
                </a:lnTo>
                <a:cubicBezTo>
                  <a:pt x="977" y="651"/>
                  <a:pt x="972" y="597"/>
                  <a:pt x="923" y="597"/>
                </a:cubicBezTo>
                <a:cubicBezTo>
                  <a:pt x="874" y="597"/>
                  <a:pt x="869" y="651"/>
                  <a:pt x="869" y="651"/>
                </a:cubicBezTo>
                <a:lnTo>
                  <a:pt x="869" y="706"/>
                </a:lnTo>
                <a:cubicBezTo>
                  <a:pt x="869" y="915"/>
                  <a:pt x="698" y="1086"/>
                  <a:pt x="489" y="1086"/>
                </a:cubicBezTo>
                <a:cubicBezTo>
                  <a:pt x="279" y="1086"/>
                  <a:pt x="109" y="915"/>
                  <a:pt x="109" y="706"/>
                </a:cubicBezTo>
                <a:lnTo>
                  <a:pt x="109" y="651"/>
                </a:lnTo>
                <a:cubicBezTo>
                  <a:pt x="109" y="651"/>
                  <a:pt x="103" y="597"/>
                  <a:pt x="55" y="59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9" name="타원 468">
            <a:extLst>
              <a:ext uri="{FF2B5EF4-FFF2-40B4-BE49-F238E27FC236}">
                <a16:creationId xmlns:a16="http://schemas.microsoft.com/office/drawing/2014/main" id="{49170E2B-3383-EE92-632F-BA0BBEAC3852}"/>
              </a:ext>
            </a:extLst>
          </p:cNvPr>
          <p:cNvSpPr/>
          <p:nvPr/>
        </p:nvSpPr>
        <p:spPr>
          <a:xfrm>
            <a:off x="1546030" y="5435192"/>
            <a:ext cx="126779" cy="1267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4" name="Microphone 2">
            <a:extLst>
              <a:ext uri="{FF2B5EF4-FFF2-40B4-BE49-F238E27FC236}">
                <a16:creationId xmlns:a16="http://schemas.microsoft.com/office/drawing/2014/main" id="{6C31636A-2818-BFD8-1415-87D409DB2FC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576893" y="5456118"/>
            <a:ext cx="66039" cy="94872"/>
          </a:xfrm>
          <a:custGeom>
            <a:avLst/>
            <a:gdLst>
              <a:gd name="T0" fmla="*/ 489 w 977"/>
              <a:gd name="T1" fmla="*/ 0 h 1411"/>
              <a:gd name="T2" fmla="*/ 217 w 977"/>
              <a:gd name="T3" fmla="*/ 271 h 1411"/>
              <a:gd name="T4" fmla="*/ 217 w 977"/>
              <a:gd name="T5" fmla="*/ 706 h 1411"/>
              <a:gd name="T6" fmla="*/ 489 w 977"/>
              <a:gd name="T7" fmla="*/ 977 h 1411"/>
              <a:gd name="T8" fmla="*/ 760 w 977"/>
              <a:gd name="T9" fmla="*/ 706 h 1411"/>
              <a:gd name="T10" fmla="*/ 760 w 977"/>
              <a:gd name="T11" fmla="*/ 543 h 1411"/>
              <a:gd name="T12" fmla="*/ 760 w 977"/>
              <a:gd name="T13" fmla="*/ 271 h 1411"/>
              <a:gd name="T14" fmla="*/ 489 w 977"/>
              <a:gd name="T15" fmla="*/ 0 h 1411"/>
              <a:gd name="T16" fmla="*/ 489 w 977"/>
              <a:gd name="T17" fmla="*/ 109 h 1411"/>
              <a:gd name="T18" fmla="*/ 641 w 977"/>
              <a:gd name="T19" fmla="*/ 217 h 1411"/>
              <a:gd name="T20" fmla="*/ 597 w 977"/>
              <a:gd name="T21" fmla="*/ 217 h 1411"/>
              <a:gd name="T22" fmla="*/ 543 w 977"/>
              <a:gd name="T23" fmla="*/ 271 h 1411"/>
              <a:gd name="T24" fmla="*/ 597 w 977"/>
              <a:gd name="T25" fmla="*/ 326 h 1411"/>
              <a:gd name="T26" fmla="*/ 652 w 977"/>
              <a:gd name="T27" fmla="*/ 326 h 1411"/>
              <a:gd name="T28" fmla="*/ 652 w 977"/>
              <a:gd name="T29" fmla="*/ 380 h 1411"/>
              <a:gd name="T30" fmla="*/ 597 w 977"/>
              <a:gd name="T31" fmla="*/ 380 h 1411"/>
              <a:gd name="T32" fmla="*/ 543 w 977"/>
              <a:gd name="T33" fmla="*/ 434 h 1411"/>
              <a:gd name="T34" fmla="*/ 597 w 977"/>
              <a:gd name="T35" fmla="*/ 489 h 1411"/>
              <a:gd name="T36" fmla="*/ 652 w 977"/>
              <a:gd name="T37" fmla="*/ 489 h 1411"/>
              <a:gd name="T38" fmla="*/ 652 w 977"/>
              <a:gd name="T39" fmla="*/ 543 h 1411"/>
              <a:gd name="T40" fmla="*/ 326 w 977"/>
              <a:gd name="T41" fmla="*/ 543 h 1411"/>
              <a:gd name="T42" fmla="*/ 326 w 977"/>
              <a:gd name="T43" fmla="*/ 489 h 1411"/>
              <a:gd name="T44" fmla="*/ 380 w 977"/>
              <a:gd name="T45" fmla="*/ 489 h 1411"/>
              <a:gd name="T46" fmla="*/ 435 w 977"/>
              <a:gd name="T47" fmla="*/ 434 h 1411"/>
              <a:gd name="T48" fmla="*/ 380 w 977"/>
              <a:gd name="T49" fmla="*/ 380 h 1411"/>
              <a:gd name="T50" fmla="*/ 326 w 977"/>
              <a:gd name="T51" fmla="*/ 380 h 1411"/>
              <a:gd name="T52" fmla="*/ 326 w 977"/>
              <a:gd name="T53" fmla="*/ 326 h 1411"/>
              <a:gd name="T54" fmla="*/ 380 w 977"/>
              <a:gd name="T55" fmla="*/ 326 h 1411"/>
              <a:gd name="T56" fmla="*/ 435 w 977"/>
              <a:gd name="T57" fmla="*/ 271 h 1411"/>
              <a:gd name="T58" fmla="*/ 380 w 977"/>
              <a:gd name="T59" fmla="*/ 217 h 1411"/>
              <a:gd name="T60" fmla="*/ 336 w 977"/>
              <a:gd name="T61" fmla="*/ 217 h 1411"/>
              <a:gd name="T62" fmla="*/ 489 w 977"/>
              <a:gd name="T63" fmla="*/ 109 h 1411"/>
              <a:gd name="T64" fmla="*/ 55 w 977"/>
              <a:gd name="T65" fmla="*/ 597 h 1411"/>
              <a:gd name="T66" fmla="*/ 0 w 977"/>
              <a:gd name="T67" fmla="*/ 651 h 1411"/>
              <a:gd name="T68" fmla="*/ 0 w 977"/>
              <a:gd name="T69" fmla="*/ 706 h 1411"/>
              <a:gd name="T70" fmla="*/ 380 w 977"/>
              <a:gd name="T71" fmla="*/ 1180 h 1411"/>
              <a:gd name="T72" fmla="*/ 380 w 977"/>
              <a:gd name="T73" fmla="*/ 1303 h 1411"/>
              <a:gd name="T74" fmla="*/ 217 w 977"/>
              <a:gd name="T75" fmla="*/ 1303 h 1411"/>
              <a:gd name="T76" fmla="*/ 163 w 977"/>
              <a:gd name="T77" fmla="*/ 1357 h 1411"/>
              <a:gd name="T78" fmla="*/ 163 w 977"/>
              <a:gd name="T79" fmla="*/ 1411 h 1411"/>
              <a:gd name="T80" fmla="*/ 814 w 977"/>
              <a:gd name="T81" fmla="*/ 1411 h 1411"/>
              <a:gd name="T82" fmla="*/ 814 w 977"/>
              <a:gd name="T83" fmla="*/ 1357 h 1411"/>
              <a:gd name="T84" fmla="*/ 760 w 977"/>
              <a:gd name="T85" fmla="*/ 1303 h 1411"/>
              <a:gd name="T86" fmla="*/ 597 w 977"/>
              <a:gd name="T87" fmla="*/ 1303 h 1411"/>
              <a:gd name="T88" fmla="*/ 597 w 977"/>
              <a:gd name="T89" fmla="*/ 1180 h 1411"/>
              <a:gd name="T90" fmla="*/ 977 w 977"/>
              <a:gd name="T91" fmla="*/ 706 h 1411"/>
              <a:gd name="T92" fmla="*/ 977 w 977"/>
              <a:gd name="T93" fmla="*/ 651 h 1411"/>
              <a:gd name="T94" fmla="*/ 923 w 977"/>
              <a:gd name="T95" fmla="*/ 597 h 1411"/>
              <a:gd name="T96" fmla="*/ 869 w 977"/>
              <a:gd name="T97" fmla="*/ 651 h 1411"/>
              <a:gd name="T98" fmla="*/ 869 w 977"/>
              <a:gd name="T99" fmla="*/ 706 h 1411"/>
              <a:gd name="T100" fmla="*/ 489 w 977"/>
              <a:gd name="T101" fmla="*/ 1086 h 1411"/>
              <a:gd name="T102" fmla="*/ 109 w 977"/>
              <a:gd name="T103" fmla="*/ 706 h 1411"/>
              <a:gd name="T104" fmla="*/ 109 w 977"/>
              <a:gd name="T105" fmla="*/ 651 h 1411"/>
              <a:gd name="T106" fmla="*/ 55 w 977"/>
              <a:gd name="T107" fmla="*/ 597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77" h="1411">
                <a:moveTo>
                  <a:pt x="489" y="0"/>
                </a:moveTo>
                <a:cubicBezTo>
                  <a:pt x="339" y="0"/>
                  <a:pt x="217" y="122"/>
                  <a:pt x="217" y="271"/>
                </a:cubicBezTo>
                <a:lnTo>
                  <a:pt x="217" y="706"/>
                </a:lnTo>
                <a:cubicBezTo>
                  <a:pt x="217" y="856"/>
                  <a:pt x="339" y="977"/>
                  <a:pt x="489" y="977"/>
                </a:cubicBezTo>
                <a:cubicBezTo>
                  <a:pt x="639" y="977"/>
                  <a:pt x="760" y="856"/>
                  <a:pt x="760" y="706"/>
                </a:cubicBezTo>
                <a:lnTo>
                  <a:pt x="760" y="543"/>
                </a:lnTo>
                <a:lnTo>
                  <a:pt x="760" y="271"/>
                </a:lnTo>
                <a:cubicBezTo>
                  <a:pt x="760" y="122"/>
                  <a:pt x="639" y="0"/>
                  <a:pt x="489" y="0"/>
                </a:cubicBezTo>
                <a:close/>
                <a:moveTo>
                  <a:pt x="489" y="109"/>
                </a:moveTo>
                <a:cubicBezTo>
                  <a:pt x="559" y="109"/>
                  <a:pt x="619" y="154"/>
                  <a:pt x="641" y="217"/>
                </a:cubicBezTo>
                <a:lnTo>
                  <a:pt x="597" y="217"/>
                </a:lnTo>
                <a:cubicBezTo>
                  <a:pt x="567" y="217"/>
                  <a:pt x="543" y="241"/>
                  <a:pt x="543" y="271"/>
                </a:cubicBezTo>
                <a:cubicBezTo>
                  <a:pt x="543" y="324"/>
                  <a:pt x="597" y="326"/>
                  <a:pt x="597" y="326"/>
                </a:cubicBezTo>
                <a:lnTo>
                  <a:pt x="652" y="326"/>
                </a:lnTo>
                <a:lnTo>
                  <a:pt x="652" y="380"/>
                </a:lnTo>
                <a:lnTo>
                  <a:pt x="597" y="380"/>
                </a:lnTo>
                <a:cubicBezTo>
                  <a:pt x="567" y="380"/>
                  <a:pt x="543" y="404"/>
                  <a:pt x="543" y="434"/>
                </a:cubicBezTo>
                <a:cubicBezTo>
                  <a:pt x="543" y="487"/>
                  <a:pt x="597" y="489"/>
                  <a:pt x="597" y="489"/>
                </a:cubicBezTo>
                <a:lnTo>
                  <a:pt x="652" y="489"/>
                </a:lnTo>
                <a:lnTo>
                  <a:pt x="652" y="543"/>
                </a:lnTo>
                <a:lnTo>
                  <a:pt x="326" y="543"/>
                </a:lnTo>
                <a:lnTo>
                  <a:pt x="326" y="489"/>
                </a:lnTo>
                <a:lnTo>
                  <a:pt x="380" y="489"/>
                </a:lnTo>
                <a:cubicBezTo>
                  <a:pt x="380" y="489"/>
                  <a:pt x="435" y="487"/>
                  <a:pt x="435" y="434"/>
                </a:cubicBezTo>
                <a:cubicBezTo>
                  <a:pt x="435" y="404"/>
                  <a:pt x="410" y="380"/>
                  <a:pt x="380" y="380"/>
                </a:cubicBezTo>
                <a:lnTo>
                  <a:pt x="326" y="380"/>
                </a:lnTo>
                <a:lnTo>
                  <a:pt x="326" y="326"/>
                </a:lnTo>
                <a:lnTo>
                  <a:pt x="380" y="326"/>
                </a:lnTo>
                <a:cubicBezTo>
                  <a:pt x="380" y="326"/>
                  <a:pt x="435" y="324"/>
                  <a:pt x="435" y="271"/>
                </a:cubicBezTo>
                <a:cubicBezTo>
                  <a:pt x="435" y="241"/>
                  <a:pt x="410" y="217"/>
                  <a:pt x="380" y="217"/>
                </a:cubicBezTo>
                <a:lnTo>
                  <a:pt x="336" y="217"/>
                </a:lnTo>
                <a:cubicBezTo>
                  <a:pt x="359" y="154"/>
                  <a:pt x="418" y="109"/>
                  <a:pt x="489" y="109"/>
                </a:cubicBezTo>
                <a:close/>
                <a:moveTo>
                  <a:pt x="55" y="597"/>
                </a:moveTo>
                <a:cubicBezTo>
                  <a:pt x="6" y="597"/>
                  <a:pt x="0" y="651"/>
                  <a:pt x="0" y="651"/>
                </a:cubicBezTo>
                <a:lnTo>
                  <a:pt x="0" y="706"/>
                </a:lnTo>
                <a:cubicBezTo>
                  <a:pt x="0" y="938"/>
                  <a:pt x="163" y="1131"/>
                  <a:pt x="380" y="1180"/>
                </a:cubicBezTo>
                <a:lnTo>
                  <a:pt x="380" y="1303"/>
                </a:lnTo>
                <a:lnTo>
                  <a:pt x="217" y="1303"/>
                </a:lnTo>
                <a:cubicBezTo>
                  <a:pt x="165" y="1303"/>
                  <a:pt x="163" y="1357"/>
                  <a:pt x="163" y="1357"/>
                </a:cubicBezTo>
                <a:lnTo>
                  <a:pt x="163" y="1411"/>
                </a:lnTo>
                <a:lnTo>
                  <a:pt x="814" y="1411"/>
                </a:lnTo>
                <a:lnTo>
                  <a:pt x="814" y="1357"/>
                </a:lnTo>
                <a:cubicBezTo>
                  <a:pt x="814" y="1327"/>
                  <a:pt x="790" y="1303"/>
                  <a:pt x="760" y="1303"/>
                </a:cubicBezTo>
                <a:lnTo>
                  <a:pt x="597" y="1303"/>
                </a:lnTo>
                <a:lnTo>
                  <a:pt x="597" y="1180"/>
                </a:lnTo>
                <a:cubicBezTo>
                  <a:pt x="814" y="1131"/>
                  <a:pt x="977" y="937"/>
                  <a:pt x="977" y="706"/>
                </a:cubicBezTo>
                <a:lnTo>
                  <a:pt x="977" y="651"/>
                </a:lnTo>
                <a:cubicBezTo>
                  <a:pt x="977" y="651"/>
                  <a:pt x="972" y="597"/>
                  <a:pt x="923" y="597"/>
                </a:cubicBezTo>
                <a:cubicBezTo>
                  <a:pt x="874" y="597"/>
                  <a:pt x="869" y="651"/>
                  <a:pt x="869" y="651"/>
                </a:cubicBezTo>
                <a:lnTo>
                  <a:pt x="869" y="706"/>
                </a:lnTo>
                <a:cubicBezTo>
                  <a:pt x="869" y="915"/>
                  <a:pt x="698" y="1086"/>
                  <a:pt x="489" y="1086"/>
                </a:cubicBezTo>
                <a:cubicBezTo>
                  <a:pt x="279" y="1086"/>
                  <a:pt x="109" y="915"/>
                  <a:pt x="109" y="706"/>
                </a:cubicBezTo>
                <a:lnTo>
                  <a:pt x="109" y="651"/>
                </a:lnTo>
                <a:cubicBezTo>
                  <a:pt x="109" y="651"/>
                  <a:pt x="103" y="597"/>
                  <a:pt x="55" y="59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0" name="타원 479">
            <a:extLst>
              <a:ext uri="{FF2B5EF4-FFF2-40B4-BE49-F238E27FC236}">
                <a16:creationId xmlns:a16="http://schemas.microsoft.com/office/drawing/2014/main" id="{117749C4-0678-6087-B420-8539D87CBE97}"/>
              </a:ext>
            </a:extLst>
          </p:cNvPr>
          <p:cNvSpPr/>
          <p:nvPr/>
        </p:nvSpPr>
        <p:spPr>
          <a:xfrm>
            <a:off x="1694051" y="5428186"/>
            <a:ext cx="126779" cy="12677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6" name="Webcam">
            <a:extLst>
              <a:ext uri="{FF2B5EF4-FFF2-40B4-BE49-F238E27FC236}">
                <a16:creationId xmlns:a16="http://schemas.microsoft.com/office/drawing/2014/main" id="{DBB68F53-BAF1-4A42-CF34-9327D4400B1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721494" y="5453108"/>
            <a:ext cx="79060" cy="94872"/>
          </a:xfrm>
          <a:custGeom>
            <a:avLst/>
            <a:gdLst>
              <a:gd name="T0" fmla="*/ 587 w 1174"/>
              <a:gd name="T1" fmla="*/ 0 h 1401"/>
              <a:gd name="T2" fmla="*/ 353 w 1174"/>
              <a:gd name="T3" fmla="*/ 49 h 1401"/>
              <a:gd name="T4" fmla="*/ 319 w 1174"/>
              <a:gd name="T5" fmla="*/ 66 h 1401"/>
              <a:gd name="T6" fmla="*/ 0 w 1174"/>
              <a:gd name="T7" fmla="*/ 587 h 1401"/>
              <a:gd name="T8" fmla="*/ 478 w 1174"/>
              <a:gd name="T9" fmla="*/ 1163 h 1401"/>
              <a:gd name="T10" fmla="*/ 478 w 1174"/>
              <a:gd name="T11" fmla="*/ 1238 h 1401"/>
              <a:gd name="T12" fmla="*/ 207 w 1174"/>
              <a:gd name="T13" fmla="*/ 1238 h 1401"/>
              <a:gd name="T14" fmla="*/ 153 w 1174"/>
              <a:gd name="T15" fmla="*/ 1292 h 1401"/>
              <a:gd name="T16" fmla="*/ 153 w 1174"/>
              <a:gd name="T17" fmla="*/ 1401 h 1401"/>
              <a:gd name="T18" fmla="*/ 1021 w 1174"/>
              <a:gd name="T19" fmla="*/ 1401 h 1401"/>
              <a:gd name="T20" fmla="*/ 1021 w 1174"/>
              <a:gd name="T21" fmla="*/ 1292 h 1401"/>
              <a:gd name="T22" fmla="*/ 967 w 1174"/>
              <a:gd name="T23" fmla="*/ 1238 h 1401"/>
              <a:gd name="T24" fmla="*/ 695 w 1174"/>
              <a:gd name="T25" fmla="*/ 1238 h 1401"/>
              <a:gd name="T26" fmla="*/ 695 w 1174"/>
              <a:gd name="T27" fmla="*/ 1163 h 1401"/>
              <a:gd name="T28" fmla="*/ 1174 w 1174"/>
              <a:gd name="T29" fmla="*/ 587 h 1401"/>
              <a:gd name="T30" fmla="*/ 855 w 1174"/>
              <a:gd name="T31" fmla="*/ 66 h 1401"/>
              <a:gd name="T32" fmla="*/ 821 w 1174"/>
              <a:gd name="T33" fmla="*/ 49 h 1401"/>
              <a:gd name="T34" fmla="*/ 587 w 1174"/>
              <a:gd name="T35" fmla="*/ 0 h 1401"/>
              <a:gd name="T36" fmla="*/ 587 w 1174"/>
              <a:gd name="T37" fmla="*/ 54 h 1401"/>
              <a:gd name="T38" fmla="*/ 782 w 1174"/>
              <a:gd name="T39" fmla="*/ 93 h 1401"/>
              <a:gd name="T40" fmla="*/ 587 w 1174"/>
              <a:gd name="T41" fmla="*/ 170 h 1401"/>
              <a:gd name="T42" fmla="*/ 392 w 1174"/>
              <a:gd name="T43" fmla="*/ 93 h 1401"/>
              <a:gd name="T44" fmla="*/ 587 w 1174"/>
              <a:gd name="T45" fmla="*/ 54 h 1401"/>
              <a:gd name="T46" fmla="*/ 587 w 1174"/>
              <a:gd name="T47" fmla="*/ 299 h 1401"/>
              <a:gd name="T48" fmla="*/ 875 w 1174"/>
              <a:gd name="T49" fmla="*/ 587 h 1401"/>
              <a:gd name="T50" fmla="*/ 587 w 1174"/>
              <a:gd name="T51" fmla="*/ 875 h 1401"/>
              <a:gd name="T52" fmla="*/ 299 w 1174"/>
              <a:gd name="T53" fmla="*/ 587 h 1401"/>
              <a:gd name="T54" fmla="*/ 587 w 1174"/>
              <a:gd name="T55" fmla="*/ 299 h 1401"/>
              <a:gd name="T56" fmla="*/ 587 w 1174"/>
              <a:gd name="T57" fmla="*/ 434 h 1401"/>
              <a:gd name="T58" fmla="*/ 507 w 1174"/>
              <a:gd name="T59" fmla="*/ 456 h 1401"/>
              <a:gd name="T60" fmla="*/ 531 w 1174"/>
              <a:gd name="T61" fmla="*/ 453 h 1401"/>
              <a:gd name="T62" fmla="*/ 607 w 1174"/>
              <a:gd name="T63" fmla="*/ 531 h 1401"/>
              <a:gd name="T64" fmla="*/ 531 w 1174"/>
              <a:gd name="T65" fmla="*/ 609 h 1401"/>
              <a:gd name="T66" fmla="*/ 453 w 1174"/>
              <a:gd name="T67" fmla="*/ 531 h 1401"/>
              <a:gd name="T68" fmla="*/ 456 w 1174"/>
              <a:gd name="T69" fmla="*/ 509 h 1401"/>
              <a:gd name="T70" fmla="*/ 434 w 1174"/>
              <a:gd name="T71" fmla="*/ 587 h 1401"/>
              <a:gd name="T72" fmla="*/ 587 w 1174"/>
              <a:gd name="T73" fmla="*/ 739 h 1401"/>
              <a:gd name="T74" fmla="*/ 739 w 1174"/>
              <a:gd name="T75" fmla="*/ 587 h 1401"/>
              <a:gd name="T76" fmla="*/ 587 w 1174"/>
              <a:gd name="T77" fmla="*/ 434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74" h="1401">
                <a:moveTo>
                  <a:pt x="587" y="0"/>
                </a:moveTo>
                <a:cubicBezTo>
                  <a:pt x="504" y="0"/>
                  <a:pt x="424" y="18"/>
                  <a:pt x="353" y="49"/>
                </a:cubicBezTo>
                <a:cubicBezTo>
                  <a:pt x="341" y="54"/>
                  <a:pt x="330" y="60"/>
                  <a:pt x="319" y="66"/>
                </a:cubicBezTo>
                <a:cubicBezTo>
                  <a:pt x="129" y="163"/>
                  <a:pt x="0" y="359"/>
                  <a:pt x="0" y="587"/>
                </a:cubicBezTo>
                <a:cubicBezTo>
                  <a:pt x="0" y="874"/>
                  <a:pt x="206" y="1113"/>
                  <a:pt x="478" y="1163"/>
                </a:cubicBezTo>
                <a:lnTo>
                  <a:pt x="478" y="1238"/>
                </a:lnTo>
                <a:lnTo>
                  <a:pt x="207" y="1238"/>
                </a:lnTo>
                <a:cubicBezTo>
                  <a:pt x="155" y="1238"/>
                  <a:pt x="153" y="1292"/>
                  <a:pt x="153" y="1292"/>
                </a:cubicBezTo>
                <a:lnTo>
                  <a:pt x="153" y="1401"/>
                </a:lnTo>
                <a:lnTo>
                  <a:pt x="1021" y="1401"/>
                </a:lnTo>
                <a:lnTo>
                  <a:pt x="1021" y="1292"/>
                </a:lnTo>
                <a:cubicBezTo>
                  <a:pt x="1021" y="1262"/>
                  <a:pt x="997" y="1238"/>
                  <a:pt x="967" y="1238"/>
                </a:cubicBezTo>
                <a:lnTo>
                  <a:pt x="695" y="1238"/>
                </a:lnTo>
                <a:lnTo>
                  <a:pt x="695" y="1163"/>
                </a:lnTo>
                <a:cubicBezTo>
                  <a:pt x="968" y="1113"/>
                  <a:pt x="1174" y="874"/>
                  <a:pt x="1174" y="587"/>
                </a:cubicBezTo>
                <a:cubicBezTo>
                  <a:pt x="1174" y="359"/>
                  <a:pt x="1044" y="163"/>
                  <a:pt x="855" y="66"/>
                </a:cubicBezTo>
                <a:cubicBezTo>
                  <a:pt x="844" y="60"/>
                  <a:pt x="833" y="54"/>
                  <a:pt x="821" y="49"/>
                </a:cubicBezTo>
                <a:cubicBezTo>
                  <a:pt x="749" y="18"/>
                  <a:pt x="670" y="0"/>
                  <a:pt x="587" y="0"/>
                </a:cubicBezTo>
                <a:close/>
                <a:moveTo>
                  <a:pt x="587" y="54"/>
                </a:moveTo>
                <a:cubicBezTo>
                  <a:pt x="656" y="54"/>
                  <a:pt x="721" y="69"/>
                  <a:pt x="782" y="93"/>
                </a:cubicBezTo>
                <a:cubicBezTo>
                  <a:pt x="731" y="140"/>
                  <a:pt x="662" y="170"/>
                  <a:pt x="587" y="170"/>
                </a:cubicBezTo>
                <a:cubicBezTo>
                  <a:pt x="512" y="170"/>
                  <a:pt x="443" y="140"/>
                  <a:pt x="392" y="93"/>
                </a:cubicBezTo>
                <a:cubicBezTo>
                  <a:pt x="452" y="69"/>
                  <a:pt x="518" y="54"/>
                  <a:pt x="587" y="54"/>
                </a:cubicBezTo>
                <a:close/>
                <a:moveTo>
                  <a:pt x="587" y="299"/>
                </a:moveTo>
                <a:cubicBezTo>
                  <a:pt x="746" y="299"/>
                  <a:pt x="875" y="427"/>
                  <a:pt x="875" y="587"/>
                </a:cubicBezTo>
                <a:cubicBezTo>
                  <a:pt x="875" y="746"/>
                  <a:pt x="746" y="875"/>
                  <a:pt x="587" y="875"/>
                </a:cubicBezTo>
                <a:cubicBezTo>
                  <a:pt x="427" y="875"/>
                  <a:pt x="299" y="746"/>
                  <a:pt x="299" y="587"/>
                </a:cubicBezTo>
                <a:cubicBezTo>
                  <a:pt x="299" y="427"/>
                  <a:pt x="427" y="299"/>
                  <a:pt x="587" y="299"/>
                </a:cubicBezTo>
                <a:close/>
                <a:moveTo>
                  <a:pt x="587" y="434"/>
                </a:moveTo>
                <a:cubicBezTo>
                  <a:pt x="558" y="434"/>
                  <a:pt x="530" y="442"/>
                  <a:pt x="507" y="456"/>
                </a:cubicBezTo>
                <a:cubicBezTo>
                  <a:pt x="514" y="454"/>
                  <a:pt x="523" y="453"/>
                  <a:pt x="531" y="453"/>
                </a:cubicBezTo>
                <a:cubicBezTo>
                  <a:pt x="574" y="453"/>
                  <a:pt x="607" y="488"/>
                  <a:pt x="607" y="531"/>
                </a:cubicBezTo>
                <a:cubicBezTo>
                  <a:pt x="607" y="574"/>
                  <a:pt x="574" y="609"/>
                  <a:pt x="531" y="609"/>
                </a:cubicBezTo>
                <a:cubicBezTo>
                  <a:pt x="488" y="609"/>
                  <a:pt x="453" y="574"/>
                  <a:pt x="453" y="531"/>
                </a:cubicBezTo>
                <a:cubicBezTo>
                  <a:pt x="453" y="523"/>
                  <a:pt x="454" y="516"/>
                  <a:pt x="456" y="509"/>
                </a:cubicBezTo>
                <a:cubicBezTo>
                  <a:pt x="442" y="532"/>
                  <a:pt x="434" y="558"/>
                  <a:pt x="434" y="587"/>
                </a:cubicBezTo>
                <a:cubicBezTo>
                  <a:pt x="434" y="671"/>
                  <a:pt x="502" y="739"/>
                  <a:pt x="587" y="739"/>
                </a:cubicBezTo>
                <a:cubicBezTo>
                  <a:pt x="671" y="739"/>
                  <a:pt x="739" y="671"/>
                  <a:pt x="739" y="587"/>
                </a:cubicBezTo>
                <a:cubicBezTo>
                  <a:pt x="739" y="502"/>
                  <a:pt x="671" y="434"/>
                  <a:pt x="587" y="43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98" name="직사각형 497">
            <a:extLst>
              <a:ext uri="{FF2B5EF4-FFF2-40B4-BE49-F238E27FC236}">
                <a16:creationId xmlns:a16="http://schemas.microsoft.com/office/drawing/2014/main" id="{B31240EC-AD89-C92A-8488-7BDFA975826E}"/>
              </a:ext>
            </a:extLst>
          </p:cNvPr>
          <p:cNvSpPr/>
          <p:nvPr/>
        </p:nvSpPr>
        <p:spPr>
          <a:xfrm rot="5400000">
            <a:off x="1841409" y="5367368"/>
            <a:ext cx="2750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000" b="1" dirty="0">
                <a:ea typeface="NanumBarunGothic" panose="020B0603020101020101" pitchFamily="34" charset="-127"/>
              </a:rPr>
              <a:t>…</a:t>
            </a:r>
            <a:endParaRPr lang="ko-KR" altLang="en-US" sz="1000" b="1" dirty="0">
              <a:ea typeface="NanumBarunGothic" panose="020B0603020101020101" pitchFamily="34" charset="-127"/>
            </a:endParaRP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D0B7E4A2-2F0A-D592-DD47-36C26FB19026}"/>
              </a:ext>
            </a:extLst>
          </p:cNvPr>
          <p:cNvSpPr txBox="1"/>
          <p:nvPr/>
        </p:nvSpPr>
        <p:spPr>
          <a:xfrm>
            <a:off x="228168" y="5117854"/>
            <a:ext cx="5793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참여자 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endParaRPr lang="ko-KR" altLang="en-US" sz="7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315CF41F-8074-5438-B904-8322A4C9B368}"/>
              </a:ext>
            </a:extLst>
          </p:cNvPr>
          <p:cNvGrpSpPr/>
          <p:nvPr/>
        </p:nvGrpSpPr>
        <p:grpSpPr>
          <a:xfrm>
            <a:off x="6945259" y="2606927"/>
            <a:ext cx="2095866" cy="2283658"/>
            <a:chOff x="9506433" y="3421183"/>
            <a:chExt cx="2095866" cy="2283658"/>
          </a:xfrm>
        </p:grpSpPr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3CFFA525-A96A-3AE2-82F0-78E238B6DF87}"/>
                </a:ext>
              </a:extLst>
            </p:cNvPr>
            <p:cNvSpPr/>
            <p:nvPr/>
          </p:nvSpPr>
          <p:spPr>
            <a:xfrm>
              <a:off x="9506433" y="3421183"/>
              <a:ext cx="2095866" cy="228365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F04EA87D-876C-2C78-1C66-AD79D2060669}"/>
                </a:ext>
              </a:extLst>
            </p:cNvPr>
            <p:cNvSpPr txBox="1"/>
            <p:nvPr/>
          </p:nvSpPr>
          <p:spPr>
            <a:xfrm>
              <a:off x="10127304" y="3516246"/>
              <a:ext cx="9793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사용자</a:t>
              </a:r>
            </a:p>
          </p:txBody>
        </p:sp>
        <p:grpSp>
          <p:nvGrpSpPr>
            <p:cNvPr id="555" name="그룹 554">
              <a:extLst>
                <a:ext uri="{FF2B5EF4-FFF2-40B4-BE49-F238E27FC236}">
                  <a16:creationId xmlns:a16="http://schemas.microsoft.com/office/drawing/2014/main" id="{7C768E90-C968-447A-4C20-462F0064528F}"/>
                </a:ext>
              </a:extLst>
            </p:cNvPr>
            <p:cNvGrpSpPr/>
            <p:nvPr/>
          </p:nvGrpSpPr>
          <p:grpSpPr>
            <a:xfrm>
              <a:off x="10989554" y="3787046"/>
              <a:ext cx="509054" cy="275272"/>
              <a:chOff x="2876193" y="1112321"/>
              <a:chExt cx="509054" cy="275272"/>
            </a:xfrm>
          </p:grpSpPr>
          <p:sp>
            <p:nvSpPr>
              <p:cNvPr id="556" name="사각형: 둥근 모서리 555">
                <a:extLst>
                  <a:ext uri="{FF2B5EF4-FFF2-40B4-BE49-F238E27FC236}">
                    <a16:creationId xmlns:a16="http://schemas.microsoft.com/office/drawing/2014/main" id="{A8250E2D-009F-2753-7077-8D448A26AE58}"/>
                  </a:ext>
                </a:extLst>
              </p:cNvPr>
              <p:cNvSpPr/>
              <p:nvPr/>
            </p:nvSpPr>
            <p:spPr>
              <a:xfrm>
                <a:off x="2918150" y="1189966"/>
                <a:ext cx="467097" cy="186522"/>
              </a:xfrm>
              <a:prstGeom prst="roundRect">
                <a:avLst>
                  <a:gd name="adj" fmla="val 2538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635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57" name="TextBox 556">
                <a:extLst>
                  <a:ext uri="{FF2B5EF4-FFF2-40B4-BE49-F238E27FC236}">
                    <a16:creationId xmlns:a16="http://schemas.microsoft.com/office/drawing/2014/main" id="{617852F2-4A2D-9794-4B10-50FAEAC52393}"/>
                  </a:ext>
                </a:extLst>
              </p:cNvPr>
              <p:cNvSpPr txBox="1"/>
              <p:nvPr/>
            </p:nvSpPr>
            <p:spPr>
              <a:xfrm>
                <a:off x="3078752" y="1218316"/>
                <a:ext cx="306495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ko-KR" altLang="en-US" sz="500" b="1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초대</a:t>
                </a:r>
              </a:p>
            </p:txBody>
          </p:sp>
          <p:pic>
            <p:nvPicPr>
              <p:cNvPr id="558" name="그래픽 557" descr="사용자 단색으로 채워진">
                <a:extLst>
                  <a:ext uri="{FF2B5EF4-FFF2-40B4-BE49-F238E27FC236}">
                    <a16:creationId xmlns:a16="http://schemas.microsoft.com/office/drawing/2014/main" id="{7D01479A-33C1-82B9-DE5B-4EF91BD701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003223" y="1222515"/>
                <a:ext cx="140803" cy="140803"/>
              </a:xfrm>
              <a:prstGeom prst="rect">
                <a:avLst/>
              </a:prstGeom>
            </p:spPr>
          </p:pic>
          <p:sp>
            <p:nvSpPr>
              <p:cNvPr id="559" name="TextBox 558">
                <a:extLst>
                  <a:ext uri="{FF2B5EF4-FFF2-40B4-BE49-F238E27FC236}">
                    <a16:creationId xmlns:a16="http://schemas.microsoft.com/office/drawing/2014/main" id="{AB4B322A-73D8-BFC2-6ADE-975050CA5625}"/>
                  </a:ext>
                </a:extLst>
              </p:cNvPr>
              <p:cNvSpPr txBox="1"/>
              <p:nvPr/>
            </p:nvSpPr>
            <p:spPr>
              <a:xfrm>
                <a:off x="2876193" y="1112321"/>
                <a:ext cx="24451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solidFill>
                      <a:schemeClr val="bg1">
                        <a:lumMod val="75000"/>
                      </a:schemeClr>
                    </a:solidFill>
                  </a:rPr>
                  <a:t>+</a:t>
                </a:r>
                <a:endParaRPr lang="ko-KR" altLang="en-US" sz="10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AB1C5A1D-A60A-138A-EB4D-46FCADD12026}"/>
                </a:ext>
              </a:extLst>
            </p:cNvPr>
            <p:cNvSpPr txBox="1"/>
            <p:nvPr/>
          </p:nvSpPr>
          <p:spPr>
            <a:xfrm>
              <a:off x="11290184" y="3495163"/>
              <a:ext cx="2215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X</a:t>
              </a:r>
              <a:endParaRPr lang="ko-KR" altLang="en-US" sz="1000" dirty="0"/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4EEA1B1A-0469-2CB0-6E4D-A9F9D8658ED0}"/>
                </a:ext>
              </a:extLst>
            </p:cNvPr>
            <p:cNvSpPr txBox="1"/>
            <p:nvPr/>
          </p:nvSpPr>
          <p:spPr>
            <a:xfrm>
              <a:off x="9774727" y="4198732"/>
              <a:ext cx="72034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참여 </a:t>
              </a:r>
              <a:r>
                <a:rPr lang="en-US" altLang="ko-KR" sz="8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(7)</a:t>
              </a:r>
              <a:endParaRPr lang="ko-KR" altLang="en-US" sz="8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2" name="TextBox 561">
              <a:extLst>
                <a:ext uri="{FF2B5EF4-FFF2-40B4-BE49-F238E27FC236}">
                  <a16:creationId xmlns:a16="http://schemas.microsoft.com/office/drawing/2014/main" id="{DBDDCCAB-B606-053E-A926-A646904E25E9}"/>
                </a:ext>
              </a:extLst>
            </p:cNvPr>
            <p:cNvSpPr txBox="1"/>
            <p:nvPr/>
          </p:nvSpPr>
          <p:spPr>
            <a:xfrm>
              <a:off x="10772375" y="4198732"/>
              <a:ext cx="72034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대기 </a:t>
              </a:r>
              <a:r>
                <a:rPr lang="en-US" altLang="ko-KR" sz="8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(3)</a:t>
              </a:r>
              <a:endParaRPr lang="ko-KR" altLang="en-US" sz="8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563" name="직선 연결선 562">
              <a:extLst>
                <a:ext uri="{FF2B5EF4-FFF2-40B4-BE49-F238E27FC236}">
                  <a16:creationId xmlns:a16="http://schemas.microsoft.com/office/drawing/2014/main" id="{A65A652A-819A-1444-11CD-4C8773794EC7}"/>
                </a:ext>
              </a:extLst>
            </p:cNvPr>
            <p:cNvCxnSpPr>
              <a:cxnSpLocks/>
            </p:cNvCxnSpPr>
            <p:nvPr/>
          </p:nvCxnSpPr>
          <p:spPr>
            <a:xfrm>
              <a:off x="9561155" y="4436362"/>
              <a:ext cx="1921426" cy="0"/>
            </a:xfrm>
            <a:prstGeom prst="line">
              <a:avLst/>
            </a:prstGeom>
            <a:ln>
              <a:solidFill>
                <a:srgbClr val="C2C2C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4" name="TextBox 563">
              <a:extLst>
                <a:ext uri="{FF2B5EF4-FFF2-40B4-BE49-F238E27FC236}">
                  <a16:creationId xmlns:a16="http://schemas.microsoft.com/office/drawing/2014/main" id="{47008101-8CE3-7E16-575A-78A3EC8DB6C0}"/>
                </a:ext>
              </a:extLst>
            </p:cNvPr>
            <p:cNvSpPr txBox="1"/>
            <p:nvPr/>
          </p:nvSpPr>
          <p:spPr>
            <a:xfrm>
              <a:off x="9562892" y="4641140"/>
              <a:ext cx="101868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accent2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초대 대기자 </a:t>
              </a:r>
              <a:r>
                <a:rPr lang="en-US" altLang="ko-KR" sz="8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accent2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(2)</a:t>
              </a:r>
              <a:endParaRPr lang="ko-KR" altLang="en-US" sz="8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5" name="타원 564">
              <a:extLst>
                <a:ext uri="{FF2B5EF4-FFF2-40B4-BE49-F238E27FC236}">
                  <a16:creationId xmlns:a16="http://schemas.microsoft.com/office/drawing/2014/main" id="{478E6223-1721-0F66-70CB-45038482CF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01775" y="4906049"/>
              <a:ext cx="252000" cy="25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6DB60A6E-616E-D333-EB63-5924654EA635}"/>
                </a:ext>
              </a:extLst>
            </p:cNvPr>
            <p:cNvSpPr txBox="1"/>
            <p:nvPr/>
          </p:nvSpPr>
          <p:spPr>
            <a:xfrm>
              <a:off x="9957266" y="5007000"/>
              <a:ext cx="661907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직책</a:t>
              </a:r>
              <a:r>
                <a:rPr lang="en-US" altLang="ko-KR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직급</a:t>
              </a:r>
              <a:r>
                <a:rPr lang="en-US" altLang="ko-KR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소속</a:t>
              </a:r>
            </a:p>
          </p:txBody>
        </p:sp>
        <p:sp>
          <p:nvSpPr>
            <p:cNvPr id="568" name="TextBox 567">
              <a:extLst>
                <a:ext uri="{FF2B5EF4-FFF2-40B4-BE49-F238E27FC236}">
                  <a16:creationId xmlns:a16="http://schemas.microsoft.com/office/drawing/2014/main" id="{6BF4F62D-8114-9B81-97B0-811FC8FEA4C9}"/>
                </a:ext>
              </a:extLst>
            </p:cNvPr>
            <p:cNvSpPr txBox="1"/>
            <p:nvPr/>
          </p:nvSpPr>
          <p:spPr>
            <a:xfrm>
              <a:off x="9945629" y="4877048"/>
              <a:ext cx="311232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이름</a:t>
              </a:r>
            </a:p>
          </p:txBody>
        </p:sp>
        <p:sp>
          <p:nvSpPr>
            <p:cNvPr id="569" name="사각형: 둥근 모서리 568">
              <a:extLst>
                <a:ext uri="{FF2B5EF4-FFF2-40B4-BE49-F238E27FC236}">
                  <a16:creationId xmlns:a16="http://schemas.microsoft.com/office/drawing/2014/main" id="{6601968D-F25C-D519-3679-9CE8F96200B5}"/>
                </a:ext>
              </a:extLst>
            </p:cNvPr>
            <p:cNvSpPr/>
            <p:nvPr/>
          </p:nvSpPr>
          <p:spPr>
            <a:xfrm>
              <a:off x="10833444" y="4936480"/>
              <a:ext cx="306494" cy="186522"/>
            </a:xfrm>
            <a:prstGeom prst="roundRect">
              <a:avLst>
                <a:gd name="adj" fmla="val 25380"/>
              </a:avLst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0" name="TextBox 569">
              <a:extLst>
                <a:ext uri="{FF2B5EF4-FFF2-40B4-BE49-F238E27FC236}">
                  <a16:creationId xmlns:a16="http://schemas.microsoft.com/office/drawing/2014/main" id="{11E7E7CA-033C-E3A8-FA3E-E2C3D4136E4F}"/>
                </a:ext>
              </a:extLst>
            </p:cNvPr>
            <p:cNvSpPr txBox="1"/>
            <p:nvPr/>
          </p:nvSpPr>
          <p:spPr>
            <a:xfrm>
              <a:off x="10833443" y="4946029"/>
              <a:ext cx="306495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거절</a:t>
              </a:r>
            </a:p>
          </p:txBody>
        </p:sp>
        <p:grpSp>
          <p:nvGrpSpPr>
            <p:cNvPr id="571" name="그룹 570">
              <a:extLst>
                <a:ext uri="{FF2B5EF4-FFF2-40B4-BE49-F238E27FC236}">
                  <a16:creationId xmlns:a16="http://schemas.microsoft.com/office/drawing/2014/main" id="{1457B958-E0C8-D812-E699-415E1D358D5D}"/>
                </a:ext>
              </a:extLst>
            </p:cNvPr>
            <p:cNvGrpSpPr/>
            <p:nvPr/>
          </p:nvGrpSpPr>
          <p:grpSpPr>
            <a:xfrm>
              <a:off x="11207759" y="4933366"/>
              <a:ext cx="306495" cy="186522"/>
              <a:chOff x="2042251" y="2128808"/>
              <a:chExt cx="306495" cy="186522"/>
            </a:xfrm>
          </p:grpSpPr>
          <p:sp>
            <p:nvSpPr>
              <p:cNvPr id="572" name="사각형: 둥근 모서리 571">
                <a:extLst>
                  <a:ext uri="{FF2B5EF4-FFF2-40B4-BE49-F238E27FC236}">
                    <a16:creationId xmlns:a16="http://schemas.microsoft.com/office/drawing/2014/main" id="{D833AD10-E27F-9E49-7D27-4549D2FC153A}"/>
                  </a:ext>
                </a:extLst>
              </p:cNvPr>
              <p:cNvSpPr/>
              <p:nvPr/>
            </p:nvSpPr>
            <p:spPr>
              <a:xfrm>
                <a:off x="2042252" y="2128808"/>
                <a:ext cx="306494" cy="186522"/>
              </a:xfrm>
              <a:prstGeom prst="roundRect">
                <a:avLst>
                  <a:gd name="adj" fmla="val 2538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74" name="TextBox 573">
                <a:extLst>
                  <a:ext uri="{FF2B5EF4-FFF2-40B4-BE49-F238E27FC236}">
                    <a16:creationId xmlns:a16="http://schemas.microsoft.com/office/drawing/2014/main" id="{3E04D2E8-F197-6665-F655-7F35D25806D0}"/>
                  </a:ext>
                </a:extLst>
              </p:cNvPr>
              <p:cNvSpPr txBox="1"/>
              <p:nvPr/>
            </p:nvSpPr>
            <p:spPr>
              <a:xfrm>
                <a:off x="2042251" y="2138357"/>
                <a:ext cx="306495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ko-KR" altLang="en-US" sz="500" b="1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수락</a:t>
                </a:r>
              </a:p>
            </p:txBody>
          </p:sp>
        </p:grpSp>
        <p:sp>
          <p:nvSpPr>
            <p:cNvPr id="575" name="타원 574">
              <a:extLst>
                <a:ext uri="{FF2B5EF4-FFF2-40B4-BE49-F238E27FC236}">
                  <a16:creationId xmlns:a16="http://schemas.microsoft.com/office/drawing/2014/main" id="{7C067769-FACB-49DE-99B0-C3215ACC04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10461" y="5324201"/>
              <a:ext cx="252000" cy="25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95E65F9C-8968-85BE-A9AC-AFE32D7B9437}"/>
                </a:ext>
              </a:extLst>
            </p:cNvPr>
            <p:cNvSpPr txBox="1"/>
            <p:nvPr/>
          </p:nvSpPr>
          <p:spPr>
            <a:xfrm>
              <a:off x="9965952" y="5425152"/>
              <a:ext cx="661907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직책</a:t>
              </a:r>
              <a:r>
                <a:rPr lang="en-US" altLang="ko-KR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직급</a:t>
              </a:r>
              <a:r>
                <a:rPr lang="en-US" altLang="ko-KR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소속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0715B02-6B36-ED48-DB1C-00C1C816C493}"/>
                </a:ext>
              </a:extLst>
            </p:cNvPr>
            <p:cNvSpPr txBox="1"/>
            <p:nvPr/>
          </p:nvSpPr>
          <p:spPr>
            <a:xfrm>
              <a:off x="9954315" y="5295200"/>
              <a:ext cx="311232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이름</a:t>
              </a:r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46EC73A2-BFF8-D5E3-C43A-FFDDEF8FCE57}"/>
                </a:ext>
              </a:extLst>
            </p:cNvPr>
            <p:cNvSpPr/>
            <p:nvPr/>
          </p:nvSpPr>
          <p:spPr>
            <a:xfrm>
              <a:off x="11075455" y="5343411"/>
              <a:ext cx="428322" cy="186522"/>
            </a:xfrm>
            <a:prstGeom prst="roundRect">
              <a:avLst>
                <a:gd name="adj" fmla="val 25380"/>
              </a:avLst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E2401B8E-84FA-CE32-B647-759B216F96CA}"/>
                </a:ext>
              </a:extLst>
            </p:cNvPr>
            <p:cNvSpPr txBox="1"/>
            <p:nvPr/>
          </p:nvSpPr>
          <p:spPr>
            <a:xfrm>
              <a:off x="11057821" y="5352960"/>
              <a:ext cx="44595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초대 취소</a:t>
              </a:r>
            </a:p>
          </p:txBody>
        </p: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A55FA172-BCE5-78AD-4B29-B8D3580C7D84}"/>
                </a:ext>
              </a:extLst>
            </p:cNvPr>
            <p:cNvCxnSpPr>
              <a:cxnSpLocks/>
            </p:cNvCxnSpPr>
            <p:nvPr/>
          </p:nvCxnSpPr>
          <p:spPr>
            <a:xfrm>
              <a:off x="10581573" y="4432782"/>
              <a:ext cx="901008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이등변 삼각형 147">
              <a:extLst>
                <a:ext uri="{FF2B5EF4-FFF2-40B4-BE49-F238E27FC236}">
                  <a16:creationId xmlns:a16="http://schemas.microsoft.com/office/drawing/2014/main" id="{0A2A681F-361E-0753-D360-2D958D93D4B7}"/>
                </a:ext>
              </a:extLst>
            </p:cNvPr>
            <p:cNvSpPr/>
            <p:nvPr/>
          </p:nvSpPr>
          <p:spPr bwMode="auto">
            <a:xfrm>
              <a:off x="11285386" y="4683818"/>
              <a:ext cx="86139" cy="74258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 w="6350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5F5F5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cxnSp>
        <p:nvCxnSpPr>
          <p:cNvPr id="188" name="연결선: 꺾임 187">
            <a:extLst>
              <a:ext uri="{FF2B5EF4-FFF2-40B4-BE49-F238E27FC236}">
                <a16:creationId xmlns:a16="http://schemas.microsoft.com/office/drawing/2014/main" id="{FB3530B3-EA11-FFD5-6A44-AFDF291EF051}"/>
              </a:ext>
            </a:extLst>
          </p:cNvPr>
          <p:cNvCxnSpPr>
            <a:cxnSpLocks/>
            <a:stCxn id="532" idx="3"/>
            <a:endCxn id="208" idx="1"/>
          </p:cNvCxnSpPr>
          <p:nvPr/>
        </p:nvCxnSpPr>
        <p:spPr>
          <a:xfrm>
            <a:off x="4664215" y="3574176"/>
            <a:ext cx="2273302" cy="1049460"/>
          </a:xfrm>
          <a:prstGeom prst="bentConnector3">
            <a:avLst>
              <a:gd name="adj1" fmla="val 7660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4D92AB34-6DF7-3BCD-5292-59154C4BED15}"/>
              </a:ext>
            </a:extLst>
          </p:cNvPr>
          <p:cNvCxnSpPr>
            <a:cxnSpLocks/>
            <a:stCxn id="510" idx="2"/>
          </p:cNvCxnSpPr>
          <p:nvPr/>
        </p:nvCxnSpPr>
        <p:spPr>
          <a:xfrm>
            <a:off x="4652046" y="3300191"/>
            <a:ext cx="0" cy="6243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타원 205">
            <a:extLst>
              <a:ext uri="{FF2B5EF4-FFF2-40B4-BE49-F238E27FC236}">
                <a16:creationId xmlns:a16="http://schemas.microsoft.com/office/drawing/2014/main" id="{ABADF25F-592A-CD64-F074-E8EB794D682B}"/>
              </a:ext>
            </a:extLst>
          </p:cNvPr>
          <p:cNvSpPr/>
          <p:nvPr/>
        </p:nvSpPr>
        <p:spPr>
          <a:xfrm>
            <a:off x="5213009" y="3310131"/>
            <a:ext cx="172995" cy="17299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8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2-1</a:t>
            </a:r>
            <a:endParaRPr kumimoji="1" lang="ko-KR" altLang="en-US" sz="8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0EAC4BA6-32FE-D7A6-A5CD-0F7DE0756857}"/>
              </a:ext>
            </a:extLst>
          </p:cNvPr>
          <p:cNvSpPr/>
          <p:nvPr/>
        </p:nvSpPr>
        <p:spPr>
          <a:xfrm>
            <a:off x="6937517" y="4500163"/>
            <a:ext cx="2106670" cy="246945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BD84EBA5-1E33-E80B-7C60-4AED55E84AAA}"/>
              </a:ext>
            </a:extLst>
          </p:cNvPr>
          <p:cNvGrpSpPr/>
          <p:nvPr/>
        </p:nvGrpSpPr>
        <p:grpSpPr>
          <a:xfrm>
            <a:off x="2297547" y="6245670"/>
            <a:ext cx="1878228" cy="482739"/>
            <a:chOff x="2581617" y="6249122"/>
            <a:chExt cx="1878228" cy="482739"/>
          </a:xfrm>
        </p:grpSpPr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212479F8-0255-4E7F-C6E1-DB89AA2F7C84}"/>
                </a:ext>
              </a:extLst>
            </p:cNvPr>
            <p:cNvSpPr txBox="1"/>
            <p:nvPr/>
          </p:nvSpPr>
          <p:spPr>
            <a:xfrm>
              <a:off x="2581617" y="6249122"/>
              <a:ext cx="80998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b="1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미참여자 </a:t>
              </a:r>
              <a:r>
                <a:rPr lang="en-US" altLang="ko-KR" sz="7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(5)</a:t>
              </a:r>
              <a:endPara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1" name="타원 210">
              <a:extLst>
                <a:ext uri="{FF2B5EF4-FFF2-40B4-BE49-F238E27FC236}">
                  <a16:creationId xmlns:a16="http://schemas.microsoft.com/office/drawing/2014/main" id="{3359B296-8B3F-9A8D-C2A6-5C8520D9AA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56380" y="6461633"/>
              <a:ext cx="252000" cy="25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2FF88202-EE6B-BE0B-0BC9-23BD65531FB4}"/>
                </a:ext>
              </a:extLst>
            </p:cNvPr>
            <p:cNvSpPr txBox="1"/>
            <p:nvPr/>
          </p:nvSpPr>
          <p:spPr>
            <a:xfrm>
              <a:off x="2911871" y="6562584"/>
              <a:ext cx="661907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직책</a:t>
              </a:r>
              <a:r>
                <a:rPr lang="en-US" altLang="ko-KR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직급</a:t>
              </a:r>
              <a:r>
                <a:rPr lang="en-US" altLang="ko-KR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소속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F75010F5-0AB3-7C57-4788-0C07CA72BE20}"/>
                </a:ext>
              </a:extLst>
            </p:cNvPr>
            <p:cNvSpPr txBox="1"/>
            <p:nvPr/>
          </p:nvSpPr>
          <p:spPr>
            <a:xfrm>
              <a:off x="2900234" y="6432632"/>
              <a:ext cx="311232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이름</a:t>
              </a:r>
            </a:p>
          </p:txBody>
        </p:sp>
        <p:sp>
          <p:nvSpPr>
            <p:cNvPr id="214" name="Microphone 2">
              <a:extLst>
                <a:ext uri="{FF2B5EF4-FFF2-40B4-BE49-F238E27FC236}">
                  <a16:creationId xmlns:a16="http://schemas.microsoft.com/office/drawing/2014/main" id="{AE527FEE-E4D9-E3A1-2783-C8C1D22FB5D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918287" y="6536933"/>
              <a:ext cx="66039" cy="94872"/>
            </a:xfrm>
            <a:custGeom>
              <a:avLst/>
              <a:gdLst>
                <a:gd name="T0" fmla="*/ 489 w 977"/>
                <a:gd name="T1" fmla="*/ 0 h 1411"/>
                <a:gd name="T2" fmla="*/ 217 w 977"/>
                <a:gd name="T3" fmla="*/ 271 h 1411"/>
                <a:gd name="T4" fmla="*/ 217 w 977"/>
                <a:gd name="T5" fmla="*/ 706 h 1411"/>
                <a:gd name="T6" fmla="*/ 489 w 977"/>
                <a:gd name="T7" fmla="*/ 977 h 1411"/>
                <a:gd name="T8" fmla="*/ 760 w 977"/>
                <a:gd name="T9" fmla="*/ 706 h 1411"/>
                <a:gd name="T10" fmla="*/ 760 w 977"/>
                <a:gd name="T11" fmla="*/ 543 h 1411"/>
                <a:gd name="T12" fmla="*/ 760 w 977"/>
                <a:gd name="T13" fmla="*/ 271 h 1411"/>
                <a:gd name="T14" fmla="*/ 489 w 977"/>
                <a:gd name="T15" fmla="*/ 0 h 1411"/>
                <a:gd name="T16" fmla="*/ 489 w 977"/>
                <a:gd name="T17" fmla="*/ 109 h 1411"/>
                <a:gd name="T18" fmla="*/ 641 w 977"/>
                <a:gd name="T19" fmla="*/ 217 h 1411"/>
                <a:gd name="T20" fmla="*/ 597 w 977"/>
                <a:gd name="T21" fmla="*/ 217 h 1411"/>
                <a:gd name="T22" fmla="*/ 543 w 977"/>
                <a:gd name="T23" fmla="*/ 271 h 1411"/>
                <a:gd name="T24" fmla="*/ 597 w 977"/>
                <a:gd name="T25" fmla="*/ 326 h 1411"/>
                <a:gd name="T26" fmla="*/ 652 w 977"/>
                <a:gd name="T27" fmla="*/ 326 h 1411"/>
                <a:gd name="T28" fmla="*/ 652 w 977"/>
                <a:gd name="T29" fmla="*/ 380 h 1411"/>
                <a:gd name="T30" fmla="*/ 597 w 977"/>
                <a:gd name="T31" fmla="*/ 380 h 1411"/>
                <a:gd name="T32" fmla="*/ 543 w 977"/>
                <a:gd name="T33" fmla="*/ 434 h 1411"/>
                <a:gd name="T34" fmla="*/ 597 w 977"/>
                <a:gd name="T35" fmla="*/ 489 h 1411"/>
                <a:gd name="T36" fmla="*/ 652 w 977"/>
                <a:gd name="T37" fmla="*/ 489 h 1411"/>
                <a:gd name="T38" fmla="*/ 652 w 977"/>
                <a:gd name="T39" fmla="*/ 543 h 1411"/>
                <a:gd name="T40" fmla="*/ 326 w 977"/>
                <a:gd name="T41" fmla="*/ 543 h 1411"/>
                <a:gd name="T42" fmla="*/ 326 w 977"/>
                <a:gd name="T43" fmla="*/ 489 h 1411"/>
                <a:gd name="T44" fmla="*/ 380 w 977"/>
                <a:gd name="T45" fmla="*/ 489 h 1411"/>
                <a:gd name="T46" fmla="*/ 435 w 977"/>
                <a:gd name="T47" fmla="*/ 434 h 1411"/>
                <a:gd name="T48" fmla="*/ 380 w 977"/>
                <a:gd name="T49" fmla="*/ 380 h 1411"/>
                <a:gd name="T50" fmla="*/ 326 w 977"/>
                <a:gd name="T51" fmla="*/ 380 h 1411"/>
                <a:gd name="T52" fmla="*/ 326 w 977"/>
                <a:gd name="T53" fmla="*/ 326 h 1411"/>
                <a:gd name="T54" fmla="*/ 380 w 977"/>
                <a:gd name="T55" fmla="*/ 326 h 1411"/>
                <a:gd name="T56" fmla="*/ 435 w 977"/>
                <a:gd name="T57" fmla="*/ 271 h 1411"/>
                <a:gd name="T58" fmla="*/ 380 w 977"/>
                <a:gd name="T59" fmla="*/ 217 h 1411"/>
                <a:gd name="T60" fmla="*/ 336 w 977"/>
                <a:gd name="T61" fmla="*/ 217 h 1411"/>
                <a:gd name="T62" fmla="*/ 489 w 977"/>
                <a:gd name="T63" fmla="*/ 109 h 1411"/>
                <a:gd name="T64" fmla="*/ 55 w 977"/>
                <a:gd name="T65" fmla="*/ 597 h 1411"/>
                <a:gd name="T66" fmla="*/ 0 w 977"/>
                <a:gd name="T67" fmla="*/ 651 h 1411"/>
                <a:gd name="T68" fmla="*/ 0 w 977"/>
                <a:gd name="T69" fmla="*/ 706 h 1411"/>
                <a:gd name="T70" fmla="*/ 380 w 977"/>
                <a:gd name="T71" fmla="*/ 1180 h 1411"/>
                <a:gd name="T72" fmla="*/ 380 w 977"/>
                <a:gd name="T73" fmla="*/ 1303 h 1411"/>
                <a:gd name="T74" fmla="*/ 217 w 977"/>
                <a:gd name="T75" fmla="*/ 1303 h 1411"/>
                <a:gd name="T76" fmla="*/ 163 w 977"/>
                <a:gd name="T77" fmla="*/ 1357 h 1411"/>
                <a:gd name="T78" fmla="*/ 163 w 977"/>
                <a:gd name="T79" fmla="*/ 1411 h 1411"/>
                <a:gd name="T80" fmla="*/ 814 w 977"/>
                <a:gd name="T81" fmla="*/ 1411 h 1411"/>
                <a:gd name="T82" fmla="*/ 814 w 977"/>
                <a:gd name="T83" fmla="*/ 1357 h 1411"/>
                <a:gd name="T84" fmla="*/ 760 w 977"/>
                <a:gd name="T85" fmla="*/ 1303 h 1411"/>
                <a:gd name="T86" fmla="*/ 597 w 977"/>
                <a:gd name="T87" fmla="*/ 1303 h 1411"/>
                <a:gd name="T88" fmla="*/ 597 w 977"/>
                <a:gd name="T89" fmla="*/ 1180 h 1411"/>
                <a:gd name="T90" fmla="*/ 977 w 977"/>
                <a:gd name="T91" fmla="*/ 706 h 1411"/>
                <a:gd name="T92" fmla="*/ 977 w 977"/>
                <a:gd name="T93" fmla="*/ 651 h 1411"/>
                <a:gd name="T94" fmla="*/ 923 w 977"/>
                <a:gd name="T95" fmla="*/ 597 h 1411"/>
                <a:gd name="T96" fmla="*/ 869 w 977"/>
                <a:gd name="T97" fmla="*/ 651 h 1411"/>
                <a:gd name="T98" fmla="*/ 869 w 977"/>
                <a:gd name="T99" fmla="*/ 706 h 1411"/>
                <a:gd name="T100" fmla="*/ 489 w 977"/>
                <a:gd name="T101" fmla="*/ 1086 h 1411"/>
                <a:gd name="T102" fmla="*/ 109 w 977"/>
                <a:gd name="T103" fmla="*/ 706 h 1411"/>
                <a:gd name="T104" fmla="*/ 109 w 977"/>
                <a:gd name="T105" fmla="*/ 651 h 1411"/>
                <a:gd name="T106" fmla="*/ 55 w 977"/>
                <a:gd name="T107" fmla="*/ 597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77" h="1411">
                  <a:moveTo>
                    <a:pt x="489" y="0"/>
                  </a:moveTo>
                  <a:cubicBezTo>
                    <a:pt x="339" y="0"/>
                    <a:pt x="217" y="122"/>
                    <a:pt x="217" y="271"/>
                  </a:cubicBezTo>
                  <a:lnTo>
                    <a:pt x="217" y="706"/>
                  </a:lnTo>
                  <a:cubicBezTo>
                    <a:pt x="217" y="856"/>
                    <a:pt x="339" y="977"/>
                    <a:pt x="489" y="977"/>
                  </a:cubicBezTo>
                  <a:cubicBezTo>
                    <a:pt x="639" y="977"/>
                    <a:pt x="760" y="856"/>
                    <a:pt x="760" y="706"/>
                  </a:cubicBezTo>
                  <a:lnTo>
                    <a:pt x="760" y="543"/>
                  </a:lnTo>
                  <a:lnTo>
                    <a:pt x="760" y="271"/>
                  </a:lnTo>
                  <a:cubicBezTo>
                    <a:pt x="760" y="122"/>
                    <a:pt x="639" y="0"/>
                    <a:pt x="489" y="0"/>
                  </a:cubicBezTo>
                  <a:close/>
                  <a:moveTo>
                    <a:pt x="489" y="109"/>
                  </a:moveTo>
                  <a:cubicBezTo>
                    <a:pt x="559" y="109"/>
                    <a:pt x="619" y="154"/>
                    <a:pt x="641" y="217"/>
                  </a:cubicBezTo>
                  <a:lnTo>
                    <a:pt x="597" y="217"/>
                  </a:lnTo>
                  <a:cubicBezTo>
                    <a:pt x="567" y="217"/>
                    <a:pt x="543" y="241"/>
                    <a:pt x="543" y="271"/>
                  </a:cubicBezTo>
                  <a:cubicBezTo>
                    <a:pt x="543" y="324"/>
                    <a:pt x="597" y="326"/>
                    <a:pt x="597" y="326"/>
                  </a:cubicBezTo>
                  <a:lnTo>
                    <a:pt x="652" y="326"/>
                  </a:lnTo>
                  <a:lnTo>
                    <a:pt x="652" y="380"/>
                  </a:lnTo>
                  <a:lnTo>
                    <a:pt x="597" y="380"/>
                  </a:lnTo>
                  <a:cubicBezTo>
                    <a:pt x="567" y="380"/>
                    <a:pt x="543" y="404"/>
                    <a:pt x="543" y="434"/>
                  </a:cubicBezTo>
                  <a:cubicBezTo>
                    <a:pt x="543" y="487"/>
                    <a:pt x="597" y="489"/>
                    <a:pt x="597" y="489"/>
                  </a:cubicBezTo>
                  <a:lnTo>
                    <a:pt x="652" y="489"/>
                  </a:lnTo>
                  <a:lnTo>
                    <a:pt x="652" y="543"/>
                  </a:lnTo>
                  <a:lnTo>
                    <a:pt x="326" y="543"/>
                  </a:lnTo>
                  <a:lnTo>
                    <a:pt x="326" y="489"/>
                  </a:lnTo>
                  <a:lnTo>
                    <a:pt x="380" y="489"/>
                  </a:lnTo>
                  <a:cubicBezTo>
                    <a:pt x="380" y="489"/>
                    <a:pt x="435" y="487"/>
                    <a:pt x="435" y="434"/>
                  </a:cubicBezTo>
                  <a:cubicBezTo>
                    <a:pt x="435" y="404"/>
                    <a:pt x="410" y="380"/>
                    <a:pt x="380" y="380"/>
                  </a:cubicBezTo>
                  <a:lnTo>
                    <a:pt x="326" y="380"/>
                  </a:lnTo>
                  <a:lnTo>
                    <a:pt x="326" y="326"/>
                  </a:lnTo>
                  <a:lnTo>
                    <a:pt x="380" y="326"/>
                  </a:lnTo>
                  <a:cubicBezTo>
                    <a:pt x="380" y="326"/>
                    <a:pt x="435" y="324"/>
                    <a:pt x="435" y="271"/>
                  </a:cubicBezTo>
                  <a:cubicBezTo>
                    <a:pt x="435" y="241"/>
                    <a:pt x="410" y="217"/>
                    <a:pt x="380" y="217"/>
                  </a:cubicBezTo>
                  <a:lnTo>
                    <a:pt x="336" y="217"/>
                  </a:lnTo>
                  <a:cubicBezTo>
                    <a:pt x="359" y="154"/>
                    <a:pt x="418" y="109"/>
                    <a:pt x="489" y="109"/>
                  </a:cubicBezTo>
                  <a:close/>
                  <a:moveTo>
                    <a:pt x="55" y="597"/>
                  </a:moveTo>
                  <a:cubicBezTo>
                    <a:pt x="6" y="597"/>
                    <a:pt x="0" y="651"/>
                    <a:pt x="0" y="651"/>
                  </a:cubicBezTo>
                  <a:lnTo>
                    <a:pt x="0" y="706"/>
                  </a:lnTo>
                  <a:cubicBezTo>
                    <a:pt x="0" y="938"/>
                    <a:pt x="163" y="1131"/>
                    <a:pt x="380" y="1180"/>
                  </a:cubicBezTo>
                  <a:lnTo>
                    <a:pt x="380" y="1303"/>
                  </a:lnTo>
                  <a:lnTo>
                    <a:pt x="217" y="1303"/>
                  </a:lnTo>
                  <a:cubicBezTo>
                    <a:pt x="165" y="1303"/>
                    <a:pt x="163" y="1357"/>
                    <a:pt x="163" y="1357"/>
                  </a:cubicBezTo>
                  <a:lnTo>
                    <a:pt x="163" y="1411"/>
                  </a:lnTo>
                  <a:lnTo>
                    <a:pt x="814" y="1411"/>
                  </a:lnTo>
                  <a:lnTo>
                    <a:pt x="814" y="1357"/>
                  </a:lnTo>
                  <a:cubicBezTo>
                    <a:pt x="814" y="1327"/>
                    <a:pt x="790" y="1303"/>
                    <a:pt x="760" y="1303"/>
                  </a:cubicBezTo>
                  <a:lnTo>
                    <a:pt x="597" y="1303"/>
                  </a:lnTo>
                  <a:lnTo>
                    <a:pt x="597" y="1180"/>
                  </a:lnTo>
                  <a:cubicBezTo>
                    <a:pt x="814" y="1131"/>
                    <a:pt x="977" y="937"/>
                    <a:pt x="977" y="706"/>
                  </a:cubicBezTo>
                  <a:lnTo>
                    <a:pt x="977" y="651"/>
                  </a:lnTo>
                  <a:cubicBezTo>
                    <a:pt x="977" y="651"/>
                    <a:pt x="972" y="597"/>
                    <a:pt x="923" y="597"/>
                  </a:cubicBezTo>
                  <a:cubicBezTo>
                    <a:pt x="874" y="597"/>
                    <a:pt x="869" y="651"/>
                    <a:pt x="869" y="651"/>
                  </a:cubicBezTo>
                  <a:lnTo>
                    <a:pt x="869" y="706"/>
                  </a:lnTo>
                  <a:cubicBezTo>
                    <a:pt x="869" y="915"/>
                    <a:pt x="698" y="1086"/>
                    <a:pt x="489" y="1086"/>
                  </a:cubicBezTo>
                  <a:cubicBezTo>
                    <a:pt x="279" y="1086"/>
                    <a:pt x="109" y="915"/>
                    <a:pt x="109" y="706"/>
                  </a:cubicBezTo>
                  <a:lnTo>
                    <a:pt x="109" y="651"/>
                  </a:lnTo>
                  <a:cubicBezTo>
                    <a:pt x="109" y="651"/>
                    <a:pt x="103" y="597"/>
                    <a:pt x="55" y="597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15" name="그룹 214">
              <a:extLst>
                <a:ext uri="{FF2B5EF4-FFF2-40B4-BE49-F238E27FC236}">
                  <a16:creationId xmlns:a16="http://schemas.microsoft.com/office/drawing/2014/main" id="{41110C56-9A73-EC4A-D00E-DC9FF1026C57}"/>
                </a:ext>
              </a:extLst>
            </p:cNvPr>
            <p:cNvGrpSpPr/>
            <p:nvPr/>
          </p:nvGrpSpPr>
          <p:grpSpPr>
            <a:xfrm>
              <a:off x="3887916" y="6507870"/>
              <a:ext cx="126779" cy="126779"/>
              <a:chOff x="1940760" y="2777154"/>
              <a:chExt cx="126779" cy="126779"/>
            </a:xfrm>
          </p:grpSpPr>
          <p:sp>
            <p:nvSpPr>
              <p:cNvPr id="216" name="타원 215">
                <a:extLst>
                  <a:ext uri="{FF2B5EF4-FFF2-40B4-BE49-F238E27FC236}">
                    <a16:creationId xmlns:a16="http://schemas.microsoft.com/office/drawing/2014/main" id="{9BA0A9DB-BEC3-E237-F4E3-4E656A34972C}"/>
                  </a:ext>
                </a:extLst>
              </p:cNvPr>
              <p:cNvSpPr/>
              <p:nvPr/>
            </p:nvSpPr>
            <p:spPr>
              <a:xfrm>
                <a:off x="1940760" y="2777154"/>
                <a:ext cx="126779" cy="12677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" name="Microphone 2">
                <a:extLst>
                  <a:ext uri="{FF2B5EF4-FFF2-40B4-BE49-F238E27FC236}">
                    <a16:creationId xmlns:a16="http://schemas.microsoft.com/office/drawing/2014/main" id="{FC3FD665-3E6C-B248-0807-F031BF6EB0F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971623" y="2798080"/>
                <a:ext cx="66039" cy="94872"/>
              </a:xfrm>
              <a:custGeom>
                <a:avLst/>
                <a:gdLst>
                  <a:gd name="T0" fmla="*/ 489 w 977"/>
                  <a:gd name="T1" fmla="*/ 0 h 1411"/>
                  <a:gd name="T2" fmla="*/ 217 w 977"/>
                  <a:gd name="T3" fmla="*/ 271 h 1411"/>
                  <a:gd name="T4" fmla="*/ 217 w 977"/>
                  <a:gd name="T5" fmla="*/ 706 h 1411"/>
                  <a:gd name="T6" fmla="*/ 489 w 977"/>
                  <a:gd name="T7" fmla="*/ 977 h 1411"/>
                  <a:gd name="T8" fmla="*/ 760 w 977"/>
                  <a:gd name="T9" fmla="*/ 706 h 1411"/>
                  <a:gd name="T10" fmla="*/ 760 w 977"/>
                  <a:gd name="T11" fmla="*/ 543 h 1411"/>
                  <a:gd name="T12" fmla="*/ 760 w 977"/>
                  <a:gd name="T13" fmla="*/ 271 h 1411"/>
                  <a:gd name="T14" fmla="*/ 489 w 977"/>
                  <a:gd name="T15" fmla="*/ 0 h 1411"/>
                  <a:gd name="T16" fmla="*/ 489 w 977"/>
                  <a:gd name="T17" fmla="*/ 109 h 1411"/>
                  <a:gd name="T18" fmla="*/ 641 w 977"/>
                  <a:gd name="T19" fmla="*/ 217 h 1411"/>
                  <a:gd name="T20" fmla="*/ 597 w 977"/>
                  <a:gd name="T21" fmla="*/ 217 h 1411"/>
                  <a:gd name="T22" fmla="*/ 543 w 977"/>
                  <a:gd name="T23" fmla="*/ 271 h 1411"/>
                  <a:gd name="T24" fmla="*/ 597 w 977"/>
                  <a:gd name="T25" fmla="*/ 326 h 1411"/>
                  <a:gd name="T26" fmla="*/ 652 w 977"/>
                  <a:gd name="T27" fmla="*/ 326 h 1411"/>
                  <a:gd name="T28" fmla="*/ 652 w 977"/>
                  <a:gd name="T29" fmla="*/ 380 h 1411"/>
                  <a:gd name="T30" fmla="*/ 597 w 977"/>
                  <a:gd name="T31" fmla="*/ 380 h 1411"/>
                  <a:gd name="T32" fmla="*/ 543 w 977"/>
                  <a:gd name="T33" fmla="*/ 434 h 1411"/>
                  <a:gd name="T34" fmla="*/ 597 w 977"/>
                  <a:gd name="T35" fmla="*/ 489 h 1411"/>
                  <a:gd name="T36" fmla="*/ 652 w 977"/>
                  <a:gd name="T37" fmla="*/ 489 h 1411"/>
                  <a:gd name="T38" fmla="*/ 652 w 977"/>
                  <a:gd name="T39" fmla="*/ 543 h 1411"/>
                  <a:gd name="T40" fmla="*/ 326 w 977"/>
                  <a:gd name="T41" fmla="*/ 543 h 1411"/>
                  <a:gd name="T42" fmla="*/ 326 w 977"/>
                  <a:gd name="T43" fmla="*/ 489 h 1411"/>
                  <a:gd name="T44" fmla="*/ 380 w 977"/>
                  <a:gd name="T45" fmla="*/ 489 h 1411"/>
                  <a:gd name="T46" fmla="*/ 435 w 977"/>
                  <a:gd name="T47" fmla="*/ 434 h 1411"/>
                  <a:gd name="T48" fmla="*/ 380 w 977"/>
                  <a:gd name="T49" fmla="*/ 380 h 1411"/>
                  <a:gd name="T50" fmla="*/ 326 w 977"/>
                  <a:gd name="T51" fmla="*/ 380 h 1411"/>
                  <a:gd name="T52" fmla="*/ 326 w 977"/>
                  <a:gd name="T53" fmla="*/ 326 h 1411"/>
                  <a:gd name="T54" fmla="*/ 380 w 977"/>
                  <a:gd name="T55" fmla="*/ 326 h 1411"/>
                  <a:gd name="T56" fmla="*/ 435 w 977"/>
                  <a:gd name="T57" fmla="*/ 271 h 1411"/>
                  <a:gd name="T58" fmla="*/ 380 w 977"/>
                  <a:gd name="T59" fmla="*/ 217 h 1411"/>
                  <a:gd name="T60" fmla="*/ 336 w 977"/>
                  <a:gd name="T61" fmla="*/ 217 h 1411"/>
                  <a:gd name="T62" fmla="*/ 489 w 977"/>
                  <a:gd name="T63" fmla="*/ 109 h 1411"/>
                  <a:gd name="T64" fmla="*/ 55 w 977"/>
                  <a:gd name="T65" fmla="*/ 597 h 1411"/>
                  <a:gd name="T66" fmla="*/ 0 w 977"/>
                  <a:gd name="T67" fmla="*/ 651 h 1411"/>
                  <a:gd name="T68" fmla="*/ 0 w 977"/>
                  <a:gd name="T69" fmla="*/ 706 h 1411"/>
                  <a:gd name="T70" fmla="*/ 380 w 977"/>
                  <a:gd name="T71" fmla="*/ 1180 h 1411"/>
                  <a:gd name="T72" fmla="*/ 380 w 977"/>
                  <a:gd name="T73" fmla="*/ 1303 h 1411"/>
                  <a:gd name="T74" fmla="*/ 217 w 977"/>
                  <a:gd name="T75" fmla="*/ 1303 h 1411"/>
                  <a:gd name="T76" fmla="*/ 163 w 977"/>
                  <a:gd name="T77" fmla="*/ 1357 h 1411"/>
                  <a:gd name="T78" fmla="*/ 163 w 977"/>
                  <a:gd name="T79" fmla="*/ 1411 h 1411"/>
                  <a:gd name="T80" fmla="*/ 814 w 977"/>
                  <a:gd name="T81" fmla="*/ 1411 h 1411"/>
                  <a:gd name="T82" fmla="*/ 814 w 977"/>
                  <a:gd name="T83" fmla="*/ 1357 h 1411"/>
                  <a:gd name="T84" fmla="*/ 760 w 977"/>
                  <a:gd name="T85" fmla="*/ 1303 h 1411"/>
                  <a:gd name="T86" fmla="*/ 597 w 977"/>
                  <a:gd name="T87" fmla="*/ 1303 h 1411"/>
                  <a:gd name="T88" fmla="*/ 597 w 977"/>
                  <a:gd name="T89" fmla="*/ 1180 h 1411"/>
                  <a:gd name="T90" fmla="*/ 977 w 977"/>
                  <a:gd name="T91" fmla="*/ 706 h 1411"/>
                  <a:gd name="T92" fmla="*/ 977 w 977"/>
                  <a:gd name="T93" fmla="*/ 651 h 1411"/>
                  <a:gd name="T94" fmla="*/ 923 w 977"/>
                  <a:gd name="T95" fmla="*/ 597 h 1411"/>
                  <a:gd name="T96" fmla="*/ 869 w 977"/>
                  <a:gd name="T97" fmla="*/ 651 h 1411"/>
                  <a:gd name="T98" fmla="*/ 869 w 977"/>
                  <a:gd name="T99" fmla="*/ 706 h 1411"/>
                  <a:gd name="T100" fmla="*/ 489 w 977"/>
                  <a:gd name="T101" fmla="*/ 1086 h 1411"/>
                  <a:gd name="T102" fmla="*/ 109 w 977"/>
                  <a:gd name="T103" fmla="*/ 706 h 1411"/>
                  <a:gd name="T104" fmla="*/ 109 w 977"/>
                  <a:gd name="T105" fmla="*/ 651 h 1411"/>
                  <a:gd name="T106" fmla="*/ 55 w 977"/>
                  <a:gd name="T107" fmla="*/ 597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977" h="1411">
                    <a:moveTo>
                      <a:pt x="489" y="0"/>
                    </a:moveTo>
                    <a:cubicBezTo>
                      <a:pt x="339" y="0"/>
                      <a:pt x="217" y="122"/>
                      <a:pt x="217" y="271"/>
                    </a:cubicBezTo>
                    <a:lnTo>
                      <a:pt x="217" y="706"/>
                    </a:lnTo>
                    <a:cubicBezTo>
                      <a:pt x="217" y="856"/>
                      <a:pt x="339" y="977"/>
                      <a:pt x="489" y="977"/>
                    </a:cubicBezTo>
                    <a:cubicBezTo>
                      <a:pt x="639" y="977"/>
                      <a:pt x="760" y="856"/>
                      <a:pt x="760" y="706"/>
                    </a:cubicBezTo>
                    <a:lnTo>
                      <a:pt x="760" y="543"/>
                    </a:lnTo>
                    <a:lnTo>
                      <a:pt x="760" y="271"/>
                    </a:lnTo>
                    <a:cubicBezTo>
                      <a:pt x="760" y="122"/>
                      <a:pt x="639" y="0"/>
                      <a:pt x="489" y="0"/>
                    </a:cubicBezTo>
                    <a:close/>
                    <a:moveTo>
                      <a:pt x="489" y="109"/>
                    </a:moveTo>
                    <a:cubicBezTo>
                      <a:pt x="559" y="109"/>
                      <a:pt x="619" y="154"/>
                      <a:pt x="641" y="217"/>
                    </a:cubicBezTo>
                    <a:lnTo>
                      <a:pt x="597" y="217"/>
                    </a:lnTo>
                    <a:cubicBezTo>
                      <a:pt x="567" y="217"/>
                      <a:pt x="543" y="241"/>
                      <a:pt x="543" y="271"/>
                    </a:cubicBezTo>
                    <a:cubicBezTo>
                      <a:pt x="543" y="324"/>
                      <a:pt x="597" y="326"/>
                      <a:pt x="597" y="326"/>
                    </a:cubicBezTo>
                    <a:lnTo>
                      <a:pt x="652" y="326"/>
                    </a:lnTo>
                    <a:lnTo>
                      <a:pt x="652" y="380"/>
                    </a:lnTo>
                    <a:lnTo>
                      <a:pt x="597" y="380"/>
                    </a:lnTo>
                    <a:cubicBezTo>
                      <a:pt x="567" y="380"/>
                      <a:pt x="543" y="404"/>
                      <a:pt x="543" y="434"/>
                    </a:cubicBezTo>
                    <a:cubicBezTo>
                      <a:pt x="543" y="487"/>
                      <a:pt x="597" y="489"/>
                      <a:pt x="597" y="489"/>
                    </a:cubicBezTo>
                    <a:lnTo>
                      <a:pt x="652" y="489"/>
                    </a:lnTo>
                    <a:lnTo>
                      <a:pt x="652" y="543"/>
                    </a:lnTo>
                    <a:lnTo>
                      <a:pt x="326" y="543"/>
                    </a:lnTo>
                    <a:lnTo>
                      <a:pt x="326" y="489"/>
                    </a:lnTo>
                    <a:lnTo>
                      <a:pt x="380" y="489"/>
                    </a:lnTo>
                    <a:cubicBezTo>
                      <a:pt x="380" y="489"/>
                      <a:pt x="435" y="487"/>
                      <a:pt x="435" y="434"/>
                    </a:cubicBezTo>
                    <a:cubicBezTo>
                      <a:pt x="435" y="404"/>
                      <a:pt x="410" y="380"/>
                      <a:pt x="380" y="380"/>
                    </a:cubicBezTo>
                    <a:lnTo>
                      <a:pt x="326" y="380"/>
                    </a:lnTo>
                    <a:lnTo>
                      <a:pt x="326" y="326"/>
                    </a:lnTo>
                    <a:lnTo>
                      <a:pt x="380" y="326"/>
                    </a:lnTo>
                    <a:cubicBezTo>
                      <a:pt x="380" y="326"/>
                      <a:pt x="435" y="324"/>
                      <a:pt x="435" y="271"/>
                    </a:cubicBezTo>
                    <a:cubicBezTo>
                      <a:pt x="435" y="241"/>
                      <a:pt x="410" y="217"/>
                      <a:pt x="380" y="217"/>
                    </a:cubicBezTo>
                    <a:lnTo>
                      <a:pt x="336" y="217"/>
                    </a:lnTo>
                    <a:cubicBezTo>
                      <a:pt x="359" y="154"/>
                      <a:pt x="418" y="109"/>
                      <a:pt x="489" y="109"/>
                    </a:cubicBezTo>
                    <a:close/>
                    <a:moveTo>
                      <a:pt x="55" y="597"/>
                    </a:moveTo>
                    <a:cubicBezTo>
                      <a:pt x="6" y="597"/>
                      <a:pt x="0" y="651"/>
                      <a:pt x="0" y="651"/>
                    </a:cubicBezTo>
                    <a:lnTo>
                      <a:pt x="0" y="706"/>
                    </a:lnTo>
                    <a:cubicBezTo>
                      <a:pt x="0" y="938"/>
                      <a:pt x="163" y="1131"/>
                      <a:pt x="380" y="1180"/>
                    </a:cubicBezTo>
                    <a:lnTo>
                      <a:pt x="380" y="1303"/>
                    </a:lnTo>
                    <a:lnTo>
                      <a:pt x="217" y="1303"/>
                    </a:lnTo>
                    <a:cubicBezTo>
                      <a:pt x="165" y="1303"/>
                      <a:pt x="163" y="1357"/>
                      <a:pt x="163" y="1357"/>
                    </a:cubicBezTo>
                    <a:lnTo>
                      <a:pt x="163" y="1411"/>
                    </a:lnTo>
                    <a:lnTo>
                      <a:pt x="814" y="1411"/>
                    </a:lnTo>
                    <a:lnTo>
                      <a:pt x="814" y="1357"/>
                    </a:lnTo>
                    <a:cubicBezTo>
                      <a:pt x="814" y="1327"/>
                      <a:pt x="790" y="1303"/>
                      <a:pt x="760" y="1303"/>
                    </a:cubicBezTo>
                    <a:lnTo>
                      <a:pt x="597" y="1303"/>
                    </a:lnTo>
                    <a:lnTo>
                      <a:pt x="597" y="1180"/>
                    </a:lnTo>
                    <a:cubicBezTo>
                      <a:pt x="814" y="1131"/>
                      <a:pt x="977" y="937"/>
                      <a:pt x="977" y="706"/>
                    </a:cubicBezTo>
                    <a:lnTo>
                      <a:pt x="977" y="651"/>
                    </a:lnTo>
                    <a:cubicBezTo>
                      <a:pt x="977" y="651"/>
                      <a:pt x="972" y="597"/>
                      <a:pt x="923" y="597"/>
                    </a:cubicBezTo>
                    <a:cubicBezTo>
                      <a:pt x="874" y="597"/>
                      <a:pt x="869" y="651"/>
                      <a:pt x="869" y="651"/>
                    </a:cubicBezTo>
                    <a:lnTo>
                      <a:pt x="869" y="706"/>
                    </a:lnTo>
                    <a:cubicBezTo>
                      <a:pt x="869" y="915"/>
                      <a:pt x="698" y="1086"/>
                      <a:pt x="489" y="1086"/>
                    </a:cubicBezTo>
                    <a:cubicBezTo>
                      <a:pt x="279" y="1086"/>
                      <a:pt x="109" y="915"/>
                      <a:pt x="109" y="706"/>
                    </a:cubicBezTo>
                    <a:lnTo>
                      <a:pt x="109" y="651"/>
                    </a:lnTo>
                    <a:cubicBezTo>
                      <a:pt x="109" y="651"/>
                      <a:pt x="103" y="597"/>
                      <a:pt x="55" y="597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19" name="타원 218">
              <a:extLst>
                <a:ext uri="{FF2B5EF4-FFF2-40B4-BE49-F238E27FC236}">
                  <a16:creationId xmlns:a16="http://schemas.microsoft.com/office/drawing/2014/main" id="{426D87C3-853A-17C0-457A-F0FA74983A86}"/>
                </a:ext>
              </a:extLst>
            </p:cNvPr>
            <p:cNvSpPr/>
            <p:nvPr/>
          </p:nvSpPr>
          <p:spPr>
            <a:xfrm>
              <a:off x="4044589" y="6507870"/>
              <a:ext cx="126779" cy="12677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Webcam">
              <a:extLst>
                <a:ext uri="{FF2B5EF4-FFF2-40B4-BE49-F238E27FC236}">
                  <a16:creationId xmlns:a16="http://schemas.microsoft.com/office/drawing/2014/main" id="{47F93789-721C-5F6B-DAD0-C73B18A80A3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069685" y="6532780"/>
              <a:ext cx="79060" cy="94872"/>
            </a:xfrm>
            <a:custGeom>
              <a:avLst/>
              <a:gdLst>
                <a:gd name="T0" fmla="*/ 587 w 1174"/>
                <a:gd name="T1" fmla="*/ 0 h 1401"/>
                <a:gd name="T2" fmla="*/ 353 w 1174"/>
                <a:gd name="T3" fmla="*/ 49 h 1401"/>
                <a:gd name="T4" fmla="*/ 319 w 1174"/>
                <a:gd name="T5" fmla="*/ 66 h 1401"/>
                <a:gd name="T6" fmla="*/ 0 w 1174"/>
                <a:gd name="T7" fmla="*/ 587 h 1401"/>
                <a:gd name="T8" fmla="*/ 478 w 1174"/>
                <a:gd name="T9" fmla="*/ 1163 h 1401"/>
                <a:gd name="T10" fmla="*/ 478 w 1174"/>
                <a:gd name="T11" fmla="*/ 1238 h 1401"/>
                <a:gd name="T12" fmla="*/ 207 w 1174"/>
                <a:gd name="T13" fmla="*/ 1238 h 1401"/>
                <a:gd name="T14" fmla="*/ 153 w 1174"/>
                <a:gd name="T15" fmla="*/ 1292 h 1401"/>
                <a:gd name="T16" fmla="*/ 153 w 1174"/>
                <a:gd name="T17" fmla="*/ 1401 h 1401"/>
                <a:gd name="T18" fmla="*/ 1021 w 1174"/>
                <a:gd name="T19" fmla="*/ 1401 h 1401"/>
                <a:gd name="T20" fmla="*/ 1021 w 1174"/>
                <a:gd name="T21" fmla="*/ 1292 h 1401"/>
                <a:gd name="T22" fmla="*/ 967 w 1174"/>
                <a:gd name="T23" fmla="*/ 1238 h 1401"/>
                <a:gd name="T24" fmla="*/ 695 w 1174"/>
                <a:gd name="T25" fmla="*/ 1238 h 1401"/>
                <a:gd name="T26" fmla="*/ 695 w 1174"/>
                <a:gd name="T27" fmla="*/ 1163 h 1401"/>
                <a:gd name="T28" fmla="*/ 1174 w 1174"/>
                <a:gd name="T29" fmla="*/ 587 h 1401"/>
                <a:gd name="T30" fmla="*/ 855 w 1174"/>
                <a:gd name="T31" fmla="*/ 66 h 1401"/>
                <a:gd name="T32" fmla="*/ 821 w 1174"/>
                <a:gd name="T33" fmla="*/ 49 h 1401"/>
                <a:gd name="T34" fmla="*/ 587 w 1174"/>
                <a:gd name="T35" fmla="*/ 0 h 1401"/>
                <a:gd name="T36" fmla="*/ 587 w 1174"/>
                <a:gd name="T37" fmla="*/ 54 h 1401"/>
                <a:gd name="T38" fmla="*/ 782 w 1174"/>
                <a:gd name="T39" fmla="*/ 93 h 1401"/>
                <a:gd name="T40" fmla="*/ 587 w 1174"/>
                <a:gd name="T41" fmla="*/ 170 h 1401"/>
                <a:gd name="T42" fmla="*/ 392 w 1174"/>
                <a:gd name="T43" fmla="*/ 93 h 1401"/>
                <a:gd name="T44" fmla="*/ 587 w 1174"/>
                <a:gd name="T45" fmla="*/ 54 h 1401"/>
                <a:gd name="T46" fmla="*/ 587 w 1174"/>
                <a:gd name="T47" fmla="*/ 299 h 1401"/>
                <a:gd name="T48" fmla="*/ 875 w 1174"/>
                <a:gd name="T49" fmla="*/ 587 h 1401"/>
                <a:gd name="T50" fmla="*/ 587 w 1174"/>
                <a:gd name="T51" fmla="*/ 875 h 1401"/>
                <a:gd name="T52" fmla="*/ 299 w 1174"/>
                <a:gd name="T53" fmla="*/ 587 h 1401"/>
                <a:gd name="T54" fmla="*/ 587 w 1174"/>
                <a:gd name="T55" fmla="*/ 299 h 1401"/>
                <a:gd name="T56" fmla="*/ 587 w 1174"/>
                <a:gd name="T57" fmla="*/ 434 h 1401"/>
                <a:gd name="T58" fmla="*/ 507 w 1174"/>
                <a:gd name="T59" fmla="*/ 456 h 1401"/>
                <a:gd name="T60" fmla="*/ 531 w 1174"/>
                <a:gd name="T61" fmla="*/ 453 h 1401"/>
                <a:gd name="T62" fmla="*/ 607 w 1174"/>
                <a:gd name="T63" fmla="*/ 531 h 1401"/>
                <a:gd name="T64" fmla="*/ 531 w 1174"/>
                <a:gd name="T65" fmla="*/ 609 h 1401"/>
                <a:gd name="T66" fmla="*/ 453 w 1174"/>
                <a:gd name="T67" fmla="*/ 531 h 1401"/>
                <a:gd name="T68" fmla="*/ 456 w 1174"/>
                <a:gd name="T69" fmla="*/ 509 h 1401"/>
                <a:gd name="T70" fmla="*/ 434 w 1174"/>
                <a:gd name="T71" fmla="*/ 587 h 1401"/>
                <a:gd name="T72" fmla="*/ 587 w 1174"/>
                <a:gd name="T73" fmla="*/ 739 h 1401"/>
                <a:gd name="T74" fmla="*/ 739 w 1174"/>
                <a:gd name="T75" fmla="*/ 587 h 1401"/>
                <a:gd name="T76" fmla="*/ 587 w 1174"/>
                <a:gd name="T77" fmla="*/ 434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74" h="1401">
                  <a:moveTo>
                    <a:pt x="587" y="0"/>
                  </a:moveTo>
                  <a:cubicBezTo>
                    <a:pt x="504" y="0"/>
                    <a:pt x="424" y="18"/>
                    <a:pt x="353" y="49"/>
                  </a:cubicBezTo>
                  <a:cubicBezTo>
                    <a:pt x="341" y="54"/>
                    <a:pt x="330" y="60"/>
                    <a:pt x="319" y="66"/>
                  </a:cubicBezTo>
                  <a:cubicBezTo>
                    <a:pt x="129" y="163"/>
                    <a:pt x="0" y="359"/>
                    <a:pt x="0" y="587"/>
                  </a:cubicBezTo>
                  <a:cubicBezTo>
                    <a:pt x="0" y="874"/>
                    <a:pt x="206" y="1113"/>
                    <a:pt x="478" y="1163"/>
                  </a:cubicBezTo>
                  <a:lnTo>
                    <a:pt x="478" y="1238"/>
                  </a:lnTo>
                  <a:lnTo>
                    <a:pt x="207" y="1238"/>
                  </a:lnTo>
                  <a:cubicBezTo>
                    <a:pt x="155" y="1238"/>
                    <a:pt x="153" y="1292"/>
                    <a:pt x="153" y="1292"/>
                  </a:cubicBezTo>
                  <a:lnTo>
                    <a:pt x="153" y="1401"/>
                  </a:lnTo>
                  <a:lnTo>
                    <a:pt x="1021" y="1401"/>
                  </a:lnTo>
                  <a:lnTo>
                    <a:pt x="1021" y="1292"/>
                  </a:lnTo>
                  <a:cubicBezTo>
                    <a:pt x="1021" y="1262"/>
                    <a:pt x="997" y="1238"/>
                    <a:pt x="967" y="1238"/>
                  </a:cubicBezTo>
                  <a:lnTo>
                    <a:pt x="695" y="1238"/>
                  </a:lnTo>
                  <a:lnTo>
                    <a:pt x="695" y="1163"/>
                  </a:lnTo>
                  <a:cubicBezTo>
                    <a:pt x="968" y="1113"/>
                    <a:pt x="1174" y="874"/>
                    <a:pt x="1174" y="587"/>
                  </a:cubicBezTo>
                  <a:cubicBezTo>
                    <a:pt x="1174" y="359"/>
                    <a:pt x="1044" y="163"/>
                    <a:pt x="855" y="66"/>
                  </a:cubicBezTo>
                  <a:cubicBezTo>
                    <a:pt x="844" y="60"/>
                    <a:pt x="833" y="54"/>
                    <a:pt x="821" y="49"/>
                  </a:cubicBezTo>
                  <a:cubicBezTo>
                    <a:pt x="749" y="18"/>
                    <a:pt x="670" y="0"/>
                    <a:pt x="587" y="0"/>
                  </a:cubicBezTo>
                  <a:close/>
                  <a:moveTo>
                    <a:pt x="587" y="54"/>
                  </a:moveTo>
                  <a:cubicBezTo>
                    <a:pt x="656" y="54"/>
                    <a:pt x="721" y="69"/>
                    <a:pt x="782" y="93"/>
                  </a:cubicBezTo>
                  <a:cubicBezTo>
                    <a:pt x="731" y="140"/>
                    <a:pt x="662" y="170"/>
                    <a:pt x="587" y="170"/>
                  </a:cubicBezTo>
                  <a:cubicBezTo>
                    <a:pt x="512" y="170"/>
                    <a:pt x="443" y="140"/>
                    <a:pt x="392" y="93"/>
                  </a:cubicBezTo>
                  <a:cubicBezTo>
                    <a:pt x="452" y="69"/>
                    <a:pt x="518" y="54"/>
                    <a:pt x="587" y="54"/>
                  </a:cubicBezTo>
                  <a:close/>
                  <a:moveTo>
                    <a:pt x="587" y="299"/>
                  </a:moveTo>
                  <a:cubicBezTo>
                    <a:pt x="746" y="299"/>
                    <a:pt x="875" y="427"/>
                    <a:pt x="875" y="587"/>
                  </a:cubicBezTo>
                  <a:cubicBezTo>
                    <a:pt x="875" y="746"/>
                    <a:pt x="746" y="875"/>
                    <a:pt x="587" y="875"/>
                  </a:cubicBezTo>
                  <a:cubicBezTo>
                    <a:pt x="427" y="875"/>
                    <a:pt x="299" y="746"/>
                    <a:pt x="299" y="587"/>
                  </a:cubicBezTo>
                  <a:cubicBezTo>
                    <a:pt x="299" y="427"/>
                    <a:pt x="427" y="299"/>
                    <a:pt x="587" y="299"/>
                  </a:cubicBezTo>
                  <a:close/>
                  <a:moveTo>
                    <a:pt x="587" y="434"/>
                  </a:moveTo>
                  <a:cubicBezTo>
                    <a:pt x="558" y="434"/>
                    <a:pt x="530" y="442"/>
                    <a:pt x="507" y="456"/>
                  </a:cubicBezTo>
                  <a:cubicBezTo>
                    <a:pt x="514" y="454"/>
                    <a:pt x="523" y="453"/>
                    <a:pt x="531" y="453"/>
                  </a:cubicBezTo>
                  <a:cubicBezTo>
                    <a:pt x="574" y="453"/>
                    <a:pt x="607" y="488"/>
                    <a:pt x="607" y="531"/>
                  </a:cubicBezTo>
                  <a:cubicBezTo>
                    <a:pt x="607" y="574"/>
                    <a:pt x="574" y="609"/>
                    <a:pt x="531" y="609"/>
                  </a:cubicBezTo>
                  <a:cubicBezTo>
                    <a:pt x="488" y="609"/>
                    <a:pt x="453" y="574"/>
                    <a:pt x="453" y="531"/>
                  </a:cubicBezTo>
                  <a:cubicBezTo>
                    <a:pt x="453" y="523"/>
                    <a:pt x="454" y="516"/>
                    <a:pt x="456" y="509"/>
                  </a:cubicBezTo>
                  <a:cubicBezTo>
                    <a:pt x="442" y="532"/>
                    <a:pt x="434" y="558"/>
                    <a:pt x="434" y="587"/>
                  </a:cubicBezTo>
                  <a:cubicBezTo>
                    <a:pt x="434" y="671"/>
                    <a:pt x="502" y="739"/>
                    <a:pt x="587" y="739"/>
                  </a:cubicBezTo>
                  <a:cubicBezTo>
                    <a:pt x="671" y="739"/>
                    <a:pt x="739" y="671"/>
                    <a:pt x="739" y="587"/>
                  </a:cubicBezTo>
                  <a:cubicBezTo>
                    <a:pt x="739" y="502"/>
                    <a:pt x="671" y="434"/>
                    <a:pt x="587" y="434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B60D7851-35A5-7424-EBF6-89F960E116D4}"/>
                </a:ext>
              </a:extLst>
            </p:cNvPr>
            <p:cNvSpPr/>
            <p:nvPr/>
          </p:nvSpPr>
          <p:spPr>
            <a:xfrm rot="5400000">
              <a:off x="4199217" y="6445710"/>
              <a:ext cx="275036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000" b="1" dirty="0">
                  <a:ea typeface="NanumBarunGothic" panose="020B0603020101020101" pitchFamily="34" charset="-127"/>
                </a:rPr>
                <a:t>…</a:t>
              </a:r>
              <a:endParaRPr lang="ko-KR" altLang="en-US" sz="1000" b="1" dirty="0">
                <a:ea typeface="NanumBarunGothic" panose="020B0603020101020101" pitchFamily="34" charset="-127"/>
              </a:endParaRPr>
            </a:p>
          </p:txBody>
        </p:sp>
        <p:sp>
          <p:nvSpPr>
            <p:cNvPr id="226" name="이등변 삼각형 225">
              <a:extLst>
                <a:ext uri="{FF2B5EF4-FFF2-40B4-BE49-F238E27FC236}">
                  <a16:creationId xmlns:a16="http://schemas.microsoft.com/office/drawing/2014/main" id="{299D9B61-C6F8-8C28-6775-EEB9089F5C36}"/>
                </a:ext>
              </a:extLst>
            </p:cNvPr>
            <p:cNvSpPr/>
            <p:nvPr/>
          </p:nvSpPr>
          <p:spPr bwMode="auto">
            <a:xfrm>
              <a:off x="4244373" y="6307337"/>
              <a:ext cx="86139" cy="74258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 w="6350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5F5F5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0494FF35-D1BE-C3A6-20AA-597E82095299}"/>
              </a:ext>
            </a:extLst>
          </p:cNvPr>
          <p:cNvSpPr/>
          <p:nvPr/>
        </p:nvSpPr>
        <p:spPr>
          <a:xfrm>
            <a:off x="2203159" y="5198649"/>
            <a:ext cx="3182617" cy="1599915"/>
          </a:xfrm>
          <a:prstGeom prst="roundRect">
            <a:avLst>
              <a:gd name="adj" fmla="val 4380"/>
            </a:avLst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1B8B2972-A35F-C054-F5F8-741697FB535B}"/>
              </a:ext>
            </a:extLst>
          </p:cNvPr>
          <p:cNvSpPr txBox="1"/>
          <p:nvPr/>
        </p:nvSpPr>
        <p:spPr>
          <a:xfrm>
            <a:off x="4592695" y="3295664"/>
            <a:ext cx="45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Yes</a:t>
            </a:r>
            <a:endParaRPr lang="ko-KR" altLang="en-US" sz="8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8" name="사각형: 둥근 모서리 477">
            <a:extLst>
              <a:ext uri="{FF2B5EF4-FFF2-40B4-BE49-F238E27FC236}">
                <a16:creationId xmlns:a16="http://schemas.microsoft.com/office/drawing/2014/main" id="{B044DAD3-8A12-7A1C-C5F7-571B9C36FB88}"/>
              </a:ext>
            </a:extLst>
          </p:cNvPr>
          <p:cNvSpPr/>
          <p:nvPr/>
        </p:nvSpPr>
        <p:spPr>
          <a:xfrm>
            <a:off x="8313619" y="5191200"/>
            <a:ext cx="900000" cy="2160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초대 취소 및 알림</a:t>
            </a:r>
          </a:p>
        </p:txBody>
      </p:sp>
      <p:sp>
        <p:nvSpPr>
          <p:cNvPr id="479" name="타원 478">
            <a:extLst>
              <a:ext uri="{FF2B5EF4-FFF2-40B4-BE49-F238E27FC236}">
                <a16:creationId xmlns:a16="http://schemas.microsoft.com/office/drawing/2014/main" id="{633136F8-4780-E27B-AD4E-FE48D2432F37}"/>
              </a:ext>
            </a:extLst>
          </p:cNvPr>
          <p:cNvSpPr>
            <a:spLocks noChangeAspect="1"/>
          </p:cNvSpPr>
          <p:nvPr/>
        </p:nvSpPr>
        <p:spPr>
          <a:xfrm>
            <a:off x="8637619" y="4517336"/>
            <a:ext cx="252000" cy="252000"/>
          </a:xfrm>
          <a:prstGeom prst="ellipse">
            <a:avLst/>
          </a:prstGeom>
          <a:solidFill>
            <a:srgbClr val="FF0000">
              <a:alpha val="3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00" name="직선 화살표 연결선 499">
            <a:extLst>
              <a:ext uri="{FF2B5EF4-FFF2-40B4-BE49-F238E27FC236}">
                <a16:creationId xmlns:a16="http://schemas.microsoft.com/office/drawing/2014/main" id="{D19FFF21-3B47-3D35-1102-CADBFC254ED2}"/>
              </a:ext>
            </a:extLst>
          </p:cNvPr>
          <p:cNvCxnSpPr>
            <a:cxnSpLocks/>
            <a:stCxn id="479" idx="4"/>
            <a:endCxn id="478" idx="0"/>
          </p:cNvCxnSpPr>
          <p:nvPr/>
        </p:nvCxnSpPr>
        <p:spPr>
          <a:xfrm>
            <a:off x="8763619" y="4769336"/>
            <a:ext cx="0" cy="4218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8" name="사각형: 둥근 모서리 537">
            <a:extLst>
              <a:ext uri="{FF2B5EF4-FFF2-40B4-BE49-F238E27FC236}">
                <a16:creationId xmlns:a16="http://schemas.microsoft.com/office/drawing/2014/main" id="{027657AD-F3A4-5943-50EA-1CC0A3167618}"/>
              </a:ext>
            </a:extLst>
          </p:cNvPr>
          <p:cNvSpPr/>
          <p:nvPr/>
        </p:nvSpPr>
        <p:spPr>
          <a:xfrm>
            <a:off x="5501854" y="5867207"/>
            <a:ext cx="3182617" cy="926981"/>
          </a:xfrm>
          <a:prstGeom prst="roundRect">
            <a:avLst>
              <a:gd name="adj" fmla="val 4380"/>
            </a:avLst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0" name="TextBox 539">
            <a:extLst>
              <a:ext uri="{FF2B5EF4-FFF2-40B4-BE49-F238E27FC236}">
                <a16:creationId xmlns:a16="http://schemas.microsoft.com/office/drawing/2014/main" id="{E68A003B-D6C6-994E-DBC5-0A6ADEF0D0CD}"/>
              </a:ext>
            </a:extLst>
          </p:cNvPr>
          <p:cNvSpPr txBox="1"/>
          <p:nvPr/>
        </p:nvSpPr>
        <p:spPr>
          <a:xfrm>
            <a:off x="6882435" y="1314894"/>
            <a:ext cx="169469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 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주최자 알림 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초대하기가 성공한 경우</a:t>
            </a:r>
          </a:p>
        </p:txBody>
      </p:sp>
      <p:sp>
        <p:nvSpPr>
          <p:cNvPr id="541" name="사각형: 둥근 모서리 540">
            <a:extLst>
              <a:ext uri="{FF2B5EF4-FFF2-40B4-BE49-F238E27FC236}">
                <a16:creationId xmlns:a16="http://schemas.microsoft.com/office/drawing/2014/main" id="{F3950406-E24A-14AC-C6A0-E916CA02EADF}"/>
              </a:ext>
            </a:extLst>
          </p:cNvPr>
          <p:cNvSpPr/>
          <p:nvPr/>
        </p:nvSpPr>
        <p:spPr>
          <a:xfrm>
            <a:off x="7220116" y="1526995"/>
            <a:ext cx="1676828" cy="253262"/>
          </a:xfrm>
          <a:prstGeom prst="roundRect">
            <a:avLst>
              <a:gd name="adj" fmla="val 23781"/>
            </a:avLst>
          </a:prstGeom>
          <a:solidFill>
            <a:schemeClr val="bg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2" name="TextBox 541">
            <a:extLst>
              <a:ext uri="{FF2B5EF4-FFF2-40B4-BE49-F238E27FC236}">
                <a16:creationId xmlns:a16="http://schemas.microsoft.com/office/drawing/2014/main" id="{ADF974E8-4D71-1343-5273-A17396122360}"/>
              </a:ext>
            </a:extLst>
          </p:cNvPr>
          <p:cNvSpPr txBox="1"/>
          <p:nvPr/>
        </p:nvSpPr>
        <p:spPr>
          <a:xfrm>
            <a:off x="7553703" y="1559037"/>
            <a:ext cx="111601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초대 요청이 완료되었습니다</a:t>
            </a:r>
            <a:r>
              <a:rPr lang="en-US" altLang="ko-KR" sz="6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cxnSp>
        <p:nvCxnSpPr>
          <p:cNvPr id="545" name="연결선: 꺾임 544">
            <a:extLst>
              <a:ext uri="{FF2B5EF4-FFF2-40B4-BE49-F238E27FC236}">
                <a16:creationId xmlns:a16="http://schemas.microsoft.com/office/drawing/2014/main" id="{B7823CB7-E635-4C79-3C77-CAE00CE02042}"/>
              </a:ext>
            </a:extLst>
          </p:cNvPr>
          <p:cNvCxnSpPr>
            <a:cxnSpLocks/>
            <a:endCxn id="541" idx="1"/>
          </p:cNvCxnSpPr>
          <p:nvPr/>
        </p:nvCxnSpPr>
        <p:spPr>
          <a:xfrm flipV="1">
            <a:off x="4658175" y="1653626"/>
            <a:ext cx="2561941" cy="179888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7" name="TextBox 546">
            <a:extLst>
              <a:ext uri="{FF2B5EF4-FFF2-40B4-BE49-F238E27FC236}">
                <a16:creationId xmlns:a16="http://schemas.microsoft.com/office/drawing/2014/main" id="{706BEB8D-702D-D8F7-8A68-E928C8D652F4}"/>
              </a:ext>
            </a:extLst>
          </p:cNvPr>
          <p:cNvSpPr txBox="1"/>
          <p:nvPr/>
        </p:nvSpPr>
        <p:spPr>
          <a:xfrm>
            <a:off x="4586493" y="3528774"/>
            <a:ext cx="45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Yes</a:t>
            </a:r>
            <a:endParaRPr lang="ko-KR" altLang="en-US" sz="8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8" name="타원 547">
            <a:extLst>
              <a:ext uri="{FF2B5EF4-FFF2-40B4-BE49-F238E27FC236}">
                <a16:creationId xmlns:a16="http://schemas.microsoft.com/office/drawing/2014/main" id="{196F7B35-FF23-C693-F2C7-CCB7698645B7}"/>
              </a:ext>
            </a:extLst>
          </p:cNvPr>
          <p:cNvSpPr/>
          <p:nvPr/>
        </p:nvSpPr>
        <p:spPr>
          <a:xfrm>
            <a:off x="5218810" y="3580933"/>
            <a:ext cx="172995" cy="17299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8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2-2</a:t>
            </a:r>
            <a:endParaRPr kumimoji="1" lang="ko-KR" altLang="en-US" sz="8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3" name="이등변 삼각형 2">
            <a:extLst>
              <a:ext uri="{FF2B5EF4-FFF2-40B4-BE49-F238E27FC236}">
                <a16:creationId xmlns:a16="http://schemas.microsoft.com/office/drawing/2014/main" id="{1BD7BB87-A76A-89E1-9EFB-5D9DF4F2A6F0}"/>
              </a:ext>
            </a:extLst>
          </p:cNvPr>
          <p:cNvSpPr/>
          <p:nvPr/>
        </p:nvSpPr>
        <p:spPr bwMode="auto">
          <a:xfrm>
            <a:off x="1898529" y="5164404"/>
            <a:ext cx="86139" cy="74258"/>
          </a:xfrm>
          <a:prstGeom prst="triangle">
            <a:avLst/>
          </a:prstGeom>
          <a:solidFill>
            <a:schemeClr val="bg2">
              <a:lumMod val="50000"/>
            </a:schemeClr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0B8791-0288-EF28-25DA-84BF3BCAFCE3}"/>
              </a:ext>
            </a:extLst>
          </p:cNvPr>
          <p:cNvSpPr txBox="1"/>
          <p:nvPr/>
        </p:nvSpPr>
        <p:spPr>
          <a:xfrm>
            <a:off x="2628532" y="816954"/>
            <a:ext cx="6998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초대 가능 </a:t>
            </a:r>
            <a:r>
              <a:rPr lang="en-US" altLang="ko-KR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: 10</a:t>
            </a:r>
            <a:endParaRPr lang="ko-KR" altLang="en-US" sz="6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9964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4E25E897-C161-203F-F924-917906CF0F95}"/>
              </a:ext>
            </a:extLst>
          </p:cNvPr>
          <p:cNvGraphicFramePr>
            <a:graphicFrameLocks noGrp="1"/>
          </p:cNvGraphicFramePr>
          <p:nvPr/>
        </p:nvGraphicFramePr>
        <p:xfrm>
          <a:off x="6720101" y="750995"/>
          <a:ext cx="1698131" cy="20090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90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800" b="1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01105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38F6AD-A7C8-0FBD-1985-7D485418D6EC}"/>
              </a:ext>
            </a:extLst>
          </p:cNvPr>
          <p:cNvGraphicFramePr>
            <a:graphicFrameLocks noGrp="1"/>
          </p:cNvGraphicFramePr>
          <p:nvPr/>
        </p:nvGraphicFramePr>
        <p:xfrm>
          <a:off x="95216" y="107439"/>
          <a:ext cx="12014235" cy="214314"/>
        </p:xfrm>
        <a:graphic>
          <a:graphicData uri="http://schemas.openxmlformats.org/drawingml/2006/table">
            <a:tbl>
              <a:tblPr/>
              <a:tblGrid>
                <a:gridCol w="1079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123">
                  <a:extLst>
                    <a:ext uri="{9D8B030D-6E8A-4147-A177-3AD203B41FA5}">
                      <a16:colId xmlns:a16="http://schemas.microsoft.com/office/drawing/2014/main" val="708296136"/>
                    </a:ext>
                  </a:extLst>
                </a:gridCol>
                <a:gridCol w="3057515">
                  <a:extLst>
                    <a:ext uri="{9D8B030D-6E8A-4147-A177-3AD203B41FA5}">
                      <a16:colId xmlns:a16="http://schemas.microsoft.com/office/drawing/2014/main" val="62919768"/>
                    </a:ext>
                  </a:extLst>
                </a:gridCol>
                <a:gridCol w="1079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0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 </a:t>
                      </a:r>
                      <a:r>
                        <a:rPr lang="en-US" altLang="ko-KR" sz="800" b="1" i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CV-OF-C-Home-Card</a:t>
                      </a:r>
                    </a:p>
                  </a:txBody>
                  <a:tcPr marL="90000" marR="90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 명</a:t>
                      </a:r>
                      <a:endParaRPr lang="en-US" altLang="ko-KR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</a:t>
                      </a:r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_</a:t>
                      </a:r>
                      <a:r>
                        <a:rPr lang="ko-KR" altLang="en-US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카드</a:t>
                      </a:r>
                      <a:endParaRPr lang="en-US" altLang="ko-KR" sz="800" b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 경로</a:t>
                      </a:r>
                      <a:endParaRPr lang="ko-KR" altLang="en-US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R="90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커넥팅 </a:t>
                      </a:r>
                      <a:r>
                        <a:rPr lang="en-US" altLang="ko-KR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홈</a:t>
                      </a:r>
                    </a:p>
                  </a:txBody>
                  <a:tcPr marL="90000" marR="90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029B5CA-0968-3EDA-1365-0918003AD0AE}"/>
              </a:ext>
            </a:extLst>
          </p:cNvPr>
          <p:cNvGraphicFramePr>
            <a:graphicFrameLocks noGrp="1"/>
          </p:cNvGraphicFramePr>
          <p:nvPr/>
        </p:nvGraphicFramePr>
        <p:xfrm>
          <a:off x="9444038" y="321753"/>
          <a:ext cx="2669098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i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Description</a:t>
                      </a:r>
                      <a:endParaRPr lang="ko-KR" altLang="en-US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[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 공통 표기 정보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]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1)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제목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제목이 길 경우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줄임표로 표시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2)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일시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YYYY.MM.DD </a:t>
                      </a:r>
                      <a:r>
                        <a:rPr kumimoji="0" lang="en-US" altLang="ko-KR" sz="800" b="0" i="0" u="none" strike="noStrike" cap="none" normalizeH="0" baseline="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hh:mm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 ~ </a:t>
                      </a:r>
                      <a:r>
                        <a:rPr kumimoji="0" lang="en-US" altLang="ko-KR" sz="800" b="0" i="0" u="none" strike="noStrike" cap="none" normalizeH="0" baseline="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hh:mm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3)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공개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/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비공개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공개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/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비공개 표시</a:t>
                      </a:r>
                      <a:endParaRPr kumimoji="0" lang="en-US" altLang="ko-KR" sz="8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맑은 고딕" panose="020B0503020000020004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4)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주최자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주최자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/ 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이름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)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주최자 추가 시 참여순으로 이름 추가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5)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참여 중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참여 중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/ 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참여 중인 사용자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프사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 표시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진행 중인 회의에서만 표시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6)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내가 주최한 커넥팅</a:t>
                      </a:r>
                      <a:endParaRPr kumimoji="0" lang="en-US" altLang="ko-KR" sz="8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맑은 고딕" panose="020B0503020000020004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내가 주최한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커넥팅의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 경우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‘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주최자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＇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표시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7)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상태 태그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상태 태그는 커넥팅 상태를 나타냄</a:t>
                      </a:r>
                      <a:endParaRPr kumimoji="0" lang="en-US" altLang="ko-KR" sz="8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01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[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일반 커넥팅 정보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각각의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커넥팅은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 시기에 따라 표기정보가 다르게 표시됨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.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클릭 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 상세 보기로 연결됨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282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2-1</a:t>
                      </a:r>
                      <a:endParaRPr lang="ko-KR" altLang="en-US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[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진행 예정인 커넥팅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] (~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 시작 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10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분 전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)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1)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공통 표기 사항 기입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참여 중 제외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)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2)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 시작까지 남은 잔여 시간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1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당일 </a:t>
                      </a:r>
                      <a:r>
                        <a:rPr kumimoji="0" lang="ko-KR" altLang="en-US" sz="800" b="1" i="0" u="none" strike="sngStrike" cap="none" normalizeH="0" baseline="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커넥팅에</a:t>
                      </a:r>
                      <a:r>
                        <a:rPr kumimoji="0" lang="ko-KR" altLang="en-US" sz="800" b="1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 한해서 표기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Case1)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잔여 시간이 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1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시간 이상인 </a:t>
                      </a:r>
                      <a:r>
                        <a:rPr kumimoji="0" lang="ko-KR" altLang="en-US" sz="800" b="1" i="0" u="none" strike="noStrike" cap="none" normalizeH="0" baseline="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커넥팅의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 경우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, 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 시작까지 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1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시간 단위 표기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, ‘2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시간 후 시작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＇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까지만 표기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7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ex) 1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시간 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59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분 남은 </a:t>
                      </a:r>
                      <a:r>
                        <a:rPr kumimoji="0" lang="ko-KR" altLang="en-US" sz="700" b="0" i="0" u="none" strike="noStrike" cap="none" normalizeH="0" baseline="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커넥팅이라면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 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‘1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시간 후 시작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＇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으로 표기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Case2) 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잔여 시간이 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1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시간 미만 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~ 10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분 초과인 </a:t>
                      </a:r>
                      <a:r>
                        <a:rPr kumimoji="0" lang="ko-KR" altLang="en-US" sz="800" b="1" i="0" u="none" strike="noStrike" cap="none" normalizeH="0" baseline="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커넥팅의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 경우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, 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 시작까지 분 단위 표기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7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ex) ‘xx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분 후 시작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＇</a:t>
                      </a:r>
                      <a:endParaRPr kumimoji="0" lang="en-US" altLang="ko-KR" sz="8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965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2-2</a:t>
                      </a:r>
                      <a:endParaRPr lang="ko-KR" altLang="en-US" sz="800" b="1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[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진행 중인 커넥팅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] (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시작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10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분전 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~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회의종료까지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)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1)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공통 표기 사항 기입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2)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 시작까지 남은 잔여시간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1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1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당일 </a:t>
                      </a:r>
                      <a:r>
                        <a:rPr kumimoji="0" lang="ko-KR" altLang="en-US" sz="800" b="1" i="0" u="none" strike="sngStrike" cap="none" normalizeH="0" baseline="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커넥팅에</a:t>
                      </a:r>
                      <a:r>
                        <a:rPr kumimoji="0" lang="ko-KR" altLang="en-US" sz="800" b="1" i="0" u="none" strike="sng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 한해서 표기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Case1)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잔여 시간이 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10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분 이하 남은 회의의 경우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, ‘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잠시 후 시작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＇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으로 표기</a:t>
                      </a:r>
                      <a:b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Case2)’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회의 시작 시간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~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회의종료 시간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＇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인 회의의 경우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, ‘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회의 중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＇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으로 표기</a:t>
                      </a:r>
                      <a:b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4472C4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3)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바로 이동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[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시스템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]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회의실 입장 관련 기획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  <a:hlinkClick r:id="rId3"/>
                        </a:rPr>
                        <a:t>링크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회의실로 바로 이동할 수 있는 버튼 생성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*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회의 목록이 갱신되지 않아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회의가 종료되었음에도 바로 이동 버튼이 남아있는 경우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“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이미 종료된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커넥팅입니다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.”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팝업 후 목록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새로고침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.</a:t>
                      </a:r>
                      <a:endParaRPr kumimoji="0" lang="en-US" altLang="ko-KR" sz="800" b="1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4472C4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217575"/>
                  </a:ext>
                </a:extLst>
              </a:tr>
            </a:tbl>
          </a:graphicData>
        </a:graphic>
      </p:graphicFrame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EB06BFA-8E33-7B8A-A48F-D59760D86338}"/>
              </a:ext>
            </a:extLst>
          </p:cNvPr>
          <p:cNvSpPr/>
          <p:nvPr/>
        </p:nvSpPr>
        <p:spPr>
          <a:xfrm>
            <a:off x="670526" y="823571"/>
            <a:ext cx="2274988" cy="1262881"/>
          </a:xfrm>
          <a:prstGeom prst="roundRect">
            <a:avLst>
              <a:gd name="adj" fmla="val 10992"/>
            </a:avLst>
          </a:prstGeom>
          <a:solidFill>
            <a:schemeClr val="bg1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4DB5BA-7E6E-8212-BC4E-6AAD98BA3530}"/>
              </a:ext>
            </a:extLst>
          </p:cNvPr>
          <p:cNvSpPr txBox="1"/>
          <p:nvPr/>
        </p:nvSpPr>
        <p:spPr>
          <a:xfrm>
            <a:off x="814202" y="909322"/>
            <a:ext cx="2404826" cy="732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제목</a:t>
            </a:r>
            <a:endParaRPr lang="en-US" altLang="ko-KR" sz="105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23. 02. 21 18:00 ~ 23. 02. 21 19:00</a:t>
            </a:r>
            <a:endParaRPr lang="en-US" altLang="ko-KR" sz="600" b="1" dirty="0">
              <a:solidFill>
                <a:srgbClr val="FF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3E6883B1-4FFE-9DB4-A2A3-D709F44C61BB}"/>
              </a:ext>
            </a:extLst>
          </p:cNvPr>
          <p:cNvCxnSpPr>
            <a:cxnSpLocks/>
          </p:cNvCxnSpPr>
          <p:nvPr/>
        </p:nvCxnSpPr>
        <p:spPr>
          <a:xfrm>
            <a:off x="845870" y="1623437"/>
            <a:ext cx="198161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7931C02-157D-D008-B45D-D9338703CCF4}"/>
              </a:ext>
            </a:extLst>
          </p:cNvPr>
          <p:cNvSpPr txBox="1"/>
          <p:nvPr/>
        </p:nvSpPr>
        <p:spPr>
          <a:xfrm>
            <a:off x="821167" y="1604901"/>
            <a:ext cx="1721921" cy="381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ko-KR" altLang="en-US" sz="550" dirty="0">
                <a:latin typeface="나눔고딕" pitchFamily="2" charset="-127"/>
                <a:ea typeface="나눔고딕" pitchFamily="2" charset="-127"/>
              </a:rPr>
              <a:t>주최자 │홍길동</a:t>
            </a:r>
            <a:endParaRPr lang="en-US" altLang="ko-KR" sz="550" dirty="0">
              <a:latin typeface="나눔고딕" pitchFamily="2" charset="-127"/>
              <a:ea typeface="나눔고딕" pitchFamily="2" charset="-127"/>
            </a:endParaRPr>
          </a:p>
          <a:p>
            <a:pPr>
              <a:lnSpc>
                <a:spcPts val="1200"/>
              </a:lnSpc>
            </a:pPr>
            <a:r>
              <a:rPr lang="ko-KR" altLang="en-US" sz="550" dirty="0">
                <a:latin typeface="나눔고딕" pitchFamily="2" charset="-127"/>
                <a:ea typeface="나눔고딕" pitchFamily="2" charset="-127"/>
              </a:rPr>
              <a:t>참여 중 │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885257-FFFC-35FB-A5F8-BDEF019082ED}"/>
              </a:ext>
            </a:extLst>
          </p:cNvPr>
          <p:cNvSpPr txBox="1"/>
          <p:nvPr/>
        </p:nvSpPr>
        <p:spPr>
          <a:xfrm>
            <a:off x="2560372" y="1143148"/>
            <a:ext cx="352982" cy="21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600" b="1" dirty="0">
                <a:latin typeface="나눔고딕" pitchFamily="2" charset="-127"/>
                <a:ea typeface="나눔고딕" pitchFamily="2" charset="-127"/>
              </a:rPr>
              <a:t>공개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66CC4B8-D6BD-1F75-2561-78884921D7EF}"/>
              </a:ext>
            </a:extLst>
          </p:cNvPr>
          <p:cNvGrpSpPr/>
          <p:nvPr/>
        </p:nvGrpSpPr>
        <p:grpSpPr>
          <a:xfrm>
            <a:off x="1205032" y="1825316"/>
            <a:ext cx="1069447" cy="243117"/>
            <a:chOff x="9495162" y="3076864"/>
            <a:chExt cx="1069447" cy="243117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CBC905E-7334-B6BA-4A43-B42DB4D47E6B}"/>
                </a:ext>
              </a:extLst>
            </p:cNvPr>
            <p:cNvSpPr/>
            <p:nvPr/>
          </p:nvSpPr>
          <p:spPr>
            <a:xfrm>
              <a:off x="9495162" y="3076864"/>
              <a:ext cx="223838" cy="223838"/>
            </a:xfrm>
            <a:prstGeom prst="ellipse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8B21D22-E352-31B5-FA30-AF0377D1C97F}"/>
                </a:ext>
              </a:extLst>
            </p:cNvPr>
            <p:cNvSpPr/>
            <p:nvPr/>
          </p:nvSpPr>
          <p:spPr>
            <a:xfrm>
              <a:off x="9650349" y="3077705"/>
              <a:ext cx="223838" cy="223838"/>
            </a:xfrm>
            <a:prstGeom prst="ellipse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648E237-5205-D414-7D7C-C7D686565432}"/>
                </a:ext>
              </a:extLst>
            </p:cNvPr>
            <p:cNvSpPr/>
            <p:nvPr/>
          </p:nvSpPr>
          <p:spPr>
            <a:xfrm>
              <a:off x="9794230" y="3082066"/>
              <a:ext cx="223838" cy="223838"/>
            </a:xfrm>
            <a:prstGeom prst="ellipse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D6BF64B8-8FB3-0496-4235-2C32318F1DB9}"/>
                </a:ext>
              </a:extLst>
            </p:cNvPr>
            <p:cNvSpPr/>
            <p:nvPr/>
          </p:nvSpPr>
          <p:spPr>
            <a:xfrm>
              <a:off x="9949417" y="3082907"/>
              <a:ext cx="223838" cy="223838"/>
            </a:xfrm>
            <a:prstGeom prst="ellipse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68AF0B6-13AF-73C8-E0D9-7C92BF13AB95}"/>
                </a:ext>
              </a:extLst>
            </p:cNvPr>
            <p:cNvSpPr/>
            <p:nvPr/>
          </p:nvSpPr>
          <p:spPr>
            <a:xfrm>
              <a:off x="10244292" y="3088711"/>
              <a:ext cx="223838" cy="22383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38E33C3-727C-FD21-6D58-42F2747957FD}"/>
                </a:ext>
              </a:extLst>
            </p:cNvPr>
            <p:cNvSpPr txBox="1"/>
            <p:nvPr/>
          </p:nvSpPr>
          <p:spPr>
            <a:xfrm>
              <a:off x="10187583" y="3089149"/>
              <a:ext cx="37702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+2</a:t>
              </a:r>
              <a:endParaRPr lang="ko-KR" altLang="en-US" sz="9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88CDC4AD-0F66-9AEB-A89F-476D085BDFB4}"/>
              </a:ext>
            </a:extLst>
          </p:cNvPr>
          <p:cNvGrpSpPr/>
          <p:nvPr/>
        </p:nvGrpSpPr>
        <p:grpSpPr>
          <a:xfrm>
            <a:off x="1286516" y="1005386"/>
            <a:ext cx="142354" cy="137762"/>
            <a:chOff x="1726760" y="2072341"/>
            <a:chExt cx="590550" cy="571500"/>
          </a:xfrm>
        </p:grpSpPr>
        <p:sp>
          <p:nvSpPr>
            <p:cNvPr id="47" name="자유형: 도형 46">
              <a:extLst>
                <a:ext uri="{FF2B5EF4-FFF2-40B4-BE49-F238E27FC236}">
                  <a16:creationId xmlns:a16="http://schemas.microsoft.com/office/drawing/2014/main" id="{17D4A1A5-0B68-4310-1192-7EDC9B04A874}"/>
                </a:ext>
              </a:extLst>
            </p:cNvPr>
            <p:cNvSpPr/>
            <p:nvPr/>
          </p:nvSpPr>
          <p:spPr>
            <a:xfrm>
              <a:off x="1726760" y="2072341"/>
              <a:ext cx="590550" cy="457200"/>
            </a:xfrm>
            <a:custGeom>
              <a:avLst/>
              <a:gdLst>
                <a:gd name="connsiteX0" fmla="*/ 295275 w 590550"/>
                <a:gd name="connsiteY0" fmla="*/ 0 h 457200"/>
                <a:gd name="connsiteX1" fmla="*/ 160020 w 590550"/>
                <a:gd name="connsiteY1" fmla="*/ 226695 h 457200"/>
                <a:gd name="connsiteX2" fmla="*/ 0 w 590550"/>
                <a:gd name="connsiteY2" fmla="*/ 152400 h 457200"/>
                <a:gd name="connsiteX3" fmla="*/ 57150 w 590550"/>
                <a:gd name="connsiteY3" fmla="*/ 400050 h 457200"/>
                <a:gd name="connsiteX4" fmla="*/ 57150 w 590550"/>
                <a:gd name="connsiteY4" fmla="*/ 457200 h 457200"/>
                <a:gd name="connsiteX5" fmla="*/ 533400 w 590550"/>
                <a:gd name="connsiteY5" fmla="*/ 457200 h 457200"/>
                <a:gd name="connsiteX6" fmla="*/ 533400 w 590550"/>
                <a:gd name="connsiteY6" fmla="*/ 400050 h 457200"/>
                <a:gd name="connsiteX7" fmla="*/ 590550 w 590550"/>
                <a:gd name="connsiteY7" fmla="*/ 152400 h 457200"/>
                <a:gd name="connsiteX8" fmla="*/ 430530 w 590550"/>
                <a:gd name="connsiteY8" fmla="*/ 226695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0550" h="457200">
                  <a:moveTo>
                    <a:pt x="295275" y="0"/>
                  </a:moveTo>
                  <a:lnTo>
                    <a:pt x="160020" y="226695"/>
                  </a:lnTo>
                  <a:lnTo>
                    <a:pt x="0" y="152400"/>
                  </a:lnTo>
                  <a:lnTo>
                    <a:pt x="57150" y="400050"/>
                  </a:lnTo>
                  <a:lnTo>
                    <a:pt x="57150" y="457200"/>
                  </a:lnTo>
                  <a:lnTo>
                    <a:pt x="533400" y="457200"/>
                  </a:lnTo>
                  <a:lnTo>
                    <a:pt x="533400" y="400050"/>
                  </a:lnTo>
                  <a:lnTo>
                    <a:pt x="590550" y="152400"/>
                  </a:lnTo>
                  <a:lnTo>
                    <a:pt x="430530" y="226695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8" name="자유형: 도형 47">
              <a:extLst>
                <a:ext uri="{FF2B5EF4-FFF2-40B4-BE49-F238E27FC236}">
                  <a16:creationId xmlns:a16="http://schemas.microsoft.com/office/drawing/2014/main" id="{0A3DDF9C-4491-9207-63EA-89AEB865BE5D}"/>
                </a:ext>
              </a:extLst>
            </p:cNvPr>
            <p:cNvSpPr/>
            <p:nvPr/>
          </p:nvSpPr>
          <p:spPr>
            <a:xfrm>
              <a:off x="1783910" y="2567641"/>
              <a:ext cx="476250" cy="76200"/>
            </a:xfrm>
            <a:custGeom>
              <a:avLst/>
              <a:gdLst>
                <a:gd name="connsiteX0" fmla="*/ 0 w 476250"/>
                <a:gd name="connsiteY0" fmla="*/ 0 h 76200"/>
                <a:gd name="connsiteX1" fmla="*/ 476250 w 476250"/>
                <a:gd name="connsiteY1" fmla="*/ 0 h 76200"/>
                <a:gd name="connsiteX2" fmla="*/ 476250 w 476250"/>
                <a:gd name="connsiteY2" fmla="*/ 76200 h 76200"/>
                <a:gd name="connsiteX3" fmla="*/ 0 w 47625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0" h="76200">
                  <a:moveTo>
                    <a:pt x="0" y="0"/>
                  </a:moveTo>
                  <a:lnTo>
                    <a:pt x="476250" y="0"/>
                  </a:lnTo>
                  <a:lnTo>
                    <a:pt x="4762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52" name="타원 51">
            <a:extLst>
              <a:ext uri="{FF2B5EF4-FFF2-40B4-BE49-F238E27FC236}">
                <a16:creationId xmlns:a16="http://schemas.microsoft.com/office/drawing/2014/main" id="{1FEBBC49-60BC-D983-EC96-8F7C7B09478D}"/>
              </a:ext>
            </a:extLst>
          </p:cNvPr>
          <p:cNvSpPr/>
          <p:nvPr/>
        </p:nvSpPr>
        <p:spPr>
          <a:xfrm>
            <a:off x="706215" y="1158924"/>
            <a:ext cx="172995" cy="17299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8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1-2</a:t>
            </a:r>
            <a:endParaRPr kumimoji="1" lang="ko-KR" altLang="en-US" sz="8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EE51405D-652B-6DB5-F9B5-CFEA4A1182B2}"/>
              </a:ext>
            </a:extLst>
          </p:cNvPr>
          <p:cNvSpPr/>
          <p:nvPr/>
        </p:nvSpPr>
        <p:spPr>
          <a:xfrm>
            <a:off x="2411357" y="1180996"/>
            <a:ext cx="172995" cy="17299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8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1-3</a:t>
            </a:r>
            <a:endParaRPr kumimoji="1" lang="ko-KR" altLang="en-US" sz="8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05CE5465-8ED8-A820-4979-ADB649145E7E}"/>
              </a:ext>
            </a:extLst>
          </p:cNvPr>
          <p:cNvSpPr/>
          <p:nvPr/>
        </p:nvSpPr>
        <p:spPr>
          <a:xfrm>
            <a:off x="700612" y="1648229"/>
            <a:ext cx="172995" cy="17299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8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1-4</a:t>
            </a:r>
            <a:endParaRPr kumimoji="1" lang="ko-KR" altLang="en-US" sz="8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239A4F89-9485-2DB3-4EDD-D19C9B9EEB14}"/>
              </a:ext>
            </a:extLst>
          </p:cNvPr>
          <p:cNvSpPr/>
          <p:nvPr/>
        </p:nvSpPr>
        <p:spPr>
          <a:xfrm>
            <a:off x="706215" y="1880471"/>
            <a:ext cx="172995" cy="17299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8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1-5</a:t>
            </a:r>
            <a:endParaRPr kumimoji="1" lang="ko-KR" altLang="en-US" sz="8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6C33E370-F6AA-0D80-15F1-219273269823}"/>
              </a:ext>
            </a:extLst>
          </p:cNvPr>
          <p:cNvSpPr/>
          <p:nvPr/>
        </p:nvSpPr>
        <p:spPr>
          <a:xfrm>
            <a:off x="1459550" y="970587"/>
            <a:ext cx="172995" cy="17299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8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1-6</a:t>
            </a:r>
            <a:endParaRPr kumimoji="1" lang="ko-KR" altLang="en-US" sz="8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4C443D2A-EEAB-5775-1A1F-F2F1FDC061B9}"/>
              </a:ext>
            </a:extLst>
          </p:cNvPr>
          <p:cNvSpPr/>
          <p:nvPr/>
        </p:nvSpPr>
        <p:spPr>
          <a:xfrm>
            <a:off x="674602" y="3019648"/>
            <a:ext cx="2274988" cy="1262881"/>
          </a:xfrm>
          <a:prstGeom prst="roundRect">
            <a:avLst>
              <a:gd name="adj" fmla="val 10992"/>
            </a:avLst>
          </a:prstGeom>
          <a:solidFill>
            <a:schemeClr val="bg1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9990955-C752-6FC9-64AB-3C5B030CFB8C}"/>
              </a:ext>
            </a:extLst>
          </p:cNvPr>
          <p:cNvSpPr txBox="1"/>
          <p:nvPr/>
        </p:nvSpPr>
        <p:spPr>
          <a:xfrm>
            <a:off x="818278" y="3105399"/>
            <a:ext cx="2095076" cy="732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제목</a:t>
            </a:r>
            <a:endParaRPr lang="en-US" altLang="ko-KR" sz="105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23. 02. 21 18:00 ~ 23. 02. 21 19:00</a:t>
            </a:r>
            <a:endParaRPr lang="en-US" altLang="ko-KR" sz="600" b="1" dirty="0">
              <a:solidFill>
                <a:srgbClr val="FF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D505844C-8BD3-A148-2828-3498ACF3DE67}"/>
              </a:ext>
            </a:extLst>
          </p:cNvPr>
          <p:cNvCxnSpPr>
            <a:cxnSpLocks/>
          </p:cNvCxnSpPr>
          <p:nvPr/>
        </p:nvCxnSpPr>
        <p:spPr>
          <a:xfrm>
            <a:off x="849946" y="3819514"/>
            <a:ext cx="198161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0AD2A18F-1340-AF04-4CAC-48669FC175AD}"/>
              </a:ext>
            </a:extLst>
          </p:cNvPr>
          <p:cNvSpPr txBox="1"/>
          <p:nvPr/>
        </p:nvSpPr>
        <p:spPr>
          <a:xfrm>
            <a:off x="825243" y="3800978"/>
            <a:ext cx="1721921" cy="217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ko-KR" altLang="en-US" sz="550" dirty="0">
                <a:latin typeface="나눔고딕" pitchFamily="2" charset="-127"/>
                <a:ea typeface="나눔고딕" pitchFamily="2" charset="-127"/>
              </a:rPr>
              <a:t>주최자 │홍길동</a:t>
            </a:r>
            <a:endParaRPr lang="en-US" altLang="ko-KR" sz="5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589A3E1-2F71-EC82-2BFD-90D3FF39F004}"/>
              </a:ext>
            </a:extLst>
          </p:cNvPr>
          <p:cNvSpPr txBox="1"/>
          <p:nvPr/>
        </p:nvSpPr>
        <p:spPr>
          <a:xfrm>
            <a:off x="2564448" y="3339225"/>
            <a:ext cx="352982" cy="21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600" b="1" dirty="0">
                <a:latin typeface="나눔고딕" pitchFamily="2" charset="-127"/>
                <a:ea typeface="나눔고딕" pitchFamily="2" charset="-127"/>
              </a:rPr>
              <a:t>공개</a:t>
            </a: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15F48020-D6C8-A3B8-CC6F-F70C308D0722}"/>
              </a:ext>
            </a:extLst>
          </p:cNvPr>
          <p:cNvGrpSpPr/>
          <p:nvPr/>
        </p:nvGrpSpPr>
        <p:grpSpPr>
          <a:xfrm>
            <a:off x="1290592" y="3201463"/>
            <a:ext cx="142354" cy="137762"/>
            <a:chOff x="1726760" y="2072341"/>
            <a:chExt cx="590550" cy="571500"/>
          </a:xfrm>
        </p:grpSpPr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021AC2E4-21D8-F720-3600-2BEF8659790C}"/>
                </a:ext>
              </a:extLst>
            </p:cNvPr>
            <p:cNvSpPr/>
            <p:nvPr/>
          </p:nvSpPr>
          <p:spPr>
            <a:xfrm>
              <a:off x="1726760" y="2072341"/>
              <a:ext cx="590550" cy="457200"/>
            </a:xfrm>
            <a:custGeom>
              <a:avLst/>
              <a:gdLst>
                <a:gd name="connsiteX0" fmla="*/ 295275 w 590550"/>
                <a:gd name="connsiteY0" fmla="*/ 0 h 457200"/>
                <a:gd name="connsiteX1" fmla="*/ 160020 w 590550"/>
                <a:gd name="connsiteY1" fmla="*/ 226695 h 457200"/>
                <a:gd name="connsiteX2" fmla="*/ 0 w 590550"/>
                <a:gd name="connsiteY2" fmla="*/ 152400 h 457200"/>
                <a:gd name="connsiteX3" fmla="*/ 57150 w 590550"/>
                <a:gd name="connsiteY3" fmla="*/ 400050 h 457200"/>
                <a:gd name="connsiteX4" fmla="*/ 57150 w 590550"/>
                <a:gd name="connsiteY4" fmla="*/ 457200 h 457200"/>
                <a:gd name="connsiteX5" fmla="*/ 533400 w 590550"/>
                <a:gd name="connsiteY5" fmla="*/ 457200 h 457200"/>
                <a:gd name="connsiteX6" fmla="*/ 533400 w 590550"/>
                <a:gd name="connsiteY6" fmla="*/ 400050 h 457200"/>
                <a:gd name="connsiteX7" fmla="*/ 590550 w 590550"/>
                <a:gd name="connsiteY7" fmla="*/ 152400 h 457200"/>
                <a:gd name="connsiteX8" fmla="*/ 430530 w 590550"/>
                <a:gd name="connsiteY8" fmla="*/ 226695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0550" h="457200">
                  <a:moveTo>
                    <a:pt x="295275" y="0"/>
                  </a:moveTo>
                  <a:lnTo>
                    <a:pt x="160020" y="226695"/>
                  </a:lnTo>
                  <a:lnTo>
                    <a:pt x="0" y="152400"/>
                  </a:lnTo>
                  <a:lnTo>
                    <a:pt x="57150" y="400050"/>
                  </a:lnTo>
                  <a:lnTo>
                    <a:pt x="57150" y="457200"/>
                  </a:lnTo>
                  <a:lnTo>
                    <a:pt x="533400" y="457200"/>
                  </a:lnTo>
                  <a:lnTo>
                    <a:pt x="533400" y="400050"/>
                  </a:lnTo>
                  <a:lnTo>
                    <a:pt x="590550" y="152400"/>
                  </a:lnTo>
                  <a:lnTo>
                    <a:pt x="430530" y="226695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9FEDEECD-5C76-C373-F98E-1D780AEDB59D}"/>
                </a:ext>
              </a:extLst>
            </p:cNvPr>
            <p:cNvSpPr/>
            <p:nvPr/>
          </p:nvSpPr>
          <p:spPr>
            <a:xfrm>
              <a:off x="1783910" y="2567641"/>
              <a:ext cx="476250" cy="76200"/>
            </a:xfrm>
            <a:custGeom>
              <a:avLst/>
              <a:gdLst>
                <a:gd name="connsiteX0" fmla="*/ 0 w 476250"/>
                <a:gd name="connsiteY0" fmla="*/ 0 h 76200"/>
                <a:gd name="connsiteX1" fmla="*/ 476250 w 476250"/>
                <a:gd name="connsiteY1" fmla="*/ 0 h 76200"/>
                <a:gd name="connsiteX2" fmla="*/ 476250 w 476250"/>
                <a:gd name="connsiteY2" fmla="*/ 76200 h 76200"/>
                <a:gd name="connsiteX3" fmla="*/ 0 w 47625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0" h="76200">
                  <a:moveTo>
                    <a:pt x="0" y="0"/>
                  </a:moveTo>
                  <a:lnTo>
                    <a:pt x="476250" y="0"/>
                  </a:lnTo>
                  <a:lnTo>
                    <a:pt x="4762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6BD09BBF-E8C2-4820-FB54-4C7E3555DA5A}"/>
              </a:ext>
            </a:extLst>
          </p:cNvPr>
          <p:cNvSpPr/>
          <p:nvPr/>
        </p:nvSpPr>
        <p:spPr>
          <a:xfrm>
            <a:off x="670526" y="5221173"/>
            <a:ext cx="2274988" cy="1262881"/>
          </a:xfrm>
          <a:prstGeom prst="roundRect">
            <a:avLst>
              <a:gd name="adj" fmla="val 10992"/>
            </a:avLst>
          </a:prstGeom>
          <a:solidFill>
            <a:schemeClr val="bg1"/>
          </a:solidFill>
          <a:ln w="3175"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6F1F0BA-0C9B-0E10-0CC2-1D275D780B8F}"/>
              </a:ext>
            </a:extLst>
          </p:cNvPr>
          <p:cNvSpPr txBox="1"/>
          <p:nvPr/>
        </p:nvSpPr>
        <p:spPr>
          <a:xfrm>
            <a:off x="814202" y="5306924"/>
            <a:ext cx="2095076" cy="732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제목</a:t>
            </a:r>
            <a:endParaRPr lang="en-US" altLang="ko-KR" sz="105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23. 02. 21 18:00 ~ 23. 02. 21 19:00</a:t>
            </a:r>
            <a:endParaRPr lang="en-US" altLang="ko-KR" sz="600" b="1" dirty="0">
              <a:solidFill>
                <a:srgbClr val="FF000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95849C26-A7AF-6876-3B25-B0C2538674AF}"/>
              </a:ext>
            </a:extLst>
          </p:cNvPr>
          <p:cNvCxnSpPr>
            <a:cxnSpLocks/>
          </p:cNvCxnSpPr>
          <p:nvPr/>
        </p:nvCxnSpPr>
        <p:spPr>
          <a:xfrm>
            <a:off x="845870" y="6021039"/>
            <a:ext cx="198161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63F45C2D-CC1C-13CB-916E-26E876A3AB40}"/>
              </a:ext>
            </a:extLst>
          </p:cNvPr>
          <p:cNvSpPr txBox="1"/>
          <p:nvPr/>
        </p:nvSpPr>
        <p:spPr>
          <a:xfrm>
            <a:off x="821167" y="6002503"/>
            <a:ext cx="1721921" cy="381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ko-KR" altLang="en-US" sz="550" dirty="0">
                <a:latin typeface="나눔고딕" pitchFamily="2" charset="-127"/>
                <a:ea typeface="나눔고딕" pitchFamily="2" charset="-127"/>
              </a:rPr>
              <a:t>주최자 │홍길동</a:t>
            </a:r>
            <a:endParaRPr lang="en-US" altLang="ko-KR" sz="550" dirty="0">
              <a:latin typeface="나눔고딕" pitchFamily="2" charset="-127"/>
              <a:ea typeface="나눔고딕" pitchFamily="2" charset="-127"/>
            </a:endParaRPr>
          </a:p>
          <a:p>
            <a:pPr>
              <a:lnSpc>
                <a:spcPts val="1200"/>
              </a:lnSpc>
            </a:pPr>
            <a:r>
              <a:rPr lang="ko-KR" altLang="en-US" sz="550" dirty="0">
                <a:latin typeface="나눔고딕" pitchFamily="2" charset="-127"/>
                <a:ea typeface="나눔고딕" pitchFamily="2" charset="-127"/>
              </a:rPr>
              <a:t>참여 중 │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581406C-7E6B-9B7F-D9AE-E4C81406DAD6}"/>
              </a:ext>
            </a:extLst>
          </p:cNvPr>
          <p:cNvSpPr txBox="1"/>
          <p:nvPr/>
        </p:nvSpPr>
        <p:spPr>
          <a:xfrm>
            <a:off x="2560372" y="5540750"/>
            <a:ext cx="352982" cy="21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600" b="1" dirty="0">
                <a:latin typeface="나눔고딕" pitchFamily="2" charset="-127"/>
                <a:ea typeface="나눔고딕" pitchFamily="2" charset="-127"/>
              </a:rPr>
              <a:t>공개</a:t>
            </a: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A6DD543F-306E-F2C1-3F17-26D6912A1FC7}"/>
              </a:ext>
            </a:extLst>
          </p:cNvPr>
          <p:cNvGrpSpPr/>
          <p:nvPr/>
        </p:nvGrpSpPr>
        <p:grpSpPr>
          <a:xfrm>
            <a:off x="1205032" y="6222918"/>
            <a:ext cx="1069447" cy="243117"/>
            <a:chOff x="9495162" y="3076864"/>
            <a:chExt cx="1069447" cy="243117"/>
          </a:xfrm>
        </p:grpSpPr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130F4A0D-4B6A-09CA-9C73-046E2775E708}"/>
                </a:ext>
              </a:extLst>
            </p:cNvPr>
            <p:cNvSpPr/>
            <p:nvPr/>
          </p:nvSpPr>
          <p:spPr>
            <a:xfrm>
              <a:off x="9495162" y="3076864"/>
              <a:ext cx="223838" cy="223838"/>
            </a:xfrm>
            <a:prstGeom prst="ellipse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106FC18B-E1E0-3C57-AF85-DFDABA406AE0}"/>
                </a:ext>
              </a:extLst>
            </p:cNvPr>
            <p:cNvSpPr/>
            <p:nvPr/>
          </p:nvSpPr>
          <p:spPr>
            <a:xfrm>
              <a:off x="9650349" y="3077705"/>
              <a:ext cx="223838" cy="223838"/>
            </a:xfrm>
            <a:prstGeom prst="ellipse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6B8EF88B-0990-D406-7BD9-A53B0490FD10}"/>
                </a:ext>
              </a:extLst>
            </p:cNvPr>
            <p:cNvSpPr/>
            <p:nvPr/>
          </p:nvSpPr>
          <p:spPr>
            <a:xfrm>
              <a:off x="9794230" y="3082066"/>
              <a:ext cx="223838" cy="223838"/>
            </a:xfrm>
            <a:prstGeom prst="ellipse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882A2C56-F988-694A-614F-67FAEFFADA08}"/>
                </a:ext>
              </a:extLst>
            </p:cNvPr>
            <p:cNvSpPr/>
            <p:nvPr/>
          </p:nvSpPr>
          <p:spPr>
            <a:xfrm>
              <a:off x="9949417" y="3082907"/>
              <a:ext cx="223838" cy="223838"/>
            </a:xfrm>
            <a:prstGeom prst="ellipse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95FEB577-6D68-E402-637F-BD26A00D47CD}"/>
                </a:ext>
              </a:extLst>
            </p:cNvPr>
            <p:cNvSpPr/>
            <p:nvPr/>
          </p:nvSpPr>
          <p:spPr>
            <a:xfrm>
              <a:off x="10244292" y="3088711"/>
              <a:ext cx="223838" cy="22383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D8C845B-8FC6-32FB-FA4B-EE632C6832AD}"/>
                </a:ext>
              </a:extLst>
            </p:cNvPr>
            <p:cNvSpPr txBox="1"/>
            <p:nvPr/>
          </p:nvSpPr>
          <p:spPr>
            <a:xfrm>
              <a:off x="10187583" y="3089149"/>
              <a:ext cx="37702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나눔고딕" panose="020D0604000000000000" pitchFamily="50" charset="-127"/>
                  <a:ea typeface="나눔고딕" panose="020D0604000000000000" pitchFamily="50" charset="-127"/>
                </a:rPr>
                <a:t>+2</a:t>
              </a:r>
              <a:endParaRPr lang="ko-KR" altLang="en-US" sz="9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6C09CAF5-1BF7-98CA-DF34-4B987039E098}"/>
              </a:ext>
            </a:extLst>
          </p:cNvPr>
          <p:cNvGrpSpPr/>
          <p:nvPr/>
        </p:nvGrpSpPr>
        <p:grpSpPr>
          <a:xfrm>
            <a:off x="1286516" y="5402988"/>
            <a:ext cx="142354" cy="137762"/>
            <a:chOff x="1726760" y="2072341"/>
            <a:chExt cx="590550" cy="571500"/>
          </a:xfrm>
        </p:grpSpPr>
        <p:sp>
          <p:nvSpPr>
            <p:cNvPr id="133" name="자유형: 도형 132">
              <a:extLst>
                <a:ext uri="{FF2B5EF4-FFF2-40B4-BE49-F238E27FC236}">
                  <a16:creationId xmlns:a16="http://schemas.microsoft.com/office/drawing/2014/main" id="{DA186A4E-48A1-1D82-73B6-C89C9DB04984}"/>
                </a:ext>
              </a:extLst>
            </p:cNvPr>
            <p:cNvSpPr/>
            <p:nvPr/>
          </p:nvSpPr>
          <p:spPr>
            <a:xfrm>
              <a:off x="1726760" y="2072341"/>
              <a:ext cx="590550" cy="457200"/>
            </a:xfrm>
            <a:custGeom>
              <a:avLst/>
              <a:gdLst>
                <a:gd name="connsiteX0" fmla="*/ 295275 w 590550"/>
                <a:gd name="connsiteY0" fmla="*/ 0 h 457200"/>
                <a:gd name="connsiteX1" fmla="*/ 160020 w 590550"/>
                <a:gd name="connsiteY1" fmla="*/ 226695 h 457200"/>
                <a:gd name="connsiteX2" fmla="*/ 0 w 590550"/>
                <a:gd name="connsiteY2" fmla="*/ 152400 h 457200"/>
                <a:gd name="connsiteX3" fmla="*/ 57150 w 590550"/>
                <a:gd name="connsiteY3" fmla="*/ 400050 h 457200"/>
                <a:gd name="connsiteX4" fmla="*/ 57150 w 590550"/>
                <a:gd name="connsiteY4" fmla="*/ 457200 h 457200"/>
                <a:gd name="connsiteX5" fmla="*/ 533400 w 590550"/>
                <a:gd name="connsiteY5" fmla="*/ 457200 h 457200"/>
                <a:gd name="connsiteX6" fmla="*/ 533400 w 590550"/>
                <a:gd name="connsiteY6" fmla="*/ 400050 h 457200"/>
                <a:gd name="connsiteX7" fmla="*/ 590550 w 590550"/>
                <a:gd name="connsiteY7" fmla="*/ 152400 h 457200"/>
                <a:gd name="connsiteX8" fmla="*/ 430530 w 590550"/>
                <a:gd name="connsiteY8" fmla="*/ 226695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0550" h="457200">
                  <a:moveTo>
                    <a:pt x="295275" y="0"/>
                  </a:moveTo>
                  <a:lnTo>
                    <a:pt x="160020" y="226695"/>
                  </a:lnTo>
                  <a:lnTo>
                    <a:pt x="0" y="152400"/>
                  </a:lnTo>
                  <a:lnTo>
                    <a:pt x="57150" y="400050"/>
                  </a:lnTo>
                  <a:lnTo>
                    <a:pt x="57150" y="457200"/>
                  </a:lnTo>
                  <a:lnTo>
                    <a:pt x="533400" y="457200"/>
                  </a:lnTo>
                  <a:lnTo>
                    <a:pt x="533400" y="400050"/>
                  </a:lnTo>
                  <a:lnTo>
                    <a:pt x="590550" y="152400"/>
                  </a:lnTo>
                  <a:lnTo>
                    <a:pt x="430530" y="226695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4" name="자유형: 도형 133">
              <a:extLst>
                <a:ext uri="{FF2B5EF4-FFF2-40B4-BE49-F238E27FC236}">
                  <a16:creationId xmlns:a16="http://schemas.microsoft.com/office/drawing/2014/main" id="{B221DF7F-1426-0C95-0702-A90E711C1E36}"/>
                </a:ext>
              </a:extLst>
            </p:cNvPr>
            <p:cNvSpPr/>
            <p:nvPr/>
          </p:nvSpPr>
          <p:spPr>
            <a:xfrm>
              <a:off x="1783910" y="2567641"/>
              <a:ext cx="476250" cy="76200"/>
            </a:xfrm>
            <a:custGeom>
              <a:avLst/>
              <a:gdLst>
                <a:gd name="connsiteX0" fmla="*/ 0 w 476250"/>
                <a:gd name="connsiteY0" fmla="*/ 0 h 76200"/>
                <a:gd name="connsiteX1" fmla="*/ 476250 w 476250"/>
                <a:gd name="connsiteY1" fmla="*/ 0 h 76200"/>
                <a:gd name="connsiteX2" fmla="*/ 476250 w 476250"/>
                <a:gd name="connsiteY2" fmla="*/ 76200 h 76200"/>
                <a:gd name="connsiteX3" fmla="*/ 0 w 47625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0" h="76200">
                  <a:moveTo>
                    <a:pt x="0" y="0"/>
                  </a:moveTo>
                  <a:lnTo>
                    <a:pt x="476250" y="0"/>
                  </a:lnTo>
                  <a:lnTo>
                    <a:pt x="4762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B474F233-F0A8-AEB8-3355-CC66E9C08727}"/>
              </a:ext>
            </a:extLst>
          </p:cNvPr>
          <p:cNvSpPr/>
          <p:nvPr/>
        </p:nvSpPr>
        <p:spPr>
          <a:xfrm>
            <a:off x="2290188" y="5795067"/>
            <a:ext cx="540368" cy="189172"/>
          </a:xfrm>
          <a:prstGeom prst="roundRect">
            <a:avLst>
              <a:gd name="adj" fmla="val 2452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127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바로 이동</a:t>
            </a: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DA63C101-CC94-D194-BCCE-62CB73B3B1FF}"/>
              </a:ext>
            </a:extLst>
          </p:cNvPr>
          <p:cNvSpPr/>
          <p:nvPr/>
        </p:nvSpPr>
        <p:spPr>
          <a:xfrm>
            <a:off x="658667" y="3037139"/>
            <a:ext cx="172995" cy="17299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8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2-1</a:t>
            </a:r>
            <a:endParaRPr kumimoji="1" lang="ko-KR" altLang="en-US" sz="8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88248BD5-6434-943D-B1FB-9B2F64DF3F35}"/>
              </a:ext>
            </a:extLst>
          </p:cNvPr>
          <p:cNvSpPr/>
          <p:nvPr/>
        </p:nvSpPr>
        <p:spPr>
          <a:xfrm>
            <a:off x="635808" y="5192429"/>
            <a:ext cx="172995" cy="17299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8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2-2</a:t>
            </a:r>
            <a:endParaRPr kumimoji="1" lang="ko-KR" altLang="en-US" sz="8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D5230420-169B-2F72-054A-E1069DFC60D4}"/>
              </a:ext>
            </a:extLst>
          </p:cNvPr>
          <p:cNvSpPr>
            <a:spLocks noChangeAspect="1"/>
          </p:cNvSpPr>
          <p:nvPr/>
        </p:nvSpPr>
        <p:spPr>
          <a:xfrm>
            <a:off x="1577471" y="1867135"/>
            <a:ext cx="252000" cy="252000"/>
          </a:xfrm>
          <a:prstGeom prst="ellipse">
            <a:avLst/>
          </a:prstGeom>
          <a:solidFill>
            <a:srgbClr val="FF0000">
              <a:alpha val="3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40" name="연결선: 꺾임 139">
            <a:extLst>
              <a:ext uri="{FF2B5EF4-FFF2-40B4-BE49-F238E27FC236}">
                <a16:creationId xmlns:a16="http://schemas.microsoft.com/office/drawing/2014/main" id="{AC924167-65C3-B77A-9097-EC8F35C1C9C6}"/>
              </a:ext>
            </a:extLst>
          </p:cNvPr>
          <p:cNvCxnSpPr>
            <a:cxnSpLocks/>
            <a:stCxn id="139" idx="6"/>
            <a:endCxn id="143" idx="1"/>
          </p:cNvCxnSpPr>
          <p:nvPr/>
        </p:nvCxnSpPr>
        <p:spPr>
          <a:xfrm>
            <a:off x="1829471" y="1993135"/>
            <a:ext cx="1435817" cy="43289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3" name="표 142">
            <a:extLst>
              <a:ext uri="{FF2B5EF4-FFF2-40B4-BE49-F238E27FC236}">
                <a16:creationId xmlns:a16="http://schemas.microsoft.com/office/drawing/2014/main" id="{5C0749D6-B937-542A-CBBE-D0EBA3D6446C}"/>
              </a:ext>
            </a:extLst>
          </p:cNvPr>
          <p:cNvGraphicFramePr>
            <a:graphicFrameLocks noGrp="1"/>
          </p:cNvGraphicFramePr>
          <p:nvPr/>
        </p:nvGraphicFramePr>
        <p:xfrm>
          <a:off x="3265288" y="2136468"/>
          <a:ext cx="319155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1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[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지금 </a:t>
                      </a:r>
                      <a:r>
                        <a:rPr kumimoji="0" lang="ko-KR" altLang="en-US" sz="800" b="1" i="0" u="none" strike="noStrike" cap="none" normalizeH="0" baseline="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커넥팅에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 있는 인원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]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참여중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/ 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사진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) 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사진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) 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사진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)…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외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x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명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참여 중인 인원이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4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명 이상일 때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5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번째 인원부터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‘+1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명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＇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처리</a:t>
                      </a:r>
                      <a:endParaRPr kumimoji="0" lang="en-US" altLang="ko-KR" sz="800" b="0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맑은 고딕" panose="020B0503020000020004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-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주최자 우선 배치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(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참여 순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)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sym typeface="맑은 고딕" panose="020B0503020000020004" pitchFamily="34" charset="-127"/>
                        </a:rPr>
                        <a:t> 후 참여순으로 배치</a:t>
                      </a:r>
                      <a:endParaRPr kumimoji="0" lang="en-US" altLang="ko-KR" sz="800" b="1" i="0" u="none" strike="noStrike" cap="none" normalizeH="0" baseline="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sym typeface="맑은 고딕" panose="020B0503020000020004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01105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29CEB8EE-D8DD-A24E-CF98-5348C34FD9EE}"/>
              </a:ext>
            </a:extLst>
          </p:cNvPr>
          <p:cNvSpPr txBox="1"/>
          <p:nvPr/>
        </p:nvSpPr>
        <p:spPr>
          <a:xfrm>
            <a:off x="658667" y="524812"/>
            <a:ext cx="110639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커넥팅 공통 표기 정보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2C8656E-F104-4369-8979-78A040F8D169}"/>
              </a:ext>
            </a:extLst>
          </p:cNvPr>
          <p:cNvSpPr txBox="1"/>
          <p:nvPr/>
        </p:nvSpPr>
        <p:spPr>
          <a:xfrm>
            <a:off x="642613" y="2760076"/>
            <a:ext cx="19255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진행 예정인 커넥팅 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(~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커넥팅 시작 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 전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7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7E3DB316-BE88-E082-7CA4-5CB864F62E9E}"/>
              </a:ext>
            </a:extLst>
          </p:cNvPr>
          <p:cNvSpPr txBox="1"/>
          <p:nvPr/>
        </p:nvSpPr>
        <p:spPr>
          <a:xfrm>
            <a:off x="597647" y="4912439"/>
            <a:ext cx="206979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진행 중인 커넥팅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(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시작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분전 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회의 종료까지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7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CC04A7-22FE-7143-856E-4A620ECA0945}"/>
              </a:ext>
            </a:extLst>
          </p:cNvPr>
          <p:cNvSpPr txBox="1"/>
          <p:nvPr/>
        </p:nvSpPr>
        <p:spPr>
          <a:xfrm>
            <a:off x="3317614" y="1661924"/>
            <a:ext cx="1721921" cy="217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ko-KR" altLang="en-US" sz="550" dirty="0">
                <a:latin typeface="나눔고딕" pitchFamily="2" charset="-127"/>
                <a:ea typeface="나눔고딕" pitchFamily="2" charset="-127"/>
              </a:rPr>
              <a:t>주최자 │홍길동</a:t>
            </a:r>
            <a:endParaRPr lang="en-US" altLang="ko-KR" sz="5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60914AEF-91EC-5770-E602-1B956774AAEE}"/>
              </a:ext>
            </a:extLst>
          </p:cNvPr>
          <p:cNvSpPr>
            <a:spLocks noChangeAspect="1"/>
          </p:cNvSpPr>
          <p:nvPr/>
        </p:nvSpPr>
        <p:spPr>
          <a:xfrm>
            <a:off x="1176696" y="1564722"/>
            <a:ext cx="252000" cy="252000"/>
          </a:xfrm>
          <a:prstGeom prst="ellipse">
            <a:avLst/>
          </a:prstGeom>
          <a:solidFill>
            <a:srgbClr val="FF0000">
              <a:alpha val="3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AF16E2E5-4EEC-6D37-62F5-3F2B7C2FB33D}"/>
              </a:ext>
            </a:extLst>
          </p:cNvPr>
          <p:cNvCxnSpPr>
            <a:cxnSpLocks/>
            <a:stCxn id="3" idx="6"/>
            <a:endCxn id="2" idx="1"/>
          </p:cNvCxnSpPr>
          <p:nvPr/>
        </p:nvCxnSpPr>
        <p:spPr>
          <a:xfrm>
            <a:off x="1428696" y="1690722"/>
            <a:ext cx="1888918" cy="7995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A006662-FB68-53F9-AD3C-071C92589B04}"/>
              </a:ext>
            </a:extLst>
          </p:cNvPr>
          <p:cNvSpPr txBox="1"/>
          <p:nvPr/>
        </p:nvSpPr>
        <p:spPr>
          <a:xfrm>
            <a:off x="3300330" y="1490306"/>
            <a:ext cx="2130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1)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주최자 추가 시 참여순서대로 정렬</a:t>
            </a:r>
            <a:b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2)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일정 글자 수 넘을 시 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‘…’ 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표시 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(UI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팀과 상의 필요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7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049BD35-553A-A635-8A64-D537B6A18490}"/>
              </a:ext>
            </a:extLst>
          </p:cNvPr>
          <p:cNvSpPr/>
          <p:nvPr/>
        </p:nvSpPr>
        <p:spPr>
          <a:xfrm>
            <a:off x="3364229" y="1380229"/>
            <a:ext cx="2226466" cy="499190"/>
          </a:xfrm>
          <a:prstGeom prst="roundRect">
            <a:avLst>
              <a:gd name="adj" fmla="val 4380"/>
            </a:avLst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09D5AB-33BA-5377-C85B-601AE739AA3D}"/>
              </a:ext>
            </a:extLst>
          </p:cNvPr>
          <p:cNvSpPr txBox="1"/>
          <p:nvPr/>
        </p:nvSpPr>
        <p:spPr>
          <a:xfrm>
            <a:off x="2860910" y="3918445"/>
            <a:ext cx="29722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1) 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커넥팅 카드 영역 내 클릭 시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회의 상세 보기로 연결</a:t>
            </a:r>
            <a:b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2) ‘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 예정인 </a:t>
            </a:r>
            <a:r>
              <a:rPr lang="ko-KR" altLang="en-US" sz="700" b="1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커넥팅에서는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상세보기 화면에서도 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 이동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＇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버튼 없음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7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9AFCA01-5561-A7C8-085B-189F0BBEAD6B}"/>
              </a:ext>
            </a:extLst>
          </p:cNvPr>
          <p:cNvSpPr>
            <a:spLocks noChangeAspect="1"/>
          </p:cNvSpPr>
          <p:nvPr/>
        </p:nvSpPr>
        <p:spPr>
          <a:xfrm>
            <a:off x="2618977" y="3902328"/>
            <a:ext cx="252000" cy="252000"/>
          </a:xfrm>
          <a:prstGeom prst="ellipse">
            <a:avLst/>
          </a:prstGeom>
          <a:solidFill>
            <a:srgbClr val="FF0000">
              <a:alpha val="3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5" name="그래픽 14" descr="커서 단색으로 채워진">
            <a:extLst>
              <a:ext uri="{FF2B5EF4-FFF2-40B4-BE49-F238E27FC236}">
                <a16:creationId xmlns:a16="http://schemas.microsoft.com/office/drawing/2014/main" id="{4A85774C-A062-CB36-0E46-FDB55B98B2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89121" y="3933749"/>
            <a:ext cx="296333" cy="296333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F2FAA33B-88F0-326C-E719-FA5E3A733289}"/>
              </a:ext>
            </a:extLst>
          </p:cNvPr>
          <p:cNvSpPr>
            <a:spLocks noChangeAspect="1"/>
          </p:cNvSpPr>
          <p:nvPr/>
        </p:nvSpPr>
        <p:spPr>
          <a:xfrm>
            <a:off x="2514208" y="5798460"/>
            <a:ext cx="252000" cy="252000"/>
          </a:xfrm>
          <a:prstGeom prst="ellipse">
            <a:avLst/>
          </a:prstGeom>
          <a:solidFill>
            <a:srgbClr val="FF0000">
              <a:alpha val="3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8" name="그래픽 17" descr="커서 단색으로 채워진">
            <a:extLst>
              <a:ext uri="{FF2B5EF4-FFF2-40B4-BE49-F238E27FC236}">
                <a16:creationId xmlns:a16="http://schemas.microsoft.com/office/drawing/2014/main" id="{DC1E9016-A50F-51A6-B430-AF742268F0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84352" y="5829881"/>
            <a:ext cx="296333" cy="296333"/>
          </a:xfrm>
          <a:prstGeom prst="rect">
            <a:avLst/>
          </a:prstGeom>
        </p:spPr>
      </p:pic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1C92193B-9211-966F-EFF7-2F8ECF3752F7}"/>
              </a:ext>
            </a:extLst>
          </p:cNvPr>
          <p:cNvGrpSpPr/>
          <p:nvPr/>
        </p:nvGrpSpPr>
        <p:grpSpPr>
          <a:xfrm>
            <a:off x="1329539" y="1792632"/>
            <a:ext cx="71317" cy="69016"/>
            <a:chOff x="1726760" y="2072341"/>
            <a:chExt cx="590550" cy="571500"/>
          </a:xfrm>
        </p:grpSpPr>
        <p:sp>
          <p:nvSpPr>
            <p:cNvPr id="172" name="자유형: 도형 171">
              <a:extLst>
                <a:ext uri="{FF2B5EF4-FFF2-40B4-BE49-F238E27FC236}">
                  <a16:creationId xmlns:a16="http://schemas.microsoft.com/office/drawing/2014/main" id="{EA93A0C8-B4FF-BF6F-131B-E2A43EEE54A9}"/>
                </a:ext>
              </a:extLst>
            </p:cNvPr>
            <p:cNvSpPr/>
            <p:nvPr/>
          </p:nvSpPr>
          <p:spPr>
            <a:xfrm>
              <a:off x="1726760" y="2072341"/>
              <a:ext cx="590550" cy="457200"/>
            </a:xfrm>
            <a:custGeom>
              <a:avLst/>
              <a:gdLst>
                <a:gd name="connsiteX0" fmla="*/ 295275 w 590550"/>
                <a:gd name="connsiteY0" fmla="*/ 0 h 457200"/>
                <a:gd name="connsiteX1" fmla="*/ 160020 w 590550"/>
                <a:gd name="connsiteY1" fmla="*/ 226695 h 457200"/>
                <a:gd name="connsiteX2" fmla="*/ 0 w 590550"/>
                <a:gd name="connsiteY2" fmla="*/ 152400 h 457200"/>
                <a:gd name="connsiteX3" fmla="*/ 57150 w 590550"/>
                <a:gd name="connsiteY3" fmla="*/ 400050 h 457200"/>
                <a:gd name="connsiteX4" fmla="*/ 57150 w 590550"/>
                <a:gd name="connsiteY4" fmla="*/ 457200 h 457200"/>
                <a:gd name="connsiteX5" fmla="*/ 533400 w 590550"/>
                <a:gd name="connsiteY5" fmla="*/ 457200 h 457200"/>
                <a:gd name="connsiteX6" fmla="*/ 533400 w 590550"/>
                <a:gd name="connsiteY6" fmla="*/ 400050 h 457200"/>
                <a:gd name="connsiteX7" fmla="*/ 590550 w 590550"/>
                <a:gd name="connsiteY7" fmla="*/ 152400 h 457200"/>
                <a:gd name="connsiteX8" fmla="*/ 430530 w 590550"/>
                <a:gd name="connsiteY8" fmla="*/ 226695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0550" h="457200">
                  <a:moveTo>
                    <a:pt x="295275" y="0"/>
                  </a:moveTo>
                  <a:lnTo>
                    <a:pt x="160020" y="226695"/>
                  </a:lnTo>
                  <a:lnTo>
                    <a:pt x="0" y="152400"/>
                  </a:lnTo>
                  <a:lnTo>
                    <a:pt x="57150" y="400050"/>
                  </a:lnTo>
                  <a:lnTo>
                    <a:pt x="57150" y="457200"/>
                  </a:lnTo>
                  <a:lnTo>
                    <a:pt x="533400" y="457200"/>
                  </a:lnTo>
                  <a:lnTo>
                    <a:pt x="533400" y="400050"/>
                  </a:lnTo>
                  <a:lnTo>
                    <a:pt x="590550" y="152400"/>
                  </a:lnTo>
                  <a:lnTo>
                    <a:pt x="430530" y="226695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3" name="자유형: 도형 172">
              <a:extLst>
                <a:ext uri="{FF2B5EF4-FFF2-40B4-BE49-F238E27FC236}">
                  <a16:creationId xmlns:a16="http://schemas.microsoft.com/office/drawing/2014/main" id="{C296DFF9-88E4-0D0D-D686-605E7BD04875}"/>
                </a:ext>
              </a:extLst>
            </p:cNvPr>
            <p:cNvSpPr/>
            <p:nvPr/>
          </p:nvSpPr>
          <p:spPr>
            <a:xfrm>
              <a:off x="1783910" y="2567641"/>
              <a:ext cx="476250" cy="76200"/>
            </a:xfrm>
            <a:custGeom>
              <a:avLst/>
              <a:gdLst>
                <a:gd name="connsiteX0" fmla="*/ 0 w 476250"/>
                <a:gd name="connsiteY0" fmla="*/ 0 h 76200"/>
                <a:gd name="connsiteX1" fmla="*/ 476250 w 476250"/>
                <a:gd name="connsiteY1" fmla="*/ 0 h 76200"/>
                <a:gd name="connsiteX2" fmla="*/ 476250 w 476250"/>
                <a:gd name="connsiteY2" fmla="*/ 76200 h 76200"/>
                <a:gd name="connsiteX3" fmla="*/ 0 w 47625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0" h="76200">
                  <a:moveTo>
                    <a:pt x="0" y="0"/>
                  </a:moveTo>
                  <a:lnTo>
                    <a:pt x="476250" y="0"/>
                  </a:lnTo>
                  <a:lnTo>
                    <a:pt x="4762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A1B179FE-87F0-60F8-A7CE-9849334463F6}"/>
              </a:ext>
            </a:extLst>
          </p:cNvPr>
          <p:cNvGrpSpPr/>
          <p:nvPr/>
        </p:nvGrpSpPr>
        <p:grpSpPr>
          <a:xfrm>
            <a:off x="1329539" y="6199693"/>
            <a:ext cx="71317" cy="69016"/>
            <a:chOff x="1726760" y="2072341"/>
            <a:chExt cx="590550" cy="571500"/>
          </a:xfrm>
        </p:grpSpPr>
        <p:sp>
          <p:nvSpPr>
            <p:cNvPr id="175" name="자유형: 도형 174">
              <a:extLst>
                <a:ext uri="{FF2B5EF4-FFF2-40B4-BE49-F238E27FC236}">
                  <a16:creationId xmlns:a16="http://schemas.microsoft.com/office/drawing/2014/main" id="{4E77340B-6074-EF68-772D-6F2DFB37BA72}"/>
                </a:ext>
              </a:extLst>
            </p:cNvPr>
            <p:cNvSpPr/>
            <p:nvPr/>
          </p:nvSpPr>
          <p:spPr>
            <a:xfrm>
              <a:off x="1726760" y="2072341"/>
              <a:ext cx="590550" cy="457200"/>
            </a:xfrm>
            <a:custGeom>
              <a:avLst/>
              <a:gdLst>
                <a:gd name="connsiteX0" fmla="*/ 295275 w 590550"/>
                <a:gd name="connsiteY0" fmla="*/ 0 h 457200"/>
                <a:gd name="connsiteX1" fmla="*/ 160020 w 590550"/>
                <a:gd name="connsiteY1" fmla="*/ 226695 h 457200"/>
                <a:gd name="connsiteX2" fmla="*/ 0 w 590550"/>
                <a:gd name="connsiteY2" fmla="*/ 152400 h 457200"/>
                <a:gd name="connsiteX3" fmla="*/ 57150 w 590550"/>
                <a:gd name="connsiteY3" fmla="*/ 400050 h 457200"/>
                <a:gd name="connsiteX4" fmla="*/ 57150 w 590550"/>
                <a:gd name="connsiteY4" fmla="*/ 457200 h 457200"/>
                <a:gd name="connsiteX5" fmla="*/ 533400 w 590550"/>
                <a:gd name="connsiteY5" fmla="*/ 457200 h 457200"/>
                <a:gd name="connsiteX6" fmla="*/ 533400 w 590550"/>
                <a:gd name="connsiteY6" fmla="*/ 400050 h 457200"/>
                <a:gd name="connsiteX7" fmla="*/ 590550 w 590550"/>
                <a:gd name="connsiteY7" fmla="*/ 152400 h 457200"/>
                <a:gd name="connsiteX8" fmla="*/ 430530 w 590550"/>
                <a:gd name="connsiteY8" fmla="*/ 226695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0550" h="457200">
                  <a:moveTo>
                    <a:pt x="295275" y="0"/>
                  </a:moveTo>
                  <a:lnTo>
                    <a:pt x="160020" y="226695"/>
                  </a:lnTo>
                  <a:lnTo>
                    <a:pt x="0" y="152400"/>
                  </a:lnTo>
                  <a:lnTo>
                    <a:pt x="57150" y="400050"/>
                  </a:lnTo>
                  <a:lnTo>
                    <a:pt x="57150" y="457200"/>
                  </a:lnTo>
                  <a:lnTo>
                    <a:pt x="533400" y="457200"/>
                  </a:lnTo>
                  <a:lnTo>
                    <a:pt x="533400" y="400050"/>
                  </a:lnTo>
                  <a:lnTo>
                    <a:pt x="590550" y="152400"/>
                  </a:lnTo>
                  <a:lnTo>
                    <a:pt x="430530" y="226695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6" name="자유형: 도형 175">
              <a:extLst>
                <a:ext uri="{FF2B5EF4-FFF2-40B4-BE49-F238E27FC236}">
                  <a16:creationId xmlns:a16="http://schemas.microsoft.com/office/drawing/2014/main" id="{7AFF028E-6DB6-A0EC-8500-493A68D63732}"/>
                </a:ext>
              </a:extLst>
            </p:cNvPr>
            <p:cNvSpPr/>
            <p:nvPr/>
          </p:nvSpPr>
          <p:spPr>
            <a:xfrm>
              <a:off x="1783910" y="2567641"/>
              <a:ext cx="476250" cy="76200"/>
            </a:xfrm>
            <a:custGeom>
              <a:avLst/>
              <a:gdLst>
                <a:gd name="connsiteX0" fmla="*/ 0 w 476250"/>
                <a:gd name="connsiteY0" fmla="*/ 0 h 76200"/>
                <a:gd name="connsiteX1" fmla="*/ 476250 w 476250"/>
                <a:gd name="connsiteY1" fmla="*/ 0 h 76200"/>
                <a:gd name="connsiteX2" fmla="*/ 476250 w 476250"/>
                <a:gd name="connsiteY2" fmla="*/ 76200 h 76200"/>
                <a:gd name="connsiteX3" fmla="*/ 0 w 47625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0" h="76200">
                  <a:moveTo>
                    <a:pt x="0" y="0"/>
                  </a:moveTo>
                  <a:lnTo>
                    <a:pt x="476250" y="0"/>
                  </a:lnTo>
                  <a:lnTo>
                    <a:pt x="4762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2D70277-54C9-D9F5-1ACB-BC4F85012C50}"/>
              </a:ext>
            </a:extLst>
          </p:cNvPr>
          <p:cNvSpPr/>
          <p:nvPr/>
        </p:nvSpPr>
        <p:spPr>
          <a:xfrm>
            <a:off x="6988709" y="1206594"/>
            <a:ext cx="672903" cy="214313"/>
          </a:xfrm>
          <a:prstGeom prst="roundRect">
            <a:avLst>
              <a:gd name="adj" fmla="val 2452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취소됨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9297829-F6B3-588F-C25E-77C19A139EB8}"/>
              </a:ext>
            </a:extLst>
          </p:cNvPr>
          <p:cNvSpPr/>
          <p:nvPr/>
        </p:nvSpPr>
        <p:spPr>
          <a:xfrm>
            <a:off x="6988709" y="1488589"/>
            <a:ext cx="1102539" cy="214313"/>
          </a:xfrm>
          <a:prstGeom prst="roundRect">
            <a:avLst>
              <a:gd name="adj" fmla="val 2452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잠시 후 시작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D3C0B1A-0DCF-79E9-6FE7-92016732600A}"/>
              </a:ext>
            </a:extLst>
          </p:cNvPr>
          <p:cNvSpPr/>
          <p:nvPr/>
        </p:nvSpPr>
        <p:spPr>
          <a:xfrm>
            <a:off x="6988709" y="1744833"/>
            <a:ext cx="1102539" cy="214313"/>
          </a:xfrm>
          <a:prstGeom prst="roundRect">
            <a:avLst>
              <a:gd name="adj" fmla="val 2452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N</a:t>
            </a:r>
            <a:r>
              <a:rPr lang="ko-KR" altLang="en-US" sz="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분 후 시작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E9855712-A66B-1EB7-197C-DBFD31D3A16E}"/>
              </a:ext>
            </a:extLst>
          </p:cNvPr>
          <p:cNvSpPr/>
          <p:nvPr/>
        </p:nvSpPr>
        <p:spPr>
          <a:xfrm>
            <a:off x="6988709" y="2001077"/>
            <a:ext cx="1102539" cy="214313"/>
          </a:xfrm>
          <a:prstGeom prst="roundRect">
            <a:avLst>
              <a:gd name="adj" fmla="val 2452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참여대기 중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2217AEF2-6111-AEBB-FDDF-558129AD46E2}"/>
              </a:ext>
            </a:extLst>
          </p:cNvPr>
          <p:cNvSpPr/>
          <p:nvPr/>
        </p:nvSpPr>
        <p:spPr>
          <a:xfrm>
            <a:off x="6988709" y="2257321"/>
            <a:ext cx="1102539" cy="214313"/>
          </a:xfrm>
          <a:prstGeom prst="roundRect">
            <a:avLst>
              <a:gd name="adj" fmla="val 2452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진행 중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F786860-695A-B735-D503-DF4720C0D982}"/>
              </a:ext>
            </a:extLst>
          </p:cNvPr>
          <p:cNvSpPr txBox="1"/>
          <p:nvPr/>
        </p:nvSpPr>
        <p:spPr>
          <a:xfrm>
            <a:off x="6882518" y="856294"/>
            <a:ext cx="145584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커넥팅 카드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내 상태 </a:t>
            </a:r>
            <a:r>
              <a:rPr lang="ko-KR" altLang="en-US" sz="700" b="1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태크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목록</a:t>
            </a:r>
          </a:p>
        </p:txBody>
      </p: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EDA5C408-2FD5-E5B5-7108-8A6A3C9EE17D}"/>
              </a:ext>
            </a:extLst>
          </p:cNvPr>
          <p:cNvCxnSpPr>
            <a:cxnSpLocks/>
            <a:stCxn id="61" idx="6"/>
            <a:endCxn id="60" idx="1"/>
          </p:cNvCxnSpPr>
          <p:nvPr/>
        </p:nvCxnSpPr>
        <p:spPr>
          <a:xfrm>
            <a:off x="1201728" y="902795"/>
            <a:ext cx="5518373" cy="85274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D2E6A647-829C-5525-68A3-319BF2AC1DDB}"/>
              </a:ext>
            </a:extLst>
          </p:cNvPr>
          <p:cNvSpPr/>
          <p:nvPr/>
        </p:nvSpPr>
        <p:spPr>
          <a:xfrm>
            <a:off x="847239" y="872024"/>
            <a:ext cx="439277" cy="120742"/>
          </a:xfrm>
          <a:prstGeom prst="roundRect">
            <a:avLst>
              <a:gd name="adj" fmla="val 24525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취소됨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785088F4-0AF1-80B9-3B39-7EFF7A52EDA0}"/>
              </a:ext>
            </a:extLst>
          </p:cNvPr>
          <p:cNvSpPr/>
          <p:nvPr/>
        </p:nvSpPr>
        <p:spPr>
          <a:xfrm>
            <a:off x="691574" y="970587"/>
            <a:ext cx="172995" cy="17299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8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1-1</a:t>
            </a:r>
            <a:endParaRPr kumimoji="1" lang="ko-KR" altLang="en-US" sz="8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E04DC54C-7C92-A0E8-A65D-CDEAE9141EA1}"/>
              </a:ext>
            </a:extLst>
          </p:cNvPr>
          <p:cNvSpPr>
            <a:spLocks noChangeAspect="1"/>
          </p:cNvSpPr>
          <p:nvPr/>
        </p:nvSpPr>
        <p:spPr>
          <a:xfrm>
            <a:off x="949728" y="776795"/>
            <a:ext cx="252000" cy="252000"/>
          </a:xfrm>
          <a:prstGeom prst="ellipse">
            <a:avLst/>
          </a:prstGeom>
          <a:solidFill>
            <a:srgbClr val="FF0000">
              <a:alpha val="3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26B807A0-1A3A-1D52-8148-22E2281930EC}"/>
              </a:ext>
            </a:extLst>
          </p:cNvPr>
          <p:cNvSpPr/>
          <p:nvPr/>
        </p:nvSpPr>
        <p:spPr>
          <a:xfrm>
            <a:off x="6393623" y="1418519"/>
            <a:ext cx="172995" cy="17299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ko-KR" sz="8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1-7</a:t>
            </a:r>
            <a:endParaRPr kumimoji="1" lang="ko-KR" altLang="en-US" sz="8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833F2F55-43B7-BBBD-7993-12C2A8F15349}"/>
              </a:ext>
            </a:extLst>
          </p:cNvPr>
          <p:cNvSpPr/>
          <p:nvPr/>
        </p:nvSpPr>
        <p:spPr>
          <a:xfrm>
            <a:off x="891828" y="3047208"/>
            <a:ext cx="612272" cy="120863"/>
          </a:xfrm>
          <a:prstGeom prst="roundRect">
            <a:avLst>
              <a:gd name="adj" fmla="val 24525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39</a:t>
            </a:r>
            <a:r>
              <a:rPr lang="ko-KR" altLang="en-US" sz="5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분 후 시작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94F0F117-7178-427C-277C-76F7C9ED1ACB}"/>
              </a:ext>
            </a:extLst>
          </p:cNvPr>
          <p:cNvSpPr/>
          <p:nvPr/>
        </p:nvSpPr>
        <p:spPr>
          <a:xfrm>
            <a:off x="864569" y="5255121"/>
            <a:ext cx="612272" cy="120863"/>
          </a:xfrm>
          <a:prstGeom prst="roundRect">
            <a:avLst>
              <a:gd name="adj" fmla="val 24525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잠시 후 시작</a:t>
            </a:r>
          </a:p>
        </p:txBody>
      </p:sp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771F6F0B-EBF4-E2E1-DCDA-74D8CB549F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715" y="4689683"/>
            <a:ext cx="2745117" cy="1559726"/>
          </a:xfrm>
          <a:prstGeom prst="rect">
            <a:avLst/>
          </a:prstGeom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B967F6A-F8BD-69CC-7675-8C63E0F270BE}"/>
              </a:ext>
            </a:extLst>
          </p:cNvPr>
          <p:cNvSpPr/>
          <p:nvPr/>
        </p:nvSpPr>
        <p:spPr>
          <a:xfrm>
            <a:off x="6975966" y="2510946"/>
            <a:ext cx="1102539" cy="214313"/>
          </a:xfrm>
          <a:prstGeom prst="roundRect">
            <a:avLst>
              <a:gd name="adj" fmla="val 24525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N</a:t>
            </a:r>
            <a:r>
              <a:rPr lang="ko-KR" altLang="en-US" sz="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시간 이후 시작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CDB13D2-FB84-1596-C9FC-3F24C7AFE46C}"/>
              </a:ext>
            </a:extLst>
          </p:cNvPr>
          <p:cNvSpPr/>
          <p:nvPr/>
        </p:nvSpPr>
        <p:spPr bwMode="auto">
          <a:xfrm>
            <a:off x="4194546" y="3012468"/>
            <a:ext cx="1347777" cy="822445"/>
          </a:xfrm>
          <a:prstGeom prst="rect">
            <a:avLst/>
          </a:prstGeom>
          <a:solidFill>
            <a:schemeClr val="bg1"/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57A93CC-4D82-0AAE-85EA-C75267A9AA2A}"/>
              </a:ext>
            </a:extLst>
          </p:cNvPr>
          <p:cNvSpPr/>
          <p:nvPr/>
        </p:nvSpPr>
        <p:spPr bwMode="auto">
          <a:xfrm>
            <a:off x="4194546" y="3019714"/>
            <a:ext cx="1347777" cy="23365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23B95B-3018-865A-9F0E-D091E71525DD}"/>
              </a:ext>
            </a:extLst>
          </p:cNvPr>
          <p:cNvSpPr txBox="1"/>
          <p:nvPr/>
        </p:nvSpPr>
        <p:spPr>
          <a:xfrm>
            <a:off x="4695338" y="3045134"/>
            <a:ext cx="3545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알림</a:t>
            </a:r>
            <a:endParaRPr lang="en-US" altLang="ko-KR" sz="7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D653B8-B64A-462A-BCB7-7BC260EE991C}"/>
              </a:ext>
            </a:extLst>
          </p:cNvPr>
          <p:cNvSpPr txBox="1"/>
          <p:nvPr/>
        </p:nvSpPr>
        <p:spPr>
          <a:xfrm>
            <a:off x="4032587" y="3359474"/>
            <a:ext cx="189504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 커넥팅 상세보기 화면으로 </a:t>
            </a:r>
            <a:r>
              <a:rPr lang="ko-KR" altLang="en-US" sz="600" b="1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이동하시겠습니까</a:t>
            </a:r>
            <a:r>
              <a:rPr lang="en-US" altLang="ko-KR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5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BE7A2337-2B63-1F4C-5ABF-32AB119310F4}"/>
              </a:ext>
            </a:extLst>
          </p:cNvPr>
          <p:cNvSpPr/>
          <p:nvPr/>
        </p:nvSpPr>
        <p:spPr bwMode="auto">
          <a:xfrm>
            <a:off x="4556595" y="3614863"/>
            <a:ext cx="256934" cy="15584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 sz="400" dirty="0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B5F9F2A-A713-664A-D99D-B980A133813F}"/>
              </a:ext>
            </a:extLst>
          </p:cNvPr>
          <p:cNvSpPr txBox="1"/>
          <p:nvPr/>
        </p:nvSpPr>
        <p:spPr>
          <a:xfrm>
            <a:off x="4484526" y="3598084"/>
            <a:ext cx="40107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b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아니요</a:t>
            </a:r>
            <a:endParaRPr lang="ko-KR" altLang="en-US" sz="6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5311194E-654B-9A6B-1C0D-C95F5EE153B2}"/>
              </a:ext>
            </a:extLst>
          </p:cNvPr>
          <p:cNvSpPr/>
          <p:nvPr/>
        </p:nvSpPr>
        <p:spPr bwMode="auto">
          <a:xfrm>
            <a:off x="4902191" y="3614722"/>
            <a:ext cx="256934" cy="155847"/>
          </a:xfrm>
          <a:prstGeom prst="roundRect">
            <a:avLst/>
          </a:prstGeom>
          <a:solidFill>
            <a:schemeClr val="bg1"/>
          </a:solidFill>
          <a:ln w="635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 sz="400" dirty="0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2DF02CA-E830-F637-C175-6B414F8EFF8E}"/>
              </a:ext>
            </a:extLst>
          </p:cNvPr>
          <p:cNvSpPr txBox="1"/>
          <p:nvPr/>
        </p:nvSpPr>
        <p:spPr>
          <a:xfrm>
            <a:off x="4875035" y="3596779"/>
            <a:ext cx="25680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6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</a:p>
        </p:txBody>
      </p: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466FC992-6698-5D18-0E2A-B21FAF90316D}"/>
              </a:ext>
            </a:extLst>
          </p:cNvPr>
          <p:cNvCxnSpPr>
            <a:cxnSpLocks/>
            <a:stCxn id="14" idx="0"/>
            <a:endCxn id="43" idx="1"/>
          </p:cNvCxnSpPr>
          <p:nvPr/>
        </p:nvCxnSpPr>
        <p:spPr>
          <a:xfrm rot="5400000" flipH="1" flipV="1">
            <a:off x="3086868" y="2794651"/>
            <a:ext cx="765787" cy="144956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DF1720D5-9E52-1F21-EFC7-75DC6A9CA89B}"/>
              </a:ext>
            </a:extLst>
          </p:cNvPr>
          <p:cNvSpPr txBox="1"/>
          <p:nvPr/>
        </p:nvSpPr>
        <p:spPr>
          <a:xfrm>
            <a:off x="3227402" y="6021039"/>
            <a:ext cx="246413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대역폭 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시</a:t>
            </a:r>
            <a:b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1)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 사용량이 많아 사용이 불가능합니다</a:t>
            </a:r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.’ 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토스트 메시지</a:t>
            </a:r>
            <a:endParaRPr lang="en-US" altLang="ko-KR" sz="700" b="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2) </a:t>
            </a:r>
            <a:r>
              <a:rPr lang="ko-KR" altLang="en-US" sz="700" b="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입장 불가능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1A82CDE-3C79-5FF4-6F04-DDFF4097DC6B}"/>
              </a:ext>
            </a:extLst>
          </p:cNvPr>
          <p:cNvGrpSpPr/>
          <p:nvPr/>
        </p:nvGrpSpPr>
        <p:grpSpPr>
          <a:xfrm>
            <a:off x="5291756" y="3037139"/>
            <a:ext cx="181315" cy="200055"/>
            <a:chOff x="8600960" y="4707938"/>
            <a:chExt cx="181315" cy="200055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6119B1C-6B46-B126-045A-D4A773254C83}"/>
                </a:ext>
              </a:extLst>
            </p:cNvPr>
            <p:cNvSpPr/>
            <p:nvPr/>
          </p:nvSpPr>
          <p:spPr>
            <a:xfrm>
              <a:off x="8647620" y="4740637"/>
              <a:ext cx="134655" cy="13465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57157B0-2659-EB4F-2A1D-A895321E9680}"/>
                </a:ext>
              </a:extLst>
            </p:cNvPr>
            <p:cNvSpPr txBox="1"/>
            <p:nvPr/>
          </p:nvSpPr>
          <p:spPr>
            <a:xfrm>
              <a:off x="8600960" y="4707938"/>
              <a:ext cx="18131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/>
                <a:t>X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20728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2951</Words>
  <Application>Microsoft Office PowerPoint</Application>
  <PresentationFormat>와이드스크린</PresentationFormat>
  <Paragraphs>510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나눔고딕</vt:lpstr>
      <vt:lpstr>나눔스퀘어_ac</vt:lpstr>
      <vt:lpstr>맑은 고딕</vt:lpstr>
      <vt:lpstr>Arial</vt:lpstr>
      <vt:lpstr>NanumBarunGothic</vt:lpstr>
      <vt:lpstr>Segoe UI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5dt025</dc:creator>
  <cp:lastModifiedBy>seungjune shin</cp:lastModifiedBy>
  <cp:revision>2</cp:revision>
  <dcterms:created xsi:type="dcterms:W3CDTF">2026-07-24T11:07:44Z</dcterms:created>
  <dcterms:modified xsi:type="dcterms:W3CDTF">2026-09-07T06:04:23Z</dcterms:modified>
</cp:coreProperties>
</file>