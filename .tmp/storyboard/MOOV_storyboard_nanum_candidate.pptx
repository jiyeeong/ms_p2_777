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1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12192000" cy="6858000"/>
  <p:notesSz cx="6858000" cy="9144000"/>
  <p:embeddedFontLst>
    <p:embeddedFont>
      <p:font typeface="나눔고딕" panose="020D0604000000000000" pitchFamily="50" charset="-127"/>
      <p:regular r:id="rId18"/>
      <p:bold r:id="rId19"/>
    </p:embeddedFont>
    <p:embeddedFont>
      <p:font typeface="나눔고딕" panose="020B0503020000020004" pitchFamily="50" charset="-127"/>
      <p:regular r:id="rId20"/>
      <p:bold r:id="rId21"/>
    </p:embeddedFont>
  </p:embeddedFontLst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14" autoAdjust="0"/>
    <p:restoredTop sz="94660"/>
  </p:normalViewPr>
  <p:slideViewPr>
    <p:cSldViewPr snapToGrid="0">
      <p:cViewPr varScale="1">
        <p:scale>
          <a:sx n="150" d="100"/>
          <a:sy n="150" d="100"/>
        </p:scale>
        <p:origin x="624" y="12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1.fntdata"/><Relationship Id="rId3" Type="http://schemas.openxmlformats.org/officeDocument/2006/relationships/slide" Target="slides/slide2.xml"/><Relationship Id="rId21" Type="http://schemas.openxmlformats.org/officeDocument/2006/relationships/font" Target="fonts/font4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3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font" Target="fonts/font2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36E96F4-7D60-4C17-9555-72A17846F4C9}" type="datetimeFigureOut">
              <a:rPr lang="ko-KR" altLang="en-US" smtClean="0"/>
              <a:t>2026-09-26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675E68C-46A3-43C5-A7DC-C1FFB6CFEBB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5957606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15F13F4-FCEA-C20F-14C4-051DCF522D7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>
                <a:latin typeface="나눔고딕" panose="020D0604000000000000" pitchFamily="50" charset="-127"/>
                <a:ea typeface="나눔고딕" panose="020D0604000000000000" pitchFamily="50" charset="-127"/>
              </a:defRPr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9CAD6DA9-2E34-7414-B472-6766FCD58A7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>
                <a:latin typeface="나눔고딕" panose="020D0604000000000000" pitchFamily="50" charset="-127"/>
                <a:ea typeface="나눔고딕" panose="020D0604000000000000" pitchFamily="50" charset="-127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725AD8C5-4C2A-D6FD-85EF-AB5258E84A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나눔고딕" panose="020D0604000000000000" pitchFamily="50" charset="-127"/>
                <a:ea typeface="나눔고딕" panose="020D0604000000000000" pitchFamily="50" charset="-127"/>
              </a:defRPr>
            </a:lvl1pPr>
          </a:lstStyle>
          <a:p>
            <a:fld id="{127C9BFA-6B09-41AB-B688-F163F7E4E5C9}" type="datetimeFigureOut">
              <a:rPr lang="ko-KR" altLang="en-US" smtClean="0"/>
              <a:pPr/>
              <a:t>2026-09-26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4C634F8C-5040-57BB-D925-03DE794374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D477D847-77D8-AD93-7810-A19D13D36F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나눔고딕" panose="020D0604000000000000" pitchFamily="50" charset="-127"/>
                <a:ea typeface="나눔고딕" panose="020D0604000000000000" pitchFamily="50" charset="-127"/>
              </a:defRPr>
            </a:lvl1pPr>
          </a:lstStyle>
          <a:p>
            <a:fld id="{AA7295D8-8DB6-4ADD-AC86-4D4D80106F1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168167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528DC66-845D-6D0B-39DE-FA013C546D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나눔고딕" panose="020D0604000000000000" pitchFamily="50" charset="-127"/>
                <a:ea typeface="나눔고딕" panose="020D0604000000000000" pitchFamily="50" charset="-127"/>
              </a:defRPr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54DFECD5-44F0-BD13-D908-518DA8EE2FC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>
                <a:latin typeface="나눔고딕" panose="020D0604000000000000" pitchFamily="50" charset="-127"/>
                <a:ea typeface="나눔고딕" panose="020D0604000000000000" pitchFamily="50" charset="-127"/>
              </a:defRPr>
            </a:lvl1pPr>
            <a:lvl2pPr>
              <a:defRPr>
                <a:latin typeface="나눔고딕" panose="020D0604000000000000" pitchFamily="50" charset="-127"/>
                <a:ea typeface="나눔고딕" panose="020D0604000000000000" pitchFamily="50" charset="-127"/>
              </a:defRPr>
            </a:lvl2pPr>
            <a:lvl3pPr>
              <a:defRPr>
                <a:latin typeface="나눔고딕" panose="020D0604000000000000" pitchFamily="50" charset="-127"/>
                <a:ea typeface="나눔고딕" panose="020D0604000000000000" pitchFamily="50" charset="-127"/>
              </a:defRPr>
            </a:lvl3pPr>
            <a:lvl4pPr>
              <a:defRPr>
                <a:latin typeface="나눔고딕" panose="020D0604000000000000" pitchFamily="50" charset="-127"/>
                <a:ea typeface="나눔고딕" panose="020D0604000000000000" pitchFamily="50" charset="-127"/>
              </a:defRPr>
            </a:lvl4pPr>
            <a:lvl5pPr>
              <a:defRPr>
                <a:latin typeface="나눔고딕" panose="020D0604000000000000" pitchFamily="50" charset="-127"/>
                <a:ea typeface="나눔고딕" panose="020D0604000000000000" pitchFamily="50" charset="-127"/>
              </a:defRPr>
            </a:lvl5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98A5D08B-3285-4E65-ED51-EABEB663B0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나눔고딕" panose="020D0604000000000000" pitchFamily="50" charset="-127"/>
                <a:ea typeface="나눔고딕" panose="020D0604000000000000" pitchFamily="50" charset="-127"/>
              </a:defRPr>
            </a:lvl1pPr>
          </a:lstStyle>
          <a:p>
            <a:fld id="{127C9BFA-6B09-41AB-B688-F163F7E4E5C9}" type="datetimeFigureOut">
              <a:rPr lang="ko-KR" altLang="en-US" smtClean="0"/>
              <a:pPr/>
              <a:t>2026-09-26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BC51BAEB-34A3-3D49-4724-B5209D75D4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6401D06-9174-A819-48D6-99F169C9EA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나눔고딕" panose="020D0604000000000000" pitchFamily="50" charset="-127"/>
                <a:ea typeface="나눔고딕" panose="020D0604000000000000" pitchFamily="50" charset="-127"/>
              </a:defRPr>
            </a:lvl1pPr>
          </a:lstStyle>
          <a:p>
            <a:fld id="{AA7295D8-8DB6-4ADD-AC86-4D4D80106F1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75283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CF4CFFA-58CB-B8C8-570A-AF41814C56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>
                <a:latin typeface="나눔고딕" panose="020D0604000000000000" pitchFamily="50" charset="-127"/>
                <a:ea typeface="나눔고딕" panose="020D0604000000000000" pitchFamily="50" charset="-127"/>
              </a:defRPr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8DAF33FE-8423-1754-6E40-D94BF25C441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AACC22A-DF97-DC72-CB3B-8B3E1EABEB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나눔고딕" panose="020D0604000000000000" pitchFamily="50" charset="-127"/>
                <a:ea typeface="나눔고딕" panose="020D0604000000000000" pitchFamily="50" charset="-127"/>
              </a:defRPr>
            </a:lvl1pPr>
          </a:lstStyle>
          <a:p>
            <a:fld id="{127C9BFA-6B09-41AB-B688-F163F7E4E5C9}" type="datetimeFigureOut">
              <a:rPr lang="ko-KR" altLang="en-US" smtClean="0"/>
              <a:pPr/>
              <a:t>2026-09-26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F8A84F09-6D61-42FF-E2F7-B6B91D3A7F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D8C47531-5864-30CC-08BA-6651C39486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나눔고딕" panose="020D0604000000000000" pitchFamily="50" charset="-127"/>
                <a:ea typeface="나눔고딕" panose="020D0604000000000000" pitchFamily="50" charset="-127"/>
              </a:defRPr>
            </a:lvl1pPr>
          </a:lstStyle>
          <a:p>
            <a:fld id="{AA7295D8-8DB6-4ADD-AC86-4D4D80106F1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8505798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D436FD3-5CE2-ECF3-BF32-9860EAA36E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나눔고딕" panose="020D0604000000000000" pitchFamily="50" charset="-127"/>
                <a:ea typeface="나눔고딕" panose="020D0604000000000000" pitchFamily="50" charset="-127"/>
              </a:defRPr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02401EC-820D-338A-BAF3-F60A262E63A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>
            <a:lvl1pPr>
              <a:defRPr>
                <a:latin typeface="나눔고딕" panose="020D0604000000000000" pitchFamily="50" charset="-127"/>
                <a:ea typeface="나눔고딕" panose="020D0604000000000000" pitchFamily="50" charset="-127"/>
              </a:defRPr>
            </a:lvl1pPr>
            <a:lvl2pPr>
              <a:defRPr>
                <a:latin typeface="나눔고딕" panose="020D0604000000000000" pitchFamily="50" charset="-127"/>
                <a:ea typeface="나눔고딕" panose="020D0604000000000000" pitchFamily="50" charset="-127"/>
              </a:defRPr>
            </a:lvl2pPr>
            <a:lvl3pPr>
              <a:defRPr>
                <a:latin typeface="나눔고딕" panose="020D0604000000000000" pitchFamily="50" charset="-127"/>
                <a:ea typeface="나눔고딕" panose="020D0604000000000000" pitchFamily="50" charset="-127"/>
              </a:defRPr>
            </a:lvl3pPr>
            <a:lvl4pPr>
              <a:defRPr>
                <a:latin typeface="나눔고딕" panose="020D0604000000000000" pitchFamily="50" charset="-127"/>
                <a:ea typeface="나눔고딕" panose="020D0604000000000000" pitchFamily="50" charset="-127"/>
              </a:defRPr>
            </a:lvl4pPr>
            <a:lvl5pPr>
              <a:defRPr>
                <a:latin typeface="나눔고딕" panose="020D0604000000000000" pitchFamily="50" charset="-127"/>
                <a:ea typeface="나눔고딕" panose="020D0604000000000000" pitchFamily="50" charset="-127"/>
              </a:defRPr>
            </a:lvl5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D59CC06A-0FA1-3FE2-8635-01E7775ACE4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>
            <a:lvl1pPr>
              <a:defRPr>
                <a:latin typeface="나눔고딕" panose="020D0604000000000000" pitchFamily="50" charset="-127"/>
                <a:ea typeface="나눔고딕" panose="020D0604000000000000" pitchFamily="50" charset="-127"/>
              </a:defRPr>
            </a:lvl1pPr>
            <a:lvl2pPr>
              <a:defRPr>
                <a:latin typeface="나눔고딕" panose="020D0604000000000000" pitchFamily="50" charset="-127"/>
                <a:ea typeface="나눔고딕" panose="020D0604000000000000" pitchFamily="50" charset="-127"/>
              </a:defRPr>
            </a:lvl2pPr>
            <a:lvl3pPr>
              <a:defRPr>
                <a:latin typeface="나눔고딕" panose="020D0604000000000000" pitchFamily="50" charset="-127"/>
                <a:ea typeface="나눔고딕" panose="020D0604000000000000" pitchFamily="50" charset="-127"/>
              </a:defRPr>
            </a:lvl3pPr>
            <a:lvl4pPr>
              <a:defRPr>
                <a:latin typeface="나눔고딕" panose="020D0604000000000000" pitchFamily="50" charset="-127"/>
                <a:ea typeface="나눔고딕" panose="020D0604000000000000" pitchFamily="50" charset="-127"/>
              </a:defRPr>
            </a:lvl4pPr>
            <a:lvl5pPr>
              <a:defRPr>
                <a:latin typeface="나눔고딕" panose="020D0604000000000000" pitchFamily="50" charset="-127"/>
                <a:ea typeface="나눔고딕" panose="020D0604000000000000" pitchFamily="50" charset="-127"/>
              </a:defRPr>
            </a:lvl5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D73B1C8F-6383-1B4C-0C10-1FD5121BD3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나눔고딕" panose="020D0604000000000000" pitchFamily="50" charset="-127"/>
                <a:ea typeface="나눔고딕" panose="020D0604000000000000" pitchFamily="50" charset="-127"/>
              </a:defRPr>
            </a:lvl1pPr>
          </a:lstStyle>
          <a:p>
            <a:fld id="{127C9BFA-6B09-41AB-B688-F163F7E4E5C9}" type="datetimeFigureOut">
              <a:rPr lang="ko-KR" altLang="en-US" smtClean="0"/>
              <a:pPr/>
              <a:t>2026-09-26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1F0BF4C0-B7AC-1B0D-308A-A7DDDDFC8F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0B2BC56F-1536-26EE-E95A-C66189BFAA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나눔고딕" panose="020D0604000000000000" pitchFamily="50" charset="-127"/>
                <a:ea typeface="나눔고딕" panose="020D0604000000000000" pitchFamily="50" charset="-127"/>
              </a:defRPr>
            </a:lvl1pPr>
          </a:lstStyle>
          <a:p>
            <a:fld id="{AA7295D8-8DB6-4ADD-AC86-4D4D80106F1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0381454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5E82D4D-EF0C-31BA-B02E-4D4DDF9AB3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>
            <a:lvl1pPr>
              <a:defRPr>
                <a:latin typeface="나눔고딕" panose="020D0604000000000000" pitchFamily="50" charset="-127"/>
                <a:ea typeface="나눔고딕" panose="020D0604000000000000" pitchFamily="50" charset="-127"/>
              </a:defRPr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FD1A30AC-C7ED-C591-986E-51FDFCCF065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>
                <a:latin typeface="나눔고딕" panose="020D0604000000000000" pitchFamily="50" charset="-127"/>
                <a:ea typeface="나눔고딕" panose="020D0604000000000000" pitchFamily="50" charset="-127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A5BD0256-862D-9CAD-6CED-93E0D84BAF7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>
            <a:lvl1pPr>
              <a:defRPr>
                <a:latin typeface="나눔고딕" panose="020D0604000000000000" pitchFamily="50" charset="-127"/>
                <a:ea typeface="나눔고딕" panose="020D0604000000000000" pitchFamily="50" charset="-127"/>
              </a:defRPr>
            </a:lvl1pPr>
            <a:lvl2pPr>
              <a:defRPr>
                <a:latin typeface="나눔고딕" panose="020D0604000000000000" pitchFamily="50" charset="-127"/>
                <a:ea typeface="나눔고딕" panose="020D0604000000000000" pitchFamily="50" charset="-127"/>
              </a:defRPr>
            </a:lvl2pPr>
            <a:lvl3pPr>
              <a:defRPr>
                <a:latin typeface="나눔고딕" panose="020D0604000000000000" pitchFamily="50" charset="-127"/>
                <a:ea typeface="나눔고딕" panose="020D0604000000000000" pitchFamily="50" charset="-127"/>
              </a:defRPr>
            </a:lvl3pPr>
            <a:lvl4pPr>
              <a:defRPr>
                <a:latin typeface="나눔고딕" panose="020D0604000000000000" pitchFamily="50" charset="-127"/>
                <a:ea typeface="나눔고딕" panose="020D0604000000000000" pitchFamily="50" charset="-127"/>
              </a:defRPr>
            </a:lvl4pPr>
            <a:lvl5pPr>
              <a:defRPr>
                <a:latin typeface="나눔고딕" panose="020D0604000000000000" pitchFamily="50" charset="-127"/>
                <a:ea typeface="나눔고딕" panose="020D0604000000000000" pitchFamily="50" charset="-127"/>
              </a:defRPr>
            </a:lvl5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2D501228-6669-3B97-8DCA-85D87424EDC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>
                <a:latin typeface="나눔고딕" panose="020D0604000000000000" pitchFamily="50" charset="-127"/>
                <a:ea typeface="나눔고딕" panose="020D0604000000000000" pitchFamily="50" charset="-127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7EDA57FE-7152-FC8E-E36A-E60C1DC1F63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>
            <a:lvl1pPr>
              <a:defRPr>
                <a:latin typeface="나눔고딕" panose="020D0604000000000000" pitchFamily="50" charset="-127"/>
                <a:ea typeface="나눔고딕" panose="020D0604000000000000" pitchFamily="50" charset="-127"/>
              </a:defRPr>
            </a:lvl1pPr>
            <a:lvl2pPr>
              <a:defRPr>
                <a:latin typeface="나눔고딕" panose="020D0604000000000000" pitchFamily="50" charset="-127"/>
                <a:ea typeface="나눔고딕" panose="020D0604000000000000" pitchFamily="50" charset="-127"/>
              </a:defRPr>
            </a:lvl2pPr>
            <a:lvl3pPr>
              <a:defRPr>
                <a:latin typeface="나눔고딕" panose="020D0604000000000000" pitchFamily="50" charset="-127"/>
                <a:ea typeface="나눔고딕" panose="020D0604000000000000" pitchFamily="50" charset="-127"/>
              </a:defRPr>
            </a:lvl3pPr>
            <a:lvl4pPr>
              <a:defRPr>
                <a:latin typeface="나눔고딕" panose="020D0604000000000000" pitchFamily="50" charset="-127"/>
                <a:ea typeface="나눔고딕" panose="020D0604000000000000" pitchFamily="50" charset="-127"/>
              </a:defRPr>
            </a:lvl4pPr>
            <a:lvl5pPr>
              <a:defRPr>
                <a:latin typeface="나눔고딕" panose="020D0604000000000000" pitchFamily="50" charset="-127"/>
                <a:ea typeface="나눔고딕" panose="020D0604000000000000" pitchFamily="50" charset="-127"/>
              </a:defRPr>
            </a:lvl5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BC6FB447-1DE5-8F03-25ED-D65C77E28F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나눔고딕" panose="020D0604000000000000" pitchFamily="50" charset="-127"/>
                <a:ea typeface="나눔고딕" panose="020D0604000000000000" pitchFamily="50" charset="-127"/>
              </a:defRPr>
            </a:lvl1pPr>
          </a:lstStyle>
          <a:p>
            <a:fld id="{127C9BFA-6B09-41AB-B688-F163F7E4E5C9}" type="datetimeFigureOut">
              <a:rPr lang="ko-KR" altLang="en-US" smtClean="0"/>
              <a:pPr/>
              <a:t>2026-09-26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5B359D87-C0AC-3501-2B10-F94EE71619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48DAA0B4-C235-11D9-F58E-C26E1EF847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나눔고딕" panose="020D0604000000000000" pitchFamily="50" charset="-127"/>
                <a:ea typeface="나눔고딕" panose="020D0604000000000000" pitchFamily="50" charset="-127"/>
              </a:defRPr>
            </a:lvl1pPr>
          </a:lstStyle>
          <a:p>
            <a:fld id="{AA7295D8-8DB6-4ADD-AC86-4D4D80106F1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3922096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2D4F990-6B93-20A2-E04B-56C2EC182F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나눔고딕" panose="020D0604000000000000" pitchFamily="50" charset="-127"/>
                <a:ea typeface="나눔고딕" panose="020D0604000000000000" pitchFamily="50" charset="-127"/>
              </a:defRPr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808FECE3-82E5-623C-ECA4-D1FF12BDB0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나눔고딕" panose="020D0604000000000000" pitchFamily="50" charset="-127"/>
                <a:ea typeface="나눔고딕" panose="020D0604000000000000" pitchFamily="50" charset="-127"/>
              </a:defRPr>
            </a:lvl1pPr>
          </a:lstStyle>
          <a:p>
            <a:fld id="{127C9BFA-6B09-41AB-B688-F163F7E4E5C9}" type="datetimeFigureOut">
              <a:rPr lang="ko-KR" altLang="en-US" smtClean="0"/>
              <a:pPr/>
              <a:t>2026-09-26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835E6DEB-4091-E46B-77B5-104B1F0AE3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A09B5DC4-762C-7906-FD8E-ACAFADD774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나눔고딕" panose="020D0604000000000000" pitchFamily="50" charset="-127"/>
                <a:ea typeface="나눔고딕" panose="020D0604000000000000" pitchFamily="50" charset="-127"/>
              </a:defRPr>
            </a:lvl1pPr>
          </a:lstStyle>
          <a:p>
            <a:fld id="{AA7295D8-8DB6-4ADD-AC86-4D4D80106F1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1540842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627F173A-2339-E227-4A56-CC62B20095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나눔고딕" panose="020D0604000000000000" pitchFamily="50" charset="-127"/>
                <a:ea typeface="나눔고딕" panose="020D0604000000000000" pitchFamily="50" charset="-127"/>
              </a:defRPr>
            </a:lvl1pPr>
          </a:lstStyle>
          <a:p>
            <a:fld id="{127C9BFA-6B09-41AB-B688-F163F7E4E5C9}" type="datetimeFigureOut">
              <a:rPr lang="ko-KR" altLang="en-US" smtClean="0"/>
              <a:pPr/>
              <a:t>2026-09-26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F8702B68-607C-3C65-1179-5E6572F4DF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5FE42423-1176-3B2D-6B19-B9D46EAD40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나눔고딕" panose="020D0604000000000000" pitchFamily="50" charset="-127"/>
                <a:ea typeface="나눔고딕" panose="020D0604000000000000" pitchFamily="50" charset="-127"/>
              </a:defRPr>
            </a:lvl1pPr>
          </a:lstStyle>
          <a:p>
            <a:fld id="{AA7295D8-8DB6-4ADD-AC86-4D4D80106F1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8833836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EBDF538-829C-5FE6-1E10-E095DBBCEB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>
                <a:latin typeface="나눔고딕" panose="020D0604000000000000" pitchFamily="50" charset="-127"/>
                <a:ea typeface="나눔고딕" panose="020D0604000000000000" pitchFamily="50" charset="-127"/>
              </a:defRPr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A585AEFB-4064-6894-F24D-7F29297D751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>
                <a:latin typeface="나눔고딕" panose="020D0604000000000000" pitchFamily="50" charset="-127"/>
                <a:ea typeface="나눔고딕" panose="020D0604000000000000" pitchFamily="50" charset="-127"/>
              </a:defRPr>
            </a:lvl1pPr>
            <a:lvl2pPr>
              <a:defRPr sz="2800">
                <a:latin typeface="나눔고딕" panose="020D0604000000000000" pitchFamily="50" charset="-127"/>
                <a:ea typeface="나눔고딕" panose="020D0604000000000000" pitchFamily="50" charset="-127"/>
              </a:defRPr>
            </a:lvl2pPr>
            <a:lvl3pPr>
              <a:defRPr sz="2400">
                <a:latin typeface="나눔고딕" panose="020D0604000000000000" pitchFamily="50" charset="-127"/>
                <a:ea typeface="나눔고딕" panose="020D0604000000000000" pitchFamily="50" charset="-127"/>
              </a:defRPr>
            </a:lvl3pPr>
            <a:lvl4pPr>
              <a:defRPr sz="2000">
                <a:latin typeface="나눔고딕" panose="020D0604000000000000" pitchFamily="50" charset="-127"/>
                <a:ea typeface="나눔고딕" panose="020D0604000000000000" pitchFamily="50" charset="-127"/>
              </a:defRPr>
            </a:lvl4pPr>
            <a:lvl5pPr>
              <a:defRPr sz="2000">
                <a:latin typeface="나눔고딕" panose="020D0604000000000000" pitchFamily="50" charset="-127"/>
                <a:ea typeface="나눔고딕" panose="020D0604000000000000" pitchFamily="50" charset="-127"/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695354EF-35A8-F87E-8B99-23001D74506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>
                <a:latin typeface="나눔고딕" panose="020D0604000000000000" pitchFamily="50" charset="-127"/>
                <a:ea typeface="나눔고딕" panose="020D0604000000000000" pitchFamily="50" charset="-127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87CA7F8B-DD4B-44FE-A281-E22E20638D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나눔고딕" panose="020D0604000000000000" pitchFamily="50" charset="-127"/>
                <a:ea typeface="나눔고딕" panose="020D0604000000000000" pitchFamily="50" charset="-127"/>
              </a:defRPr>
            </a:lvl1pPr>
          </a:lstStyle>
          <a:p>
            <a:fld id="{127C9BFA-6B09-41AB-B688-F163F7E4E5C9}" type="datetimeFigureOut">
              <a:rPr lang="ko-KR" altLang="en-US" smtClean="0"/>
              <a:pPr/>
              <a:t>2026-09-26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9FCE9A9F-9975-6F73-958A-C207B012D8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ACD41194-A271-560A-76B7-BBCE1555C6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나눔고딕" panose="020D0604000000000000" pitchFamily="50" charset="-127"/>
                <a:ea typeface="나눔고딕" panose="020D0604000000000000" pitchFamily="50" charset="-127"/>
              </a:defRPr>
            </a:lvl1pPr>
          </a:lstStyle>
          <a:p>
            <a:fld id="{AA7295D8-8DB6-4ADD-AC86-4D4D80106F1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647030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011EBE4-C96C-0206-A53D-18DE8D7EB6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>
                <a:latin typeface="나눔고딕" panose="020D0604000000000000" pitchFamily="50" charset="-127"/>
                <a:ea typeface="나눔고딕" panose="020D0604000000000000" pitchFamily="50" charset="-127"/>
              </a:defRPr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8FD0591B-86A7-3EED-EBCF-981CAC4C0EB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3002CC8F-309C-3743-89F9-3C00897653A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>
                <a:latin typeface="나눔고딕" panose="020D0604000000000000" pitchFamily="50" charset="-127"/>
                <a:ea typeface="나눔고딕" panose="020D0604000000000000" pitchFamily="50" charset="-127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73632AE4-61BB-E2CA-AEA6-C08194BC12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나눔고딕" panose="020D0604000000000000" pitchFamily="50" charset="-127"/>
                <a:ea typeface="나눔고딕" panose="020D0604000000000000" pitchFamily="50" charset="-127"/>
              </a:defRPr>
            </a:lvl1pPr>
          </a:lstStyle>
          <a:p>
            <a:fld id="{127C9BFA-6B09-41AB-B688-F163F7E4E5C9}" type="datetimeFigureOut">
              <a:rPr lang="ko-KR" altLang="en-US" smtClean="0"/>
              <a:pPr/>
              <a:t>2026-09-26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4CD103EE-8340-1A88-20A6-529FBAC488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C5DFFDF0-99B2-0889-8956-3299489833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나눔고딕" panose="020D0604000000000000" pitchFamily="50" charset="-127"/>
                <a:ea typeface="나눔고딕" panose="020D0604000000000000" pitchFamily="50" charset="-127"/>
              </a:defRPr>
            </a:lvl1pPr>
          </a:lstStyle>
          <a:p>
            <a:fld id="{AA7295D8-8DB6-4ADD-AC86-4D4D80106F1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9129707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417DA11-035A-A0A1-06CD-49F26F16C4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나눔고딕" panose="020D0604000000000000" pitchFamily="50" charset="-127"/>
                <a:ea typeface="나눔고딕" panose="020D0604000000000000" pitchFamily="50" charset="-127"/>
              </a:defRPr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8A6DE687-0534-30AE-FA6A-CD802FCC819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>
            <a:lvl1pPr>
              <a:defRPr>
                <a:latin typeface="나눔고딕" panose="020D0604000000000000" pitchFamily="50" charset="-127"/>
                <a:ea typeface="나눔고딕" panose="020D0604000000000000" pitchFamily="50" charset="-127"/>
              </a:defRPr>
            </a:lvl1pPr>
            <a:lvl2pPr>
              <a:defRPr>
                <a:latin typeface="나눔고딕" panose="020D0604000000000000" pitchFamily="50" charset="-127"/>
                <a:ea typeface="나눔고딕" panose="020D0604000000000000" pitchFamily="50" charset="-127"/>
              </a:defRPr>
            </a:lvl2pPr>
            <a:lvl3pPr>
              <a:defRPr>
                <a:latin typeface="나눔고딕" panose="020D0604000000000000" pitchFamily="50" charset="-127"/>
                <a:ea typeface="나눔고딕" panose="020D0604000000000000" pitchFamily="50" charset="-127"/>
              </a:defRPr>
            </a:lvl3pPr>
            <a:lvl4pPr>
              <a:defRPr>
                <a:latin typeface="나눔고딕" panose="020D0604000000000000" pitchFamily="50" charset="-127"/>
                <a:ea typeface="나눔고딕" panose="020D0604000000000000" pitchFamily="50" charset="-127"/>
              </a:defRPr>
            </a:lvl4pPr>
            <a:lvl5pPr>
              <a:defRPr>
                <a:latin typeface="나눔고딕" panose="020D0604000000000000" pitchFamily="50" charset="-127"/>
                <a:ea typeface="나눔고딕" panose="020D0604000000000000" pitchFamily="50" charset="-127"/>
              </a:defRPr>
            </a:lvl5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10D15654-7EC5-BC4A-1316-FB2A9945DD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나눔고딕" panose="020D0604000000000000" pitchFamily="50" charset="-127"/>
                <a:ea typeface="나눔고딕" panose="020D0604000000000000" pitchFamily="50" charset="-127"/>
              </a:defRPr>
            </a:lvl1pPr>
          </a:lstStyle>
          <a:p>
            <a:fld id="{127C9BFA-6B09-41AB-B688-F163F7E4E5C9}" type="datetimeFigureOut">
              <a:rPr lang="ko-KR" altLang="en-US" smtClean="0"/>
              <a:pPr/>
              <a:t>2026-09-26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9311F316-27A5-0DBA-142A-2F272DC443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9A36A554-3981-E7DB-198C-FB6D28E682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나눔고딕" panose="020D0604000000000000" pitchFamily="50" charset="-127"/>
                <a:ea typeface="나눔고딕" panose="020D0604000000000000" pitchFamily="50" charset="-127"/>
              </a:defRPr>
            </a:lvl1pPr>
          </a:lstStyle>
          <a:p>
            <a:fld id="{AA7295D8-8DB6-4ADD-AC86-4D4D80106F1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1030734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B5A793D7-7582-EF6C-C68C-CC28526E79D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>
            <a:lvl1pPr>
              <a:defRPr>
                <a:latin typeface="나눔고딕" panose="020D0604000000000000" pitchFamily="50" charset="-127"/>
                <a:ea typeface="나눔고딕" panose="020D0604000000000000" pitchFamily="50" charset="-127"/>
              </a:defRPr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A454B0DF-AFE1-53DE-15CE-F4B087A6BEE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>
            <a:lvl1pPr>
              <a:defRPr>
                <a:latin typeface="나눔고딕" panose="020D0604000000000000" pitchFamily="50" charset="-127"/>
                <a:ea typeface="나눔고딕" panose="020D0604000000000000" pitchFamily="50" charset="-127"/>
              </a:defRPr>
            </a:lvl1pPr>
            <a:lvl2pPr>
              <a:defRPr>
                <a:latin typeface="나눔고딕" panose="020D0604000000000000" pitchFamily="50" charset="-127"/>
                <a:ea typeface="나눔고딕" panose="020D0604000000000000" pitchFamily="50" charset="-127"/>
              </a:defRPr>
            </a:lvl2pPr>
            <a:lvl3pPr>
              <a:defRPr>
                <a:latin typeface="나눔고딕" panose="020D0604000000000000" pitchFamily="50" charset="-127"/>
                <a:ea typeface="나눔고딕" panose="020D0604000000000000" pitchFamily="50" charset="-127"/>
              </a:defRPr>
            </a:lvl3pPr>
            <a:lvl4pPr>
              <a:defRPr>
                <a:latin typeface="나눔고딕" panose="020D0604000000000000" pitchFamily="50" charset="-127"/>
                <a:ea typeface="나눔고딕" panose="020D0604000000000000" pitchFamily="50" charset="-127"/>
              </a:defRPr>
            </a:lvl4pPr>
            <a:lvl5pPr>
              <a:defRPr>
                <a:latin typeface="나눔고딕" panose="020D0604000000000000" pitchFamily="50" charset="-127"/>
                <a:ea typeface="나눔고딕" panose="020D0604000000000000" pitchFamily="50" charset="-127"/>
              </a:defRPr>
            </a:lvl5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DF6B5D1D-17D7-629B-36C8-FC017F443A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나눔고딕" panose="020D0604000000000000" pitchFamily="50" charset="-127"/>
                <a:ea typeface="나눔고딕" panose="020D0604000000000000" pitchFamily="50" charset="-127"/>
              </a:defRPr>
            </a:lvl1pPr>
          </a:lstStyle>
          <a:p>
            <a:fld id="{127C9BFA-6B09-41AB-B688-F163F7E4E5C9}" type="datetimeFigureOut">
              <a:rPr lang="ko-KR" altLang="en-US" smtClean="0"/>
              <a:pPr/>
              <a:t>2026-09-26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5C40BED5-5B5B-15B1-75F8-789D2F7D73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91D2C74-C0C9-30BC-FC9C-B4D2890B93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나눔고딕" panose="020D0604000000000000" pitchFamily="50" charset="-127"/>
                <a:ea typeface="나눔고딕" panose="020D0604000000000000" pitchFamily="50" charset="-127"/>
              </a:defRPr>
            </a:lvl1pPr>
          </a:lstStyle>
          <a:p>
            <a:fld id="{AA7295D8-8DB6-4ADD-AC86-4D4D80106F1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7709044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708B78B4-22CA-8980-8AE1-D412BDCA97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F9F8B76A-9DEE-738A-3192-AD75768F64B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EB724D02-4D16-774F-AD6D-C6B285FE7AB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defRPr>
            </a:lvl1pPr>
          </a:lstStyle>
          <a:p>
            <a:fld id="{127C9BFA-6B09-41AB-B688-F163F7E4E5C9}" type="datetimeFigureOut">
              <a:rPr lang="ko-KR" altLang="en-US" smtClean="0"/>
              <a:pPr/>
              <a:t>2026-09-26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DFDC36F3-E58F-239A-F6FA-22218EE3E3E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0DCE98FE-900E-3D40-4621-F94B55ABC97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defRPr>
            </a:lvl1pPr>
          </a:lstStyle>
          <a:p>
            <a:fld id="{AA7295D8-8DB6-4ADD-AC86-4D4D80106F1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4019967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나눔고딕" panose="020D0604000000000000" pitchFamily="50" charset="-127"/>
          <a:ea typeface="나눔고딕" panose="020D0604000000000000" pitchFamily="50" charset="-127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나눔고딕" panose="020D0604000000000000" pitchFamily="50" charset="-127"/>
          <a:ea typeface="나눔고딕" panose="020D0604000000000000" pitchFamily="50" charset="-127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나눔고딕" panose="020D0604000000000000" pitchFamily="50" charset="-127"/>
          <a:ea typeface="나눔고딕" panose="020D0604000000000000" pitchFamily="50" charset="-127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나눔고딕" panose="020D0604000000000000" pitchFamily="50" charset="-127"/>
          <a:ea typeface="나눔고딕" panose="020D0604000000000000" pitchFamily="50" charset="-127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나눔고딕" panose="020D0604000000000000" pitchFamily="50" charset="-127"/>
          <a:ea typeface="나눔고딕" panose="020D0604000000000000" pitchFamily="50" charset="-127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나눔고딕" panose="020D0604000000000000" pitchFamily="50" charset="-127"/>
          <a:ea typeface="나눔고딕" panose="020D0604000000000000" pitchFamily="50" charset="-127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A2F69114-2730-CA0A-BFDD-653CF9B2A62C}"/>
              </a:ext>
            </a:extLst>
          </p:cNvPr>
          <p:cNvSpPr/>
          <p:nvPr/>
        </p:nvSpPr>
        <p:spPr>
          <a:xfrm>
            <a:off x="0" y="2413000"/>
            <a:ext cx="12192000" cy="1600200"/>
          </a:xfrm>
          <a:prstGeom prst="rect">
            <a:avLst/>
          </a:prstGeom>
          <a:solidFill>
            <a:srgbClr val="3C3C3C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EDB10C9-9709-9F29-0073-01018A766B0B}"/>
              </a:ext>
            </a:extLst>
          </p:cNvPr>
          <p:cNvSpPr txBox="1"/>
          <p:nvPr/>
        </p:nvSpPr>
        <p:spPr>
          <a:xfrm>
            <a:off x="0" y="2717800"/>
            <a:ext cx="12192000" cy="302647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ctr">
            <a:noAutofit/>
          </a:bodyPr>
          <a:lstStyle/>
          <a:p>
            <a:pPr algn="ctr"/>
            <a:r>
              <a:rPr lang="en-US" altLang="ko-KR" sz="3000">
                <a:solidFill>
                  <a:srgbClr val="FFFFFF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MOOV </a:t>
            </a:r>
            <a:r>
              <a:rPr lang="ko-KR" altLang="en-US" sz="3000">
                <a:solidFill>
                  <a:srgbClr val="FFFFFF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관리자 페이지 스토리보드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53E78AF-B7E3-7157-9431-9919B1988B2C}"/>
              </a:ext>
            </a:extLst>
          </p:cNvPr>
          <p:cNvSpPr txBox="1"/>
          <p:nvPr/>
        </p:nvSpPr>
        <p:spPr>
          <a:xfrm>
            <a:off x="1270000" y="3365500"/>
            <a:ext cx="9652000" cy="302647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ctr">
            <a:noAutofit/>
          </a:bodyPr>
          <a:lstStyle/>
          <a:p>
            <a:pPr algn="ctr"/>
            <a:r>
              <a:rPr lang="ko-KR" altLang="en-US" sz="1000">
                <a:solidFill>
                  <a:srgbClr val="D8D8D8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화면별 기능</a:t>
            </a:r>
            <a:r>
              <a:rPr lang="en-US" altLang="ko-KR" sz="1000">
                <a:solidFill>
                  <a:srgbClr val="D8D8D8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, </a:t>
            </a:r>
            <a:r>
              <a:rPr lang="ko-KR" altLang="en-US" sz="1000">
                <a:solidFill>
                  <a:srgbClr val="D8D8D8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운영 정책</a:t>
            </a:r>
            <a:r>
              <a:rPr lang="en-US" altLang="ko-KR" sz="1000">
                <a:solidFill>
                  <a:srgbClr val="D8D8D8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, UI/UX </a:t>
            </a:r>
            <a:r>
              <a:rPr lang="ko-KR" altLang="en-US" sz="1000">
                <a:solidFill>
                  <a:srgbClr val="D8D8D8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및 예외 처리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BD66D4F-ACCE-8D2C-179B-67C7A658579F}"/>
              </a:ext>
            </a:extLst>
          </p:cNvPr>
          <p:cNvSpPr txBox="1"/>
          <p:nvPr/>
        </p:nvSpPr>
        <p:spPr>
          <a:xfrm>
            <a:off x="406400" y="355600"/>
            <a:ext cx="4572000" cy="302647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ctr">
            <a:noAutofit/>
          </a:bodyPr>
          <a:lstStyle/>
          <a:p>
            <a:r>
              <a:rPr lang="en-US" altLang="ko-KR" sz="900" b="1">
                <a:solidFill>
                  <a:srgbClr val="3C3C3C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MOOV ADMIN STORYBOARD</a:t>
            </a:r>
            <a:endParaRPr lang="ko-KR" altLang="en-US" sz="900" b="1">
              <a:solidFill>
                <a:srgbClr val="3C3C3C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8D7EDC2-8895-F2C5-243A-6114DD03BB7D}"/>
              </a:ext>
            </a:extLst>
          </p:cNvPr>
          <p:cNvSpPr txBox="1"/>
          <p:nvPr/>
        </p:nvSpPr>
        <p:spPr>
          <a:xfrm>
            <a:off x="406400" y="6248400"/>
            <a:ext cx="5715000" cy="302647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ctr">
            <a:noAutofit/>
          </a:bodyPr>
          <a:lstStyle/>
          <a:p>
            <a:r>
              <a:rPr lang="ko-KR" altLang="en-US" sz="700">
                <a:solidFill>
                  <a:srgbClr val="777777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현행 관리자 화면 및 백엔드 정책 기준</a:t>
            </a:r>
          </a:p>
        </p:txBody>
      </p:sp>
    </p:spTree>
    <p:extLst>
      <p:ext uri="{BB962C8B-B14F-4D97-AF65-F5344CB8AC3E}">
        <p14:creationId xmlns:p14="http://schemas.microsoft.com/office/powerpoint/2010/main" val="2088142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BEF6C678-5E74-11ED-623E-3A84E5441462}"/>
              </a:ext>
            </a:extLst>
          </p:cNvPr>
          <p:cNvSpPr txBox="1"/>
          <p:nvPr/>
        </p:nvSpPr>
        <p:spPr>
          <a:xfrm>
            <a:off x="381000" y="228600"/>
            <a:ext cx="11430000" cy="302647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ctr">
            <a:noAutofit/>
          </a:bodyPr>
          <a:lstStyle/>
          <a:p>
            <a:r>
              <a:rPr lang="en-US" altLang="ko-KR" sz="1400" b="1">
                <a:solidFill>
                  <a:srgbClr val="252525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MOOV </a:t>
            </a:r>
            <a:r>
              <a:rPr lang="ko-KR" altLang="en-US" sz="1400" b="1">
                <a:solidFill>
                  <a:srgbClr val="252525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관리자 화면 구성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17D66023-A401-10D6-E9BD-CF4E9C91C87E}"/>
              </a:ext>
            </a:extLst>
          </p:cNvPr>
          <p:cNvSpPr/>
          <p:nvPr/>
        </p:nvSpPr>
        <p:spPr>
          <a:xfrm>
            <a:off x="228600" y="228600"/>
            <a:ext cx="63500" cy="330200"/>
          </a:xfrm>
          <a:prstGeom prst="rect">
            <a:avLst/>
          </a:prstGeom>
          <a:solidFill>
            <a:srgbClr val="FF2F2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EF793A3-6FF4-9AF2-EE07-3E9B38499323}"/>
              </a:ext>
            </a:extLst>
          </p:cNvPr>
          <p:cNvSpPr txBox="1"/>
          <p:nvPr/>
        </p:nvSpPr>
        <p:spPr>
          <a:xfrm>
            <a:off x="381000" y="571500"/>
            <a:ext cx="11430000" cy="302647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ctr">
            <a:noAutofit/>
          </a:bodyPr>
          <a:lstStyle/>
          <a:p>
            <a:r>
              <a:rPr lang="ko-KR" altLang="en-US" sz="700">
                <a:solidFill>
                  <a:srgbClr val="666666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스토리보드 대상 화면과 설명 범위</a:t>
            </a:r>
          </a:p>
        </p:txBody>
      </p:sp>
      <p:graphicFrame>
        <p:nvGraphicFramePr>
          <p:cNvPr id="5" name="표 4">
            <a:extLst>
              <a:ext uri="{FF2B5EF4-FFF2-40B4-BE49-F238E27FC236}">
                <a16:creationId xmlns:a16="http://schemas.microsoft.com/office/drawing/2014/main" id="{E9F04D75-A90F-7360-A6CF-F6BB2CC84E1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07510663"/>
              </p:ext>
            </p:extLst>
          </p:nvPr>
        </p:nvGraphicFramePr>
        <p:xfrm>
          <a:off x="355600" y="965199"/>
          <a:ext cx="11480800" cy="5461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97000">
                  <a:extLst>
                    <a:ext uri="{9D8B030D-6E8A-4147-A177-3AD203B41FA5}">
                      <a16:colId xmlns:a16="http://schemas.microsoft.com/office/drawing/2014/main" val="2767277170"/>
                    </a:ext>
                  </a:extLst>
                </a:gridCol>
                <a:gridCol w="2413000">
                  <a:extLst>
                    <a:ext uri="{9D8B030D-6E8A-4147-A177-3AD203B41FA5}">
                      <a16:colId xmlns:a16="http://schemas.microsoft.com/office/drawing/2014/main" val="3296982289"/>
                    </a:ext>
                  </a:extLst>
                </a:gridCol>
                <a:gridCol w="7670800">
                  <a:extLst>
                    <a:ext uri="{9D8B030D-6E8A-4147-A177-3AD203B41FA5}">
                      <a16:colId xmlns:a16="http://schemas.microsoft.com/office/drawing/2014/main" val="1417209503"/>
                    </a:ext>
                  </a:extLst>
                </a:gridCol>
              </a:tblGrid>
              <a:tr h="68262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b="1">
                          <a:solidFill>
                            <a:srgbClr val="FFFFFF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ID</a:t>
                      </a:r>
                      <a:endParaRPr lang="ko-KR" altLang="en-US" sz="700" b="1">
                        <a:solidFill>
                          <a:srgbClr val="FFFFFF"/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anchor="ctr">
                    <a:solidFill>
                      <a:srgbClr val="3C3C3C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700" b="1">
                          <a:solidFill>
                            <a:srgbClr val="FFFFFF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화면</a:t>
                      </a:r>
                    </a:p>
                  </a:txBody>
                  <a:tcPr anchor="ctr">
                    <a:solidFill>
                      <a:srgbClr val="3C3C3C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700" b="1">
                          <a:solidFill>
                            <a:srgbClr val="FFFFFF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핵심 설명 범위</a:t>
                      </a:r>
                    </a:p>
                  </a:txBody>
                  <a:tcPr anchor="ctr">
                    <a:solidFill>
                      <a:srgbClr val="3C3C3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16502323"/>
                  </a:ext>
                </a:extLst>
              </a:tr>
              <a:tr h="68262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>
                          <a:solidFill>
                            <a:srgbClr val="252525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SB-01</a:t>
                      </a:r>
                      <a:endParaRPr lang="ko-KR" altLang="en-US" sz="700">
                        <a:solidFill>
                          <a:srgbClr val="252525"/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50800" marR="508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700">
                          <a:solidFill>
                            <a:srgbClr val="252525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대시보드</a:t>
                      </a:r>
                    </a:p>
                  </a:txBody>
                  <a:tcPr marL="50800" marR="508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700">
                          <a:solidFill>
                            <a:srgbClr val="252525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운영 </a:t>
                      </a:r>
                      <a:r>
                        <a:rPr lang="en-US" altLang="ko-KR" sz="700">
                          <a:solidFill>
                            <a:srgbClr val="252525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KPI, </a:t>
                      </a:r>
                      <a:r>
                        <a:rPr lang="ko-KR" altLang="en-US" sz="700">
                          <a:solidFill>
                            <a:srgbClr val="252525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기간 필터</a:t>
                      </a:r>
                      <a:r>
                        <a:rPr lang="en-US" altLang="ko-KR" sz="700">
                          <a:solidFill>
                            <a:srgbClr val="252525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, </a:t>
                      </a:r>
                      <a:r>
                        <a:rPr lang="ko-KR" altLang="en-US" sz="700">
                          <a:solidFill>
                            <a:srgbClr val="252525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우선순위</a:t>
                      </a:r>
                      <a:r>
                        <a:rPr lang="en-US" altLang="ko-KR" sz="700">
                          <a:solidFill>
                            <a:srgbClr val="252525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, </a:t>
                      </a:r>
                      <a:r>
                        <a:rPr lang="ko-KR" altLang="en-US" sz="700">
                          <a:solidFill>
                            <a:srgbClr val="252525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차트</a:t>
                      </a:r>
                    </a:p>
                  </a:txBody>
                  <a:tcPr marL="50800" marR="50800" marT="25400" marB="254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88937662"/>
                  </a:ext>
                </a:extLst>
              </a:tr>
              <a:tr h="68262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>
                          <a:solidFill>
                            <a:srgbClr val="252525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SB-02</a:t>
                      </a:r>
                      <a:endParaRPr lang="ko-KR" altLang="en-US" sz="700">
                        <a:solidFill>
                          <a:srgbClr val="252525"/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50800" marR="50800" marT="25400" marB="25400"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700">
                          <a:solidFill>
                            <a:srgbClr val="252525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무인차 관리</a:t>
                      </a:r>
                    </a:p>
                  </a:txBody>
                  <a:tcPr marL="50800" marR="50800" marT="25400" marB="25400"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700">
                          <a:solidFill>
                            <a:srgbClr val="252525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네이버 지도</a:t>
                      </a:r>
                      <a:r>
                        <a:rPr lang="en-US" altLang="ko-KR" sz="700">
                          <a:solidFill>
                            <a:srgbClr val="252525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, </a:t>
                      </a:r>
                      <a:r>
                        <a:rPr lang="ko-KR" altLang="en-US" sz="700">
                          <a:solidFill>
                            <a:srgbClr val="252525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배차 적격</a:t>
                      </a:r>
                      <a:r>
                        <a:rPr lang="en-US" altLang="ko-KR" sz="700">
                          <a:solidFill>
                            <a:srgbClr val="252525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, </a:t>
                      </a:r>
                      <a:r>
                        <a:rPr lang="ko-KR" altLang="en-US" sz="700">
                          <a:solidFill>
                            <a:srgbClr val="252525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상태 조치</a:t>
                      </a:r>
                    </a:p>
                  </a:txBody>
                  <a:tcPr marL="50800" marR="50800" marT="25400" marB="25400" anchor="ctr"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01773756"/>
                  </a:ext>
                </a:extLst>
              </a:tr>
              <a:tr h="68262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>
                          <a:solidFill>
                            <a:srgbClr val="252525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SB-03</a:t>
                      </a:r>
                      <a:endParaRPr lang="ko-KR" altLang="en-US" sz="700">
                        <a:solidFill>
                          <a:srgbClr val="252525"/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50800" marR="508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700">
                          <a:solidFill>
                            <a:srgbClr val="252525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공간 상품</a:t>
                      </a:r>
                    </a:p>
                  </a:txBody>
                  <a:tcPr marL="50800" marR="508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700">
                          <a:solidFill>
                            <a:srgbClr val="252525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상품 목록</a:t>
                      </a:r>
                      <a:r>
                        <a:rPr lang="en-US" altLang="ko-KR" sz="700">
                          <a:solidFill>
                            <a:srgbClr val="252525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, </a:t>
                      </a:r>
                      <a:r>
                        <a:rPr lang="ko-KR" altLang="en-US" sz="700">
                          <a:solidFill>
                            <a:srgbClr val="252525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재고 판정</a:t>
                      </a:r>
                      <a:r>
                        <a:rPr lang="en-US" altLang="ko-KR" sz="700">
                          <a:solidFill>
                            <a:srgbClr val="252525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, </a:t>
                      </a:r>
                      <a:r>
                        <a:rPr lang="ko-KR" altLang="en-US" sz="700">
                          <a:solidFill>
                            <a:srgbClr val="252525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등록 및 이동</a:t>
                      </a:r>
                    </a:p>
                  </a:txBody>
                  <a:tcPr marL="50800" marR="50800" marT="25400" marB="254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08071069"/>
                  </a:ext>
                </a:extLst>
              </a:tr>
              <a:tr h="68262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>
                          <a:solidFill>
                            <a:srgbClr val="252525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SB-04</a:t>
                      </a:r>
                      <a:endParaRPr lang="ko-KR" altLang="en-US" sz="700">
                        <a:solidFill>
                          <a:srgbClr val="252525"/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50800" marR="50800" marT="25400" marB="25400"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700">
                          <a:solidFill>
                            <a:srgbClr val="252525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회원 관리</a:t>
                      </a:r>
                    </a:p>
                  </a:txBody>
                  <a:tcPr marL="50800" marR="50800" marT="25400" marB="25400"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700">
                          <a:solidFill>
                            <a:srgbClr val="252525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회원 검색</a:t>
                      </a:r>
                      <a:r>
                        <a:rPr lang="en-US" altLang="ko-KR" sz="700">
                          <a:solidFill>
                            <a:srgbClr val="252525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, </a:t>
                      </a:r>
                      <a:r>
                        <a:rPr lang="ko-KR" altLang="en-US" sz="700">
                          <a:solidFill>
                            <a:srgbClr val="252525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이용 요약</a:t>
                      </a:r>
                      <a:r>
                        <a:rPr lang="en-US" altLang="ko-KR" sz="700">
                          <a:solidFill>
                            <a:srgbClr val="252525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, </a:t>
                      </a:r>
                      <a:r>
                        <a:rPr lang="ko-KR" altLang="en-US" sz="700">
                          <a:solidFill>
                            <a:srgbClr val="252525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거래 및 </a:t>
                      </a:r>
                      <a:r>
                        <a:rPr lang="en-US" altLang="ko-KR" sz="700">
                          <a:solidFill>
                            <a:srgbClr val="252525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CSV</a:t>
                      </a:r>
                      <a:endParaRPr lang="ko-KR" altLang="en-US" sz="700">
                        <a:solidFill>
                          <a:srgbClr val="252525"/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50800" marR="50800" marT="25400" marB="25400" anchor="ctr"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13293421"/>
                  </a:ext>
                </a:extLst>
              </a:tr>
              <a:tr h="68262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>
                          <a:solidFill>
                            <a:srgbClr val="252525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SB-05~07</a:t>
                      </a:r>
                      <a:endParaRPr lang="ko-KR" altLang="en-US" sz="700">
                        <a:solidFill>
                          <a:srgbClr val="252525"/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50800" marR="508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700">
                          <a:solidFill>
                            <a:srgbClr val="252525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AI </a:t>
                      </a:r>
                      <a:r>
                        <a:rPr lang="ko-KR" altLang="en-US" sz="700">
                          <a:solidFill>
                            <a:srgbClr val="252525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말동무</a:t>
                      </a:r>
                    </a:p>
                  </a:txBody>
                  <a:tcPr marL="50800" marR="508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700">
                          <a:solidFill>
                            <a:srgbClr val="252525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시스템 프롬프트</a:t>
                      </a:r>
                      <a:r>
                        <a:rPr lang="en-US" altLang="ko-KR" sz="700">
                          <a:solidFill>
                            <a:srgbClr val="252525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, </a:t>
                      </a:r>
                      <a:r>
                        <a:rPr lang="ko-KR" altLang="en-US" sz="700">
                          <a:solidFill>
                            <a:srgbClr val="252525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페르소나</a:t>
                      </a:r>
                      <a:r>
                        <a:rPr lang="en-US" altLang="ko-KR" sz="700">
                          <a:solidFill>
                            <a:srgbClr val="252525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, </a:t>
                      </a:r>
                      <a:r>
                        <a:rPr lang="ko-KR" altLang="en-US" sz="700">
                          <a:solidFill>
                            <a:srgbClr val="252525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사용량과 상태</a:t>
                      </a:r>
                    </a:p>
                  </a:txBody>
                  <a:tcPr marL="50800" marR="50800" marT="25400" marB="254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2288024"/>
                  </a:ext>
                </a:extLst>
              </a:tr>
              <a:tr h="68262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>
                          <a:solidFill>
                            <a:srgbClr val="252525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SB-08~11</a:t>
                      </a:r>
                      <a:endParaRPr lang="ko-KR" altLang="en-US" sz="700">
                        <a:solidFill>
                          <a:srgbClr val="252525"/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50800" marR="50800" marT="25400" marB="25400"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700">
                          <a:solidFill>
                            <a:srgbClr val="252525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공간 테마</a:t>
                      </a:r>
                    </a:p>
                  </a:txBody>
                  <a:tcPr marL="50800" marR="50800" marT="25400" marB="25400"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700">
                          <a:solidFill>
                            <a:srgbClr val="252525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OTT, Wellness, Thema, </a:t>
                      </a:r>
                      <a:r>
                        <a:rPr lang="ko-KR" altLang="en-US" sz="700">
                          <a:solidFill>
                            <a:srgbClr val="252525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차량 환경</a:t>
                      </a:r>
                    </a:p>
                  </a:txBody>
                  <a:tcPr marL="50800" marR="50800" marT="25400" marB="25400" anchor="ctr"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22126525"/>
                  </a:ext>
                </a:extLst>
              </a:tr>
              <a:tr h="682625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700">
                          <a:solidFill>
                            <a:srgbClr val="252525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공통</a:t>
                      </a:r>
                    </a:p>
                  </a:txBody>
                  <a:tcPr marL="50800" marR="508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700">
                          <a:solidFill>
                            <a:srgbClr val="252525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운영 정책과 예외</a:t>
                      </a:r>
                    </a:p>
                  </a:txBody>
                  <a:tcPr marL="50800" marR="508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700">
                          <a:solidFill>
                            <a:srgbClr val="252525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인증</a:t>
                      </a:r>
                      <a:r>
                        <a:rPr lang="en-US" altLang="ko-KR" sz="700">
                          <a:solidFill>
                            <a:srgbClr val="252525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, </a:t>
                      </a:r>
                      <a:r>
                        <a:rPr lang="ko-KR" altLang="en-US" sz="700">
                          <a:solidFill>
                            <a:srgbClr val="252525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저장</a:t>
                      </a:r>
                      <a:r>
                        <a:rPr lang="en-US" altLang="ko-KR" sz="700">
                          <a:solidFill>
                            <a:srgbClr val="252525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, </a:t>
                      </a:r>
                      <a:r>
                        <a:rPr lang="ko-KR" altLang="en-US" sz="700">
                          <a:solidFill>
                            <a:srgbClr val="252525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업로드</a:t>
                      </a:r>
                      <a:r>
                        <a:rPr lang="en-US" altLang="ko-KR" sz="700">
                          <a:solidFill>
                            <a:srgbClr val="252525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, </a:t>
                      </a:r>
                      <a:r>
                        <a:rPr lang="ko-KR" altLang="en-US" sz="700">
                          <a:solidFill>
                            <a:srgbClr val="252525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오류 및 </a:t>
                      </a:r>
                      <a:r>
                        <a:rPr lang="en-US" altLang="ko-KR" sz="700">
                          <a:solidFill>
                            <a:srgbClr val="252525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QA</a:t>
                      </a:r>
                      <a:endParaRPr lang="ko-KR" altLang="en-US" sz="700">
                        <a:solidFill>
                          <a:srgbClr val="252525"/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50800" marR="50800" marT="25400" marB="254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0837639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18775112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B8E1F1C1-2A5B-9D4B-5B05-865D79D07FBB}"/>
              </a:ext>
            </a:extLst>
          </p:cNvPr>
          <p:cNvSpPr txBox="1"/>
          <p:nvPr/>
        </p:nvSpPr>
        <p:spPr>
          <a:xfrm>
            <a:off x="381000" y="228600"/>
            <a:ext cx="11430000" cy="302647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ctr">
            <a:noAutofit/>
          </a:bodyPr>
          <a:lstStyle/>
          <a:p>
            <a:r>
              <a:rPr lang="ko-KR" altLang="en-US" sz="1400" b="1">
                <a:solidFill>
                  <a:srgbClr val="252525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공통 운영 정책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7ECFE70D-D0C9-7023-3D9F-59E6DB4FC8C0}"/>
              </a:ext>
            </a:extLst>
          </p:cNvPr>
          <p:cNvSpPr/>
          <p:nvPr/>
        </p:nvSpPr>
        <p:spPr>
          <a:xfrm>
            <a:off x="228600" y="228600"/>
            <a:ext cx="63500" cy="330200"/>
          </a:xfrm>
          <a:prstGeom prst="rect">
            <a:avLst/>
          </a:prstGeom>
          <a:solidFill>
            <a:srgbClr val="FF2F2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124D55F-5BE4-0C92-6229-634EFE0D1F32}"/>
              </a:ext>
            </a:extLst>
          </p:cNvPr>
          <p:cNvSpPr txBox="1"/>
          <p:nvPr/>
        </p:nvSpPr>
        <p:spPr>
          <a:xfrm>
            <a:off x="381000" y="571500"/>
            <a:ext cx="11430000" cy="302647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ctr">
            <a:noAutofit/>
          </a:bodyPr>
          <a:lstStyle/>
          <a:p>
            <a:r>
              <a:rPr lang="ko-KR" altLang="en-US" sz="700">
                <a:solidFill>
                  <a:srgbClr val="666666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모든 관리자 화면에 동일하게 적용하는 기준</a:t>
            </a:r>
          </a:p>
        </p:txBody>
      </p:sp>
      <p:graphicFrame>
        <p:nvGraphicFramePr>
          <p:cNvPr id="5" name="표 4">
            <a:extLst>
              <a:ext uri="{FF2B5EF4-FFF2-40B4-BE49-F238E27FC236}">
                <a16:creationId xmlns:a16="http://schemas.microsoft.com/office/drawing/2014/main" id="{C4E1617C-510F-8EC3-CE4D-79554D1971A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72561905"/>
              </p:ext>
            </p:extLst>
          </p:nvPr>
        </p:nvGraphicFramePr>
        <p:xfrm>
          <a:off x="355600" y="965199"/>
          <a:ext cx="11480800" cy="5461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05000">
                  <a:extLst>
                    <a:ext uri="{9D8B030D-6E8A-4147-A177-3AD203B41FA5}">
                      <a16:colId xmlns:a16="http://schemas.microsoft.com/office/drawing/2014/main" val="1437198692"/>
                    </a:ext>
                  </a:extLst>
                </a:gridCol>
                <a:gridCol w="9575800">
                  <a:extLst>
                    <a:ext uri="{9D8B030D-6E8A-4147-A177-3AD203B41FA5}">
                      <a16:colId xmlns:a16="http://schemas.microsoft.com/office/drawing/2014/main" val="2682609974"/>
                    </a:ext>
                  </a:extLst>
                </a:gridCol>
              </a:tblGrid>
              <a:tr h="682625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700" b="1">
                          <a:solidFill>
                            <a:srgbClr val="FFFFFF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정책</a:t>
                      </a:r>
                    </a:p>
                  </a:txBody>
                  <a:tcPr anchor="ctr">
                    <a:solidFill>
                      <a:srgbClr val="3C3C3C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700" b="1">
                          <a:solidFill>
                            <a:srgbClr val="FFFFFF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상세 기준</a:t>
                      </a:r>
                    </a:p>
                  </a:txBody>
                  <a:tcPr anchor="ctr">
                    <a:solidFill>
                      <a:srgbClr val="3C3C3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24410991"/>
                  </a:ext>
                </a:extLst>
              </a:tr>
              <a:tr h="682625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700">
                          <a:solidFill>
                            <a:srgbClr val="252525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인증</a:t>
                      </a:r>
                      <a:r>
                        <a:rPr lang="en-US" altLang="ko-KR" sz="700">
                          <a:solidFill>
                            <a:srgbClr val="252525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·</a:t>
                      </a:r>
                      <a:r>
                        <a:rPr lang="ko-KR" altLang="en-US" sz="700">
                          <a:solidFill>
                            <a:srgbClr val="252525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권한</a:t>
                      </a:r>
                    </a:p>
                  </a:txBody>
                  <a:tcPr marL="50800" marR="508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700">
                          <a:solidFill>
                            <a:srgbClr val="252525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관리자 세션과 허용 목록을 확인한다</a:t>
                      </a:r>
                      <a:r>
                        <a:rPr lang="en-US" altLang="ko-KR" sz="700">
                          <a:solidFill>
                            <a:srgbClr val="252525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. 401</a:t>
                      </a:r>
                      <a:r>
                        <a:rPr lang="ko-KR" altLang="en-US" sz="700">
                          <a:solidFill>
                            <a:srgbClr val="252525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은 로그인</a:t>
                      </a:r>
                      <a:r>
                        <a:rPr lang="en-US" altLang="ko-KR" sz="700">
                          <a:solidFill>
                            <a:srgbClr val="252525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, 403</a:t>
                      </a:r>
                      <a:r>
                        <a:rPr lang="ko-KR" altLang="en-US" sz="700">
                          <a:solidFill>
                            <a:srgbClr val="252525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은 권한 문의</a:t>
                      </a:r>
                      <a:r>
                        <a:rPr lang="en-US" altLang="ko-KR" sz="700">
                          <a:solidFill>
                            <a:srgbClr val="252525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, </a:t>
                      </a:r>
                      <a:r>
                        <a:rPr lang="ko-KR" altLang="en-US" sz="700">
                          <a:solidFill>
                            <a:srgbClr val="252525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허용 목록 미설정은 </a:t>
                      </a:r>
                      <a:r>
                        <a:rPr lang="en-US" altLang="ko-KR" sz="700">
                          <a:solidFill>
                            <a:srgbClr val="252525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503</a:t>
                      </a:r>
                      <a:r>
                        <a:rPr lang="ko-KR" altLang="en-US" sz="700">
                          <a:solidFill>
                            <a:srgbClr val="252525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으로 구분한다</a:t>
                      </a:r>
                      <a:r>
                        <a:rPr lang="en-US" altLang="ko-KR" sz="700">
                          <a:solidFill>
                            <a:srgbClr val="252525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.</a:t>
                      </a:r>
                      <a:endParaRPr lang="ko-KR" altLang="en-US" sz="700">
                        <a:solidFill>
                          <a:srgbClr val="252525"/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50800" marR="50800" marT="25400" marB="254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89023843"/>
                  </a:ext>
                </a:extLst>
              </a:tr>
              <a:tr h="682625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700">
                          <a:solidFill>
                            <a:srgbClr val="252525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데이터 우선순위</a:t>
                      </a:r>
                    </a:p>
                  </a:txBody>
                  <a:tcPr marL="50800" marR="50800" marT="25400" marB="25400"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700">
                          <a:solidFill>
                            <a:srgbClr val="252525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서버 값을 우선 사용한다</a:t>
                      </a:r>
                      <a:r>
                        <a:rPr lang="en-US" altLang="ko-KR" sz="700">
                          <a:solidFill>
                            <a:srgbClr val="252525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. 404</a:t>
                      </a:r>
                      <a:r>
                        <a:rPr lang="ko-KR" altLang="en-US" sz="700">
                          <a:solidFill>
                            <a:srgbClr val="252525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는 최초 설정으로 처리하며 </a:t>
                      </a:r>
                      <a:r>
                        <a:rPr lang="en-US" altLang="ko-KR" sz="700">
                          <a:solidFill>
                            <a:srgbClr val="252525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502·504</a:t>
                      </a:r>
                      <a:r>
                        <a:rPr lang="ko-KR" altLang="en-US" sz="700">
                          <a:solidFill>
                            <a:srgbClr val="252525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에서만 로컬 호환값을 사용한다</a:t>
                      </a:r>
                      <a:r>
                        <a:rPr lang="en-US" altLang="ko-KR" sz="700">
                          <a:solidFill>
                            <a:srgbClr val="252525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.</a:t>
                      </a:r>
                      <a:endParaRPr lang="ko-KR" altLang="en-US" sz="700">
                        <a:solidFill>
                          <a:srgbClr val="252525"/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50800" marR="50800" marT="25400" marB="25400" anchor="ctr"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90332424"/>
                  </a:ext>
                </a:extLst>
              </a:tr>
              <a:tr h="682625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700">
                          <a:solidFill>
                            <a:srgbClr val="252525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저장</a:t>
                      </a:r>
                      <a:r>
                        <a:rPr lang="en-US" altLang="ko-KR" sz="700">
                          <a:solidFill>
                            <a:srgbClr val="252525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·</a:t>
                      </a:r>
                      <a:r>
                        <a:rPr lang="ko-KR" altLang="en-US" sz="700">
                          <a:solidFill>
                            <a:srgbClr val="252525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충돌</a:t>
                      </a:r>
                    </a:p>
                  </a:txBody>
                  <a:tcPr marL="50800" marR="508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700">
                          <a:solidFill>
                            <a:srgbClr val="252525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섹션 단위로 저장하고 </a:t>
                      </a:r>
                      <a:r>
                        <a:rPr lang="en-US" altLang="ko-KR" sz="700">
                          <a:solidFill>
                            <a:srgbClr val="252525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ETag</a:t>
                      </a:r>
                      <a:r>
                        <a:rPr lang="ko-KR" altLang="en-US" sz="700">
                          <a:solidFill>
                            <a:srgbClr val="252525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를 </a:t>
                      </a:r>
                      <a:r>
                        <a:rPr lang="en-US" altLang="ko-KR" sz="700">
                          <a:solidFill>
                            <a:srgbClr val="252525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If-Match</a:t>
                      </a:r>
                      <a:r>
                        <a:rPr lang="ko-KR" altLang="en-US" sz="700">
                          <a:solidFill>
                            <a:srgbClr val="252525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로 전달한다</a:t>
                      </a:r>
                      <a:r>
                        <a:rPr lang="en-US" altLang="ko-KR" sz="700">
                          <a:solidFill>
                            <a:srgbClr val="252525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. 409 </a:t>
                      </a:r>
                      <a:r>
                        <a:rPr lang="ko-KR" altLang="en-US" sz="700">
                          <a:solidFill>
                            <a:srgbClr val="252525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발생 시 편집값을 유지하고 새로고침 후 재적용한다</a:t>
                      </a:r>
                      <a:r>
                        <a:rPr lang="en-US" altLang="ko-KR" sz="700">
                          <a:solidFill>
                            <a:srgbClr val="252525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.</a:t>
                      </a:r>
                      <a:endParaRPr lang="ko-KR" altLang="en-US" sz="700">
                        <a:solidFill>
                          <a:srgbClr val="252525"/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50800" marR="50800" marT="25400" marB="254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00270611"/>
                  </a:ext>
                </a:extLst>
              </a:tr>
              <a:tr h="682625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700">
                          <a:solidFill>
                            <a:srgbClr val="252525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변경 감지</a:t>
                      </a:r>
                    </a:p>
                  </a:txBody>
                  <a:tcPr marL="50800" marR="50800" marT="25400" marB="25400"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700">
                          <a:solidFill>
                            <a:srgbClr val="252525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저장 전 변경사항을 표시하고 이탈 경고를 제공한다</a:t>
                      </a:r>
                      <a:r>
                        <a:rPr lang="en-US" altLang="ko-KR" sz="700">
                          <a:solidFill>
                            <a:srgbClr val="252525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. </a:t>
                      </a:r>
                      <a:r>
                        <a:rPr lang="ko-KR" altLang="en-US" sz="700">
                          <a:solidFill>
                            <a:srgbClr val="252525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저장 중에는 중복 클릭을 차단한다</a:t>
                      </a:r>
                      <a:r>
                        <a:rPr lang="en-US" altLang="ko-KR" sz="700">
                          <a:solidFill>
                            <a:srgbClr val="252525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.</a:t>
                      </a:r>
                      <a:endParaRPr lang="ko-KR" altLang="en-US" sz="700">
                        <a:solidFill>
                          <a:srgbClr val="252525"/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50800" marR="50800" marT="25400" marB="25400" anchor="ctr"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25368867"/>
                  </a:ext>
                </a:extLst>
              </a:tr>
              <a:tr h="682625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700">
                          <a:solidFill>
                            <a:srgbClr val="252525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파일 정책</a:t>
                      </a:r>
                    </a:p>
                  </a:txBody>
                  <a:tcPr marL="50800" marR="508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700">
                          <a:solidFill>
                            <a:srgbClr val="252525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이미지</a:t>
                      </a:r>
                      <a:r>
                        <a:rPr lang="en-US" altLang="ko-KR" sz="700">
                          <a:solidFill>
                            <a:srgbClr val="252525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·</a:t>
                      </a:r>
                      <a:r>
                        <a:rPr lang="ko-KR" altLang="en-US" sz="700">
                          <a:solidFill>
                            <a:srgbClr val="252525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오디오는 </a:t>
                      </a:r>
                      <a:r>
                        <a:rPr lang="en-US" altLang="ko-KR" sz="700">
                          <a:solidFill>
                            <a:srgbClr val="252525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20MB </a:t>
                      </a:r>
                      <a:r>
                        <a:rPr lang="ko-KR" altLang="en-US" sz="700">
                          <a:solidFill>
                            <a:srgbClr val="252525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이하</a:t>
                      </a:r>
                      <a:r>
                        <a:rPr lang="en-US" altLang="ko-KR" sz="700">
                          <a:solidFill>
                            <a:srgbClr val="252525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, Python </a:t>
                      </a:r>
                      <a:r>
                        <a:rPr lang="ko-KR" altLang="en-US" sz="700">
                          <a:solidFill>
                            <a:srgbClr val="252525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프롬프트는 </a:t>
                      </a:r>
                      <a:r>
                        <a:rPr lang="en-US" altLang="ko-KR" sz="700">
                          <a:solidFill>
                            <a:srgbClr val="252525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UTF-8 500KB </a:t>
                      </a:r>
                      <a:r>
                        <a:rPr lang="ko-KR" altLang="en-US" sz="700">
                          <a:solidFill>
                            <a:srgbClr val="252525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이하로 제한한다</a:t>
                      </a:r>
                      <a:r>
                        <a:rPr lang="en-US" altLang="ko-KR" sz="700">
                          <a:solidFill>
                            <a:srgbClr val="252525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.</a:t>
                      </a:r>
                      <a:endParaRPr lang="ko-KR" altLang="en-US" sz="700">
                        <a:solidFill>
                          <a:srgbClr val="252525"/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50800" marR="50800" marT="25400" marB="254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91109422"/>
                  </a:ext>
                </a:extLst>
              </a:tr>
              <a:tr h="682625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700">
                          <a:solidFill>
                            <a:srgbClr val="252525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상태 표현</a:t>
                      </a:r>
                    </a:p>
                  </a:txBody>
                  <a:tcPr marL="50800" marR="50800" marT="25400" marB="25400"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700">
                          <a:solidFill>
                            <a:srgbClr val="252525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색상과 텍스트 배지를 함께 사용한다</a:t>
                      </a:r>
                      <a:r>
                        <a:rPr lang="en-US" altLang="ko-KR" sz="700">
                          <a:solidFill>
                            <a:srgbClr val="252525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. </a:t>
                      </a:r>
                      <a:r>
                        <a:rPr lang="ko-KR" altLang="en-US" sz="700">
                          <a:solidFill>
                            <a:srgbClr val="252525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빈 데이터</a:t>
                      </a:r>
                      <a:r>
                        <a:rPr lang="en-US" altLang="ko-KR" sz="700">
                          <a:solidFill>
                            <a:srgbClr val="252525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, </a:t>
                      </a:r>
                      <a:r>
                        <a:rPr lang="ko-KR" altLang="en-US" sz="700">
                          <a:solidFill>
                            <a:srgbClr val="252525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조회 실패</a:t>
                      </a:r>
                      <a:r>
                        <a:rPr lang="en-US" altLang="ko-KR" sz="700">
                          <a:solidFill>
                            <a:srgbClr val="252525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, </a:t>
                      </a:r>
                      <a:r>
                        <a:rPr lang="ko-KR" altLang="en-US" sz="700">
                          <a:solidFill>
                            <a:srgbClr val="252525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미연동을 서로 다른 상태로 표시한다</a:t>
                      </a:r>
                      <a:r>
                        <a:rPr lang="en-US" altLang="ko-KR" sz="700">
                          <a:solidFill>
                            <a:srgbClr val="252525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.</a:t>
                      </a:r>
                      <a:endParaRPr lang="ko-KR" altLang="en-US" sz="700">
                        <a:solidFill>
                          <a:srgbClr val="252525"/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50800" marR="50800" marT="25400" marB="25400" anchor="ctr"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74664099"/>
                  </a:ext>
                </a:extLst>
              </a:tr>
              <a:tr h="682625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700">
                          <a:solidFill>
                            <a:srgbClr val="252525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파괴적 조치</a:t>
                      </a:r>
                    </a:p>
                  </a:txBody>
                  <a:tcPr marL="50800" marR="508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700">
                          <a:solidFill>
                            <a:srgbClr val="252525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삭제</a:t>
                      </a:r>
                      <a:r>
                        <a:rPr lang="en-US" altLang="ko-KR" sz="700">
                          <a:solidFill>
                            <a:srgbClr val="252525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·</a:t>
                      </a:r>
                      <a:r>
                        <a:rPr lang="ko-KR" altLang="en-US" sz="700">
                          <a:solidFill>
                            <a:srgbClr val="252525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격리</a:t>
                      </a:r>
                      <a:r>
                        <a:rPr lang="en-US" altLang="ko-KR" sz="700">
                          <a:solidFill>
                            <a:srgbClr val="252525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·</a:t>
                      </a:r>
                      <a:r>
                        <a:rPr lang="ko-KR" altLang="en-US" sz="700">
                          <a:solidFill>
                            <a:srgbClr val="252525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테마 제거는 영향 대상을 다시 보여 주고 확인 후 실행한다</a:t>
                      </a:r>
                      <a:r>
                        <a:rPr lang="en-US" altLang="ko-KR" sz="700">
                          <a:solidFill>
                            <a:srgbClr val="252525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.</a:t>
                      </a:r>
                      <a:endParaRPr lang="ko-KR" altLang="en-US" sz="700">
                        <a:solidFill>
                          <a:srgbClr val="252525"/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50800" marR="50800" marT="25400" marB="254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4559246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20981810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E9E1CCC8-5590-61BD-1F05-D9349B76F203}"/>
              </a:ext>
            </a:extLst>
          </p:cNvPr>
          <p:cNvSpPr/>
          <p:nvPr/>
        </p:nvSpPr>
        <p:spPr>
          <a:xfrm>
            <a:off x="177800" y="50800"/>
            <a:ext cx="609600" cy="304800"/>
          </a:xfrm>
          <a:prstGeom prst="rect">
            <a:avLst/>
          </a:prstGeom>
          <a:solidFill>
            <a:srgbClr val="3C3C3C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EB4717A-82E8-39A5-B341-92D2A706AD6D}"/>
              </a:ext>
            </a:extLst>
          </p:cNvPr>
          <p:cNvSpPr txBox="1"/>
          <p:nvPr/>
        </p:nvSpPr>
        <p:spPr>
          <a:xfrm>
            <a:off x="177800" y="50800"/>
            <a:ext cx="609600" cy="302647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ctr">
            <a:noAutofit/>
          </a:bodyPr>
          <a:lstStyle/>
          <a:p>
            <a:pPr algn="ctr"/>
            <a:r>
              <a:rPr lang="ko-KR" altLang="en-US" sz="600" b="1">
                <a:solidFill>
                  <a:srgbClr val="FFFFFF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화면 </a:t>
            </a:r>
            <a:r>
              <a:rPr lang="en-US" altLang="ko-KR" sz="600" b="1">
                <a:solidFill>
                  <a:srgbClr val="FFFFFF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ID</a:t>
            </a:r>
            <a:endParaRPr lang="ko-KR" altLang="en-US" sz="600" b="1">
              <a:solidFill>
                <a:srgbClr val="FFFFFF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7396BC85-56AD-1D25-5C6D-9DF38A342F5C}"/>
              </a:ext>
            </a:extLst>
          </p:cNvPr>
          <p:cNvSpPr/>
          <p:nvPr/>
        </p:nvSpPr>
        <p:spPr>
          <a:xfrm>
            <a:off x="787400" y="50800"/>
            <a:ext cx="914400" cy="304800"/>
          </a:xfrm>
          <a:prstGeom prst="rect">
            <a:avLst/>
          </a:prstGeom>
          <a:solidFill>
            <a:srgbClr val="FFFFFF"/>
          </a:solidFill>
          <a:ln w="7620">
            <a:solidFill>
              <a:srgbClr val="D9D9D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D068503-772B-9E99-64EF-E0FD79AF8B2F}"/>
              </a:ext>
            </a:extLst>
          </p:cNvPr>
          <p:cNvSpPr txBox="1"/>
          <p:nvPr/>
        </p:nvSpPr>
        <p:spPr>
          <a:xfrm>
            <a:off x="812800" y="50800"/>
            <a:ext cx="863600" cy="302647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ctr">
            <a:noAutofit/>
          </a:bodyPr>
          <a:lstStyle/>
          <a:p>
            <a:r>
              <a:rPr lang="en-US" altLang="ko-KR" sz="600">
                <a:solidFill>
                  <a:srgbClr val="252525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SB-01</a:t>
            </a:r>
            <a:endParaRPr lang="ko-KR" altLang="en-US" sz="600">
              <a:solidFill>
                <a:srgbClr val="252525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47598A29-B7AD-6C7E-D016-D5C3873DC48D}"/>
              </a:ext>
            </a:extLst>
          </p:cNvPr>
          <p:cNvSpPr/>
          <p:nvPr/>
        </p:nvSpPr>
        <p:spPr>
          <a:xfrm>
            <a:off x="1752600" y="50800"/>
            <a:ext cx="609600" cy="304800"/>
          </a:xfrm>
          <a:prstGeom prst="rect">
            <a:avLst/>
          </a:prstGeom>
          <a:solidFill>
            <a:srgbClr val="3C3C3C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203ED3C-E87C-A36C-EF3D-235D259B157E}"/>
              </a:ext>
            </a:extLst>
          </p:cNvPr>
          <p:cNvSpPr txBox="1"/>
          <p:nvPr/>
        </p:nvSpPr>
        <p:spPr>
          <a:xfrm>
            <a:off x="1752600" y="50800"/>
            <a:ext cx="609600" cy="302647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ctr">
            <a:noAutofit/>
          </a:bodyPr>
          <a:lstStyle/>
          <a:p>
            <a:pPr algn="ctr"/>
            <a:r>
              <a:rPr lang="ko-KR" altLang="en-US" sz="600" b="1">
                <a:solidFill>
                  <a:srgbClr val="FFFFFF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화면명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CBE7227D-CEC9-3236-63BD-FABD3CFB174E}"/>
              </a:ext>
            </a:extLst>
          </p:cNvPr>
          <p:cNvSpPr/>
          <p:nvPr/>
        </p:nvSpPr>
        <p:spPr>
          <a:xfrm>
            <a:off x="2362200" y="50800"/>
            <a:ext cx="2984500" cy="304800"/>
          </a:xfrm>
          <a:prstGeom prst="rect">
            <a:avLst/>
          </a:prstGeom>
          <a:solidFill>
            <a:srgbClr val="FFFFFF"/>
          </a:solidFill>
          <a:ln w="7620">
            <a:solidFill>
              <a:srgbClr val="D9D9D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3C168A0-FACB-A7D3-B1A5-C2F6844CF33A}"/>
              </a:ext>
            </a:extLst>
          </p:cNvPr>
          <p:cNvSpPr txBox="1"/>
          <p:nvPr/>
        </p:nvSpPr>
        <p:spPr>
          <a:xfrm>
            <a:off x="2387600" y="50800"/>
            <a:ext cx="2933700" cy="302647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ctr">
            <a:noAutofit/>
          </a:bodyPr>
          <a:lstStyle/>
          <a:p>
            <a:r>
              <a:rPr lang="ko-KR" altLang="en-US" sz="600">
                <a:solidFill>
                  <a:srgbClr val="252525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대시보드</a:t>
            </a: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ECE9B169-C877-F2C2-2423-B03875AAC124}"/>
              </a:ext>
            </a:extLst>
          </p:cNvPr>
          <p:cNvSpPr/>
          <p:nvPr/>
        </p:nvSpPr>
        <p:spPr>
          <a:xfrm>
            <a:off x="5346700" y="50800"/>
            <a:ext cx="609600" cy="304800"/>
          </a:xfrm>
          <a:prstGeom prst="rect">
            <a:avLst/>
          </a:prstGeom>
          <a:solidFill>
            <a:srgbClr val="3C3C3C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CED6DA1-759A-537C-A42E-CD9F204DA4B8}"/>
              </a:ext>
            </a:extLst>
          </p:cNvPr>
          <p:cNvSpPr txBox="1"/>
          <p:nvPr/>
        </p:nvSpPr>
        <p:spPr>
          <a:xfrm>
            <a:off x="5346700" y="50800"/>
            <a:ext cx="609600" cy="302647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ctr">
            <a:noAutofit/>
          </a:bodyPr>
          <a:lstStyle/>
          <a:p>
            <a:pPr algn="ctr"/>
            <a:r>
              <a:rPr lang="ko-KR" altLang="en-US" sz="600" b="1">
                <a:solidFill>
                  <a:srgbClr val="FFFFFF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화면 경로</a:t>
            </a: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4FD719E0-B4CA-DC6A-AAD5-558A636EAE50}"/>
              </a:ext>
            </a:extLst>
          </p:cNvPr>
          <p:cNvSpPr/>
          <p:nvPr/>
        </p:nvSpPr>
        <p:spPr>
          <a:xfrm>
            <a:off x="5956300" y="50800"/>
            <a:ext cx="3098800" cy="304800"/>
          </a:xfrm>
          <a:prstGeom prst="rect">
            <a:avLst/>
          </a:prstGeom>
          <a:solidFill>
            <a:srgbClr val="FFFFFF"/>
          </a:solidFill>
          <a:ln w="7620">
            <a:solidFill>
              <a:srgbClr val="D9D9D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8125425B-189C-6D50-1C8F-A7DD7AFFF35D}"/>
              </a:ext>
            </a:extLst>
          </p:cNvPr>
          <p:cNvSpPr txBox="1"/>
          <p:nvPr/>
        </p:nvSpPr>
        <p:spPr>
          <a:xfrm>
            <a:off x="5981700" y="50800"/>
            <a:ext cx="3048000" cy="302647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ctr">
            <a:noAutofit/>
          </a:bodyPr>
          <a:lstStyle/>
          <a:p>
            <a:r>
              <a:rPr lang="en-US" altLang="ko-KR" sz="600">
                <a:solidFill>
                  <a:srgbClr val="252525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#dashboard</a:t>
            </a:r>
            <a:endParaRPr lang="ko-KR" altLang="en-US" sz="600">
              <a:solidFill>
                <a:srgbClr val="252525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C95F0F74-F4B4-E83F-1D8E-B3DA30FD92C5}"/>
              </a:ext>
            </a:extLst>
          </p:cNvPr>
          <p:cNvSpPr/>
          <p:nvPr/>
        </p:nvSpPr>
        <p:spPr>
          <a:xfrm>
            <a:off x="9893300" y="50800"/>
            <a:ext cx="825500" cy="304800"/>
          </a:xfrm>
          <a:prstGeom prst="rect">
            <a:avLst/>
          </a:prstGeom>
          <a:solidFill>
            <a:srgbClr val="3C3C3C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9462B09C-2472-2094-ADAB-48AF3DBE37EF}"/>
              </a:ext>
            </a:extLst>
          </p:cNvPr>
          <p:cNvSpPr txBox="1"/>
          <p:nvPr/>
        </p:nvSpPr>
        <p:spPr>
          <a:xfrm>
            <a:off x="9893300" y="50800"/>
            <a:ext cx="825500" cy="302647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ctr">
            <a:noAutofit/>
          </a:bodyPr>
          <a:lstStyle/>
          <a:p>
            <a:pPr algn="ctr"/>
            <a:r>
              <a:rPr lang="ko-KR" altLang="en-US" sz="600" b="1">
                <a:solidFill>
                  <a:srgbClr val="FFFFFF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작성 기준</a:t>
            </a: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6320B60A-A28C-B275-6A51-5BC4286ADB2E}"/>
              </a:ext>
            </a:extLst>
          </p:cNvPr>
          <p:cNvSpPr/>
          <p:nvPr/>
        </p:nvSpPr>
        <p:spPr>
          <a:xfrm>
            <a:off x="10718800" y="50800"/>
            <a:ext cx="1295400" cy="304800"/>
          </a:xfrm>
          <a:prstGeom prst="rect">
            <a:avLst/>
          </a:prstGeom>
          <a:solidFill>
            <a:srgbClr val="FFFFFF"/>
          </a:solidFill>
          <a:ln w="7620">
            <a:solidFill>
              <a:srgbClr val="D9D9D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2414AF75-00A7-8E2E-03A3-34F6778A48E7}"/>
              </a:ext>
            </a:extLst>
          </p:cNvPr>
          <p:cNvSpPr txBox="1"/>
          <p:nvPr/>
        </p:nvSpPr>
        <p:spPr>
          <a:xfrm>
            <a:off x="10744200" y="50800"/>
            <a:ext cx="1244600" cy="302647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ctr">
            <a:noAutofit/>
          </a:bodyPr>
          <a:lstStyle/>
          <a:p>
            <a:r>
              <a:rPr lang="ko-KR" altLang="en-US" sz="600">
                <a:solidFill>
                  <a:srgbClr val="252525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현행 구현 </a:t>
            </a:r>
            <a:r>
              <a:rPr lang="en-US" altLang="ko-KR" sz="600">
                <a:solidFill>
                  <a:srgbClr val="252525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+ </a:t>
            </a:r>
            <a:r>
              <a:rPr lang="ko-KR" altLang="en-US" sz="600">
                <a:solidFill>
                  <a:srgbClr val="252525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정책 </a:t>
            </a:r>
            <a:r>
              <a:rPr lang="en-US" altLang="ko-KR" sz="600">
                <a:solidFill>
                  <a:srgbClr val="252525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1.0</a:t>
            </a:r>
            <a:endParaRPr lang="ko-KR" altLang="en-US" sz="600">
              <a:solidFill>
                <a:srgbClr val="252525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pic>
        <p:nvPicPr>
          <p:cNvPr id="19" name="그림 18">
            <a:extLst>
              <a:ext uri="{FF2B5EF4-FFF2-40B4-BE49-F238E27FC236}">
                <a16:creationId xmlns:a16="http://schemas.microsoft.com/office/drawing/2014/main" id="{0AAE5BBA-6A4A-F3AA-37BD-2A0CEDB05F6E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7800" y="482600"/>
            <a:ext cx="8940800" cy="6273800"/>
          </a:xfrm>
          <a:prstGeom prst="rect">
            <a:avLst/>
          </a:prstGeom>
        </p:spPr>
      </p:pic>
      <p:sp>
        <p:nvSpPr>
          <p:cNvPr id="20" name="직사각형 19">
            <a:extLst>
              <a:ext uri="{FF2B5EF4-FFF2-40B4-BE49-F238E27FC236}">
                <a16:creationId xmlns:a16="http://schemas.microsoft.com/office/drawing/2014/main" id="{5A659B17-DAB9-AFC6-5768-CE6F44C499A0}"/>
              </a:ext>
            </a:extLst>
          </p:cNvPr>
          <p:cNvSpPr/>
          <p:nvPr/>
        </p:nvSpPr>
        <p:spPr>
          <a:xfrm>
            <a:off x="177800" y="482600"/>
            <a:ext cx="8940800" cy="6273800"/>
          </a:xfrm>
          <a:prstGeom prst="rect">
            <a:avLst/>
          </a:prstGeom>
          <a:solidFill>
            <a:srgbClr val="FFFFFF">
              <a:alpha val="0"/>
            </a:srgbClr>
          </a:solidFill>
          <a:ln w="7620">
            <a:solidFill>
              <a:srgbClr val="D9D9D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1" name="타원 20">
            <a:extLst>
              <a:ext uri="{FF2B5EF4-FFF2-40B4-BE49-F238E27FC236}">
                <a16:creationId xmlns:a16="http://schemas.microsoft.com/office/drawing/2014/main" id="{5A6D5D28-C22D-1E5E-36AF-CF0A3AC5F309}"/>
              </a:ext>
            </a:extLst>
          </p:cNvPr>
          <p:cNvSpPr/>
          <p:nvPr/>
        </p:nvSpPr>
        <p:spPr>
          <a:xfrm>
            <a:off x="7483828" y="707589"/>
            <a:ext cx="165100" cy="165100"/>
          </a:xfrm>
          <a:prstGeom prst="ellipse">
            <a:avLst/>
          </a:prstGeom>
          <a:solidFill>
            <a:srgbClr val="FF2F2F"/>
          </a:solidFill>
          <a:ln w="8890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650" b="1">
                <a:solidFill>
                  <a:srgbClr val="FFFFFF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1</a:t>
            </a:r>
            <a:endParaRPr lang="ko-KR" altLang="en-US" sz="650" b="1">
              <a:solidFill>
                <a:srgbClr val="FFFFFF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22" name="타원 21">
            <a:extLst>
              <a:ext uri="{FF2B5EF4-FFF2-40B4-BE49-F238E27FC236}">
                <a16:creationId xmlns:a16="http://schemas.microsoft.com/office/drawing/2014/main" id="{F34DEC68-71AA-8565-F65A-1C44D3178E02}"/>
              </a:ext>
            </a:extLst>
          </p:cNvPr>
          <p:cNvSpPr/>
          <p:nvPr/>
        </p:nvSpPr>
        <p:spPr>
          <a:xfrm>
            <a:off x="8104717" y="1433382"/>
            <a:ext cx="165100" cy="165100"/>
          </a:xfrm>
          <a:prstGeom prst="ellipse">
            <a:avLst/>
          </a:prstGeom>
          <a:solidFill>
            <a:srgbClr val="FF2F2F"/>
          </a:solidFill>
          <a:ln w="8890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650" b="1">
                <a:solidFill>
                  <a:srgbClr val="FFFFFF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2</a:t>
            </a:r>
            <a:endParaRPr lang="ko-KR" altLang="en-US" sz="650" b="1">
              <a:solidFill>
                <a:srgbClr val="FFFFFF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23" name="타원 22">
            <a:extLst>
              <a:ext uri="{FF2B5EF4-FFF2-40B4-BE49-F238E27FC236}">
                <a16:creationId xmlns:a16="http://schemas.microsoft.com/office/drawing/2014/main" id="{0C445B7E-47B8-E24A-195C-6E98F5ED3467}"/>
              </a:ext>
            </a:extLst>
          </p:cNvPr>
          <p:cNvSpPr/>
          <p:nvPr/>
        </p:nvSpPr>
        <p:spPr>
          <a:xfrm>
            <a:off x="4379383" y="2030008"/>
            <a:ext cx="165100" cy="165100"/>
          </a:xfrm>
          <a:prstGeom prst="ellipse">
            <a:avLst/>
          </a:prstGeom>
          <a:solidFill>
            <a:srgbClr val="FF2F2F"/>
          </a:solidFill>
          <a:ln w="8890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650" b="1">
                <a:solidFill>
                  <a:srgbClr val="FFFFFF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3</a:t>
            </a:r>
            <a:endParaRPr lang="ko-KR" altLang="en-US" sz="650" b="1">
              <a:solidFill>
                <a:srgbClr val="FFFFFF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24" name="타원 23">
            <a:extLst>
              <a:ext uri="{FF2B5EF4-FFF2-40B4-BE49-F238E27FC236}">
                <a16:creationId xmlns:a16="http://schemas.microsoft.com/office/drawing/2014/main" id="{57527B5A-A421-1E55-E5B4-3F5DE8D9E589}"/>
              </a:ext>
            </a:extLst>
          </p:cNvPr>
          <p:cNvSpPr/>
          <p:nvPr/>
        </p:nvSpPr>
        <p:spPr>
          <a:xfrm>
            <a:off x="4131028" y="3044887"/>
            <a:ext cx="165100" cy="165100"/>
          </a:xfrm>
          <a:prstGeom prst="ellipse">
            <a:avLst/>
          </a:prstGeom>
          <a:solidFill>
            <a:srgbClr val="FF2F2F"/>
          </a:solidFill>
          <a:ln w="8890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650" b="1">
                <a:solidFill>
                  <a:srgbClr val="FFFFFF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4</a:t>
            </a:r>
            <a:endParaRPr lang="ko-KR" altLang="en-US" sz="650" b="1">
              <a:solidFill>
                <a:srgbClr val="FFFFFF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25" name="타원 24">
            <a:extLst>
              <a:ext uri="{FF2B5EF4-FFF2-40B4-BE49-F238E27FC236}">
                <a16:creationId xmlns:a16="http://schemas.microsoft.com/office/drawing/2014/main" id="{313B35DC-00F6-508D-0A35-559B8644BAB8}"/>
              </a:ext>
            </a:extLst>
          </p:cNvPr>
          <p:cNvSpPr/>
          <p:nvPr/>
        </p:nvSpPr>
        <p:spPr>
          <a:xfrm>
            <a:off x="3572228" y="4644091"/>
            <a:ext cx="165100" cy="165100"/>
          </a:xfrm>
          <a:prstGeom prst="ellipse">
            <a:avLst/>
          </a:prstGeom>
          <a:solidFill>
            <a:srgbClr val="FF2F2F"/>
          </a:solidFill>
          <a:ln w="8890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650" b="1">
                <a:solidFill>
                  <a:srgbClr val="FFFFFF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5</a:t>
            </a:r>
            <a:endParaRPr lang="ko-KR" altLang="en-US" sz="650" b="1">
              <a:solidFill>
                <a:srgbClr val="FFFFFF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26" name="타원 25">
            <a:extLst>
              <a:ext uri="{FF2B5EF4-FFF2-40B4-BE49-F238E27FC236}">
                <a16:creationId xmlns:a16="http://schemas.microsoft.com/office/drawing/2014/main" id="{C8CBF79A-5C25-3F0D-572A-1C8EFB74EE95}"/>
              </a:ext>
            </a:extLst>
          </p:cNvPr>
          <p:cNvSpPr/>
          <p:nvPr/>
        </p:nvSpPr>
        <p:spPr>
          <a:xfrm>
            <a:off x="6428317" y="6058772"/>
            <a:ext cx="165099" cy="165100"/>
          </a:xfrm>
          <a:prstGeom prst="ellipse">
            <a:avLst/>
          </a:prstGeom>
          <a:solidFill>
            <a:srgbClr val="FF2F2F"/>
          </a:solidFill>
          <a:ln w="8890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650" b="1">
                <a:solidFill>
                  <a:srgbClr val="FFFFFF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6</a:t>
            </a:r>
            <a:endParaRPr lang="ko-KR" altLang="en-US" sz="650" b="1">
              <a:solidFill>
                <a:srgbClr val="FFFFFF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27" name="직사각형 26">
            <a:extLst>
              <a:ext uri="{FF2B5EF4-FFF2-40B4-BE49-F238E27FC236}">
                <a16:creationId xmlns:a16="http://schemas.microsoft.com/office/drawing/2014/main" id="{4EA4282E-7213-D177-C08D-5D72D4A926E0}"/>
              </a:ext>
            </a:extLst>
          </p:cNvPr>
          <p:cNvSpPr/>
          <p:nvPr/>
        </p:nvSpPr>
        <p:spPr>
          <a:xfrm>
            <a:off x="9271000" y="482600"/>
            <a:ext cx="2743200" cy="6273800"/>
          </a:xfrm>
          <a:prstGeom prst="rect">
            <a:avLst/>
          </a:prstGeom>
          <a:solidFill>
            <a:srgbClr val="FFFFFF"/>
          </a:solidFill>
          <a:ln w="7620">
            <a:solidFill>
              <a:srgbClr val="D9D9D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8" name="직사각형 27">
            <a:extLst>
              <a:ext uri="{FF2B5EF4-FFF2-40B4-BE49-F238E27FC236}">
                <a16:creationId xmlns:a16="http://schemas.microsoft.com/office/drawing/2014/main" id="{0102B141-C9CE-51EB-56E2-D948C6074BF0}"/>
              </a:ext>
            </a:extLst>
          </p:cNvPr>
          <p:cNvSpPr/>
          <p:nvPr/>
        </p:nvSpPr>
        <p:spPr>
          <a:xfrm>
            <a:off x="9271000" y="482600"/>
            <a:ext cx="2743200" cy="342900"/>
          </a:xfrm>
          <a:prstGeom prst="rect">
            <a:avLst/>
          </a:prstGeom>
          <a:solidFill>
            <a:srgbClr val="3C3C3C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55E79D83-5E6F-D90C-B0C4-4C6169CB15ED}"/>
              </a:ext>
            </a:extLst>
          </p:cNvPr>
          <p:cNvSpPr txBox="1"/>
          <p:nvPr/>
        </p:nvSpPr>
        <p:spPr>
          <a:xfrm>
            <a:off x="9271000" y="482600"/>
            <a:ext cx="2743200" cy="302647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ctr">
            <a:noAutofit/>
          </a:bodyPr>
          <a:lstStyle/>
          <a:p>
            <a:pPr algn="ctr"/>
            <a:r>
              <a:rPr lang="en-US" altLang="ko-KR" sz="800" b="1">
                <a:solidFill>
                  <a:srgbClr val="FFFFFF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Description</a:t>
            </a:r>
            <a:endParaRPr lang="ko-KR" altLang="en-US" sz="800" b="1">
              <a:solidFill>
                <a:srgbClr val="FFFFFF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30" name="타원 29">
            <a:extLst>
              <a:ext uri="{FF2B5EF4-FFF2-40B4-BE49-F238E27FC236}">
                <a16:creationId xmlns:a16="http://schemas.microsoft.com/office/drawing/2014/main" id="{A686EB01-62D9-D118-395F-58BF44179183}"/>
              </a:ext>
            </a:extLst>
          </p:cNvPr>
          <p:cNvSpPr/>
          <p:nvPr/>
        </p:nvSpPr>
        <p:spPr>
          <a:xfrm>
            <a:off x="9347200" y="927100"/>
            <a:ext cx="152400" cy="152400"/>
          </a:xfrm>
          <a:prstGeom prst="ellipse">
            <a:avLst/>
          </a:prstGeom>
          <a:solidFill>
            <a:srgbClr val="FF2F2F"/>
          </a:solidFill>
          <a:ln w="8890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650" b="1">
                <a:solidFill>
                  <a:srgbClr val="FFFFFF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1</a:t>
            </a:r>
            <a:endParaRPr lang="ko-KR" altLang="en-US" sz="650" b="1">
              <a:solidFill>
                <a:srgbClr val="FFFFFF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F3CCE99E-D19A-553E-C4C1-51D131D611FA}"/>
              </a:ext>
            </a:extLst>
          </p:cNvPr>
          <p:cNvSpPr txBox="1"/>
          <p:nvPr/>
        </p:nvSpPr>
        <p:spPr>
          <a:xfrm>
            <a:off x="9563100" y="901700"/>
            <a:ext cx="2374900" cy="302647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t">
            <a:noAutofit/>
          </a:bodyPr>
          <a:lstStyle/>
          <a:p>
            <a:r>
              <a:rPr lang="ko-KR" altLang="en-US" sz="700" b="1">
                <a:solidFill>
                  <a:srgbClr val="252525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연결 상태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F8760C74-5E6C-FC5A-A28D-3C42817E954E}"/>
              </a:ext>
            </a:extLst>
          </p:cNvPr>
          <p:cNvSpPr txBox="1"/>
          <p:nvPr/>
        </p:nvSpPr>
        <p:spPr>
          <a:xfrm>
            <a:off x="9563100" y="1092200"/>
            <a:ext cx="2374900" cy="302647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t">
            <a:noAutofit/>
          </a:bodyPr>
          <a:lstStyle/>
          <a:p>
            <a:r>
              <a:rPr lang="ko-KR" altLang="en-US" sz="650">
                <a:solidFill>
                  <a:srgbClr val="252525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백엔드 </a:t>
            </a:r>
            <a:r>
              <a:rPr lang="en-US" altLang="ko-KR" sz="650">
                <a:solidFill>
                  <a:srgbClr val="252525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API </a:t>
            </a:r>
            <a:r>
              <a:rPr lang="ko-KR" altLang="en-US" sz="650">
                <a:solidFill>
                  <a:srgbClr val="252525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연결 수와 앱 계정 수를 표시한다</a:t>
            </a:r>
            <a:r>
              <a:rPr lang="en-US" altLang="ko-KR" sz="650">
                <a:solidFill>
                  <a:srgbClr val="252525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. </a:t>
            </a:r>
            <a:r>
              <a:rPr lang="ko-KR" altLang="en-US" sz="650">
                <a:solidFill>
                  <a:srgbClr val="252525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일부 </a:t>
            </a:r>
            <a:r>
              <a:rPr lang="en-US" altLang="ko-KR" sz="650">
                <a:solidFill>
                  <a:srgbClr val="252525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API </a:t>
            </a:r>
            <a:r>
              <a:rPr lang="ko-KR" altLang="en-US" sz="650">
                <a:solidFill>
                  <a:srgbClr val="252525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실패를 전체 정상으로 표시하지 않는다</a:t>
            </a:r>
            <a:r>
              <a:rPr lang="en-US" altLang="ko-KR" sz="650">
                <a:solidFill>
                  <a:srgbClr val="252525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.</a:t>
            </a:r>
            <a:endParaRPr lang="ko-KR" altLang="en-US" sz="650">
              <a:solidFill>
                <a:srgbClr val="252525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cxnSp>
        <p:nvCxnSpPr>
          <p:cNvPr id="33" name="직선 연결선 32">
            <a:extLst>
              <a:ext uri="{FF2B5EF4-FFF2-40B4-BE49-F238E27FC236}">
                <a16:creationId xmlns:a16="http://schemas.microsoft.com/office/drawing/2014/main" id="{1422EAEF-7D55-80C2-645E-B4ECE8A9DFBF}"/>
              </a:ext>
            </a:extLst>
          </p:cNvPr>
          <p:cNvCxnSpPr/>
          <p:nvPr/>
        </p:nvCxnSpPr>
        <p:spPr>
          <a:xfrm>
            <a:off x="9372600" y="1833033"/>
            <a:ext cx="2540000" cy="0"/>
          </a:xfrm>
          <a:prstGeom prst="line">
            <a:avLst/>
          </a:prstGeom>
          <a:ln w="6350">
            <a:solidFill>
              <a:srgbClr val="E7E7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타원 33">
            <a:extLst>
              <a:ext uri="{FF2B5EF4-FFF2-40B4-BE49-F238E27FC236}">
                <a16:creationId xmlns:a16="http://schemas.microsoft.com/office/drawing/2014/main" id="{B88B6206-2067-0E21-2DF0-E2CBB51C7BD2}"/>
              </a:ext>
            </a:extLst>
          </p:cNvPr>
          <p:cNvSpPr/>
          <p:nvPr/>
        </p:nvSpPr>
        <p:spPr>
          <a:xfrm>
            <a:off x="9347200" y="1896533"/>
            <a:ext cx="152400" cy="152400"/>
          </a:xfrm>
          <a:prstGeom prst="ellipse">
            <a:avLst/>
          </a:prstGeom>
          <a:solidFill>
            <a:srgbClr val="FF2F2F"/>
          </a:solidFill>
          <a:ln w="8890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650" b="1">
                <a:solidFill>
                  <a:srgbClr val="FFFFFF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2</a:t>
            </a:r>
            <a:endParaRPr lang="ko-KR" altLang="en-US" sz="650" b="1">
              <a:solidFill>
                <a:srgbClr val="FFFFFF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B2E5F8C1-2309-4A83-E155-A4A1A2558AE4}"/>
              </a:ext>
            </a:extLst>
          </p:cNvPr>
          <p:cNvSpPr txBox="1"/>
          <p:nvPr/>
        </p:nvSpPr>
        <p:spPr>
          <a:xfrm>
            <a:off x="9563100" y="1871133"/>
            <a:ext cx="2374900" cy="302647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t">
            <a:noAutofit/>
          </a:bodyPr>
          <a:lstStyle/>
          <a:p>
            <a:r>
              <a:rPr lang="ko-KR" altLang="en-US" sz="700" b="1">
                <a:solidFill>
                  <a:srgbClr val="252525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기간 선택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EC35394E-6FAE-14B1-B299-D96C6B07EBC4}"/>
              </a:ext>
            </a:extLst>
          </p:cNvPr>
          <p:cNvSpPr txBox="1"/>
          <p:nvPr/>
        </p:nvSpPr>
        <p:spPr>
          <a:xfrm>
            <a:off x="9563100" y="2061633"/>
            <a:ext cx="2374900" cy="302647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t">
            <a:noAutofit/>
          </a:bodyPr>
          <a:lstStyle/>
          <a:p>
            <a:r>
              <a:rPr lang="en-US" altLang="ko-KR" sz="650">
                <a:solidFill>
                  <a:srgbClr val="252525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7</a:t>
            </a:r>
            <a:r>
              <a:rPr lang="ko-KR" altLang="en-US" sz="650">
                <a:solidFill>
                  <a:srgbClr val="252525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일</a:t>
            </a:r>
            <a:r>
              <a:rPr lang="en-US" altLang="ko-KR" sz="650">
                <a:solidFill>
                  <a:srgbClr val="252525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·30</a:t>
            </a:r>
            <a:r>
              <a:rPr lang="ko-KR" altLang="en-US" sz="650">
                <a:solidFill>
                  <a:srgbClr val="252525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일</a:t>
            </a:r>
            <a:r>
              <a:rPr lang="en-US" altLang="ko-KR" sz="650">
                <a:solidFill>
                  <a:srgbClr val="252525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·90</a:t>
            </a:r>
            <a:r>
              <a:rPr lang="ko-KR" altLang="en-US" sz="650">
                <a:solidFill>
                  <a:srgbClr val="252525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일 중 하나만 활성화한다</a:t>
            </a:r>
            <a:r>
              <a:rPr lang="en-US" altLang="ko-KR" sz="650">
                <a:solidFill>
                  <a:srgbClr val="252525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. </a:t>
            </a:r>
            <a:r>
              <a:rPr lang="ko-KR" altLang="en-US" sz="650">
                <a:solidFill>
                  <a:srgbClr val="252525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해당 기간 데이터가 없으면 빈 차트와 안내를 함께 표시한다</a:t>
            </a:r>
            <a:r>
              <a:rPr lang="en-US" altLang="ko-KR" sz="650">
                <a:solidFill>
                  <a:srgbClr val="252525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.</a:t>
            </a:r>
            <a:endParaRPr lang="ko-KR" altLang="en-US" sz="650">
              <a:solidFill>
                <a:srgbClr val="252525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cxnSp>
        <p:nvCxnSpPr>
          <p:cNvPr id="37" name="직선 연결선 36">
            <a:extLst>
              <a:ext uri="{FF2B5EF4-FFF2-40B4-BE49-F238E27FC236}">
                <a16:creationId xmlns:a16="http://schemas.microsoft.com/office/drawing/2014/main" id="{96D97984-B9A0-8357-8126-A9B88C1AF9A1}"/>
              </a:ext>
            </a:extLst>
          </p:cNvPr>
          <p:cNvCxnSpPr/>
          <p:nvPr/>
        </p:nvCxnSpPr>
        <p:spPr>
          <a:xfrm>
            <a:off x="9372600" y="2802467"/>
            <a:ext cx="2540000" cy="0"/>
          </a:xfrm>
          <a:prstGeom prst="line">
            <a:avLst/>
          </a:prstGeom>
          <a:ln w="6350">
            <a:solidFill>
              <a:srgbClr val="E7E7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타원 37">
            <a:extLst>
              <a:ext uri="{FF2B5EF4-FFF2-40B4-BE49-F238E27FC236}">
                <a16:creationId xmlns:a16="http://schemas.microsoft.com/office/drawing/2014/main" id="{9F21DAFA-F2CB-643C-D805-7A8A5658A8CF}"/>
              </a:ext>
            </a:extLst>
          </p:cNvPr>
          <p:cNvSpPr/>
          <p:nvPr/>
        </p:nvSpPr>
        <p:spPr>
          <a:xfrm>
            <a:off x="9347200" y="2865967"/>
            <a:ext cx="152400" cy="152400"/>
          </a:xfrm>
          <a:prstGeom prst="ellipse">
            <a:avLst/>
          </a:prstGeom>
          <a:solidFill>
            <a:srgbClr val="FF2F2F"/>
          </a:solidFill>
          <a:ln w="8890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650" b="1">
                <a:solidFill>
                  <a:srgbClr val="FFFFFF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3</a:t>
            </a:r>
            <a:endParaRPr lang="ko-KR" altLang="en-US" sz="650" b="1">
              <a:solidFill>
                <a:srgbClr val="FFFFFF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CA79C698-5D34-C99B-424D-A6F3DC79F54A}"/>
              </a:ext>
            </a:extLst>
          </p:cNvPr>
          <p:cNvSpPr txBox="1"/>
          <p:nvPr/>
        </p:nvSpPr>
        <p:spPr>
          <a:xfrm>
            <a:off x="9563100" y="2840567"/>
            <a:ext cx="2374900" cy="302647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t">
            <a:noAutofit/>
          </a:bodyPr>
          <a:lstStyle/>
          <a:p>
            <a:r>
              <a:rPr lang="ko-KR" altLang="en-US" sz="700" b="1">
                <a:solidFill>
                  <a:srgbClr val="252525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핵심 </a:t>
            </a:r>
            <a:r>
              <a:rPr lang="en-US" altLang="ko-KR" sz="700" b="1">
                <a:solidFill>
                  <a:srgbClr val="252525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KPI</a:t>
            </a:r>
            <a:endParaRPr lang="ko-KR" altLang="en-US" sz="700" b="1">
              <a:solidFill>
                <a:srgbClr val="252525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34F1BE52-7BDC-A493-2F7D-645300E2F28E}"/>
              </a:ext>
            </a:extLst>
          </p:cNvPr>
          <p:cNvSpPr txBox="1"/>
          <p:nvPr/>
        </p:nvSpPr>
        <p:spPr>
          <a:xfrm>
            <a:off x="9563100" y="3031067"/>
            <a:ext cx="2374900" cy="302647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t">
            <a:noAutofit/>
          </a:bodyPr>
          <a:lstStyle/>
          <a:p>
            <a:r>
              <a:rPr lang="ko-KR" altLang="en-US" sz="650">
                <a:solidFill>
                  <a:srgbClr val="252525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매출</a:t>
            </a:r>
            <a:r>
              <a:rPr lang="en-US" altLang="ko-KR" sz="650">
                <a:solidFill>
                  <a:srgbClr val="252525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·</a:t>
            </a:r>
            <a:r>
              <a:rPr lang="ko-KR" altLang="en-US" sz="650">
                <a:solidFill>
                  <a:srgbClr val="252525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차량</a:t>
            </a:r>
            <a:r>
              <a:rPr lang="en-US" altLang="ko-KR" sz="650">
                <a:solidFill>
                  <a:srgbClr val="252525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·</a:t>
            </a:r>
            <a:r>
              <a:rPr lang="ko-KR" altLang="en-US" sz="650">
                <a:solidFill>
                  <a:srgbClr val="252525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상품</a:t>
            </a:r>
            <a:r>
              <a:rPr lang="en-US" altLang="ko-KR" sz="650">
                <a:solidFill>
                  <a:srgbClr val="252525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·</a:t>
            </a:r>
            <a:r>
              <a:rPr lang="ko-KR" altLang="en-US" sz="650">
                <a:solidFill>
                  <a:srgbClr val="252525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회원 값을 같은 기준 시점으로 계산한다</a:t>
            </a:r>
            <a:r>
              <a:rPr lang="en-US" altLang="ko-KR" sz="650">
                <a:solidFill>
                  <a:srgbClr val="252525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. </a:t>
            </a:r>
            <a:r>
              <a:rPr lang="ko-KR" altLang="en-US" sz="650">
                <a:solidFill>
                  <a:srgbClr val="252525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예시값은 데이터 기준 라벨을 노출한다</a:t>
            </a:r>
            <a:r>
              <a:rPr lang="en-US" altLang="ko-KR" sz="650">
                <a:solidFill>
                  <a:srgbClr val="252525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.</a:t>
            </a:r>
            <a:endParaRPr lang="ko-KR" altLang="en-US" sz="650">
              <a:solidFill>
                <a:srgbClr val="252525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cxnSp>
        <p:nvCxnSpPr>
          <p:cNvPr id="41" name="직선 연결선 40">
            <a:extLst>
              <a:ext uri="{FF2B5EF4-FFF2-40B4-BE49-F238E27FC236}">
                <a16:creationId xmlns:a16="http://schemas.microsoft.com/office/drawing/2014/main" id="{91335C28-D9C4-E570-FDEB-32A8F5AAB82E}"/>
              </a:ext>
            </a:extLst>
          </p:cNvPr>
          <p:cNvCxnSpPr/>
          <p:nvPr/>
        </p:nvCxnSpPr>
        <p:spPr>
          <a:xfrm>
            <a:off x="9372600" y="3771900"/>
            <a:ext cx="2540000" cy="0"/>
          </a:xfrm>
          <a:prstGeom prst="line">
            <a:avLst/>
          </a:prstGeom>
          <a:ln w="6350">
            <a:solidFill>
              <a:srgbClr val="E7E7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타원 41">
            <a:extLst>
              <a:ext uri="{FF2B5EF4-FFF2-40B4-BE49-F238E27FC236}">
                <a16:creationId xmlns:a16="http://schemas.microsoft.com/office/drawing/2014/main" id="{453DBB68-0D0D-C2CA-EE86-B4D44BCA659B}"/>
              </a:ext>
            </a:extLst>
          </p:cNvPr>
          <p:cNvSpPr/>
          <p:nvPr/>
        </p:nvSpPr>
        <p:spPr>
          <a:xfrm>
            <a:off x="9347200" y="3835400"/>
            <a:ext cx="152400" cy="152400"/>
          </a:xfrm>
          <a:prstGeom prst="ellipse">
            <a:avLst/>
          </a:prstGeom>
          <a:solidFill>
            <a:srgbClr val="FF2F2F"/>
          </a:solidFill>
          <a:ln w="8890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650" b="1">
                <a:solidFill>
                  <a:srgbClr val="FFFFFF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4</a:t>
            </a:r>
            <a:endParaRPr lang="ko-KR" altLang="en-US" sz="650" b="1">
              <a:solidFill>
                <a:srgbClr val="FFFFFF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048A5E34-5B95-D031-DC45-FD5FAB3335EA}"/>
              </a:ext>
            </a:extLst>
          </p:cNvPr>
          <p:cNvSpPr txBox="1"/>
          <p:nvPr/>
        </p:nvSpPr>
        <p:spPr>
          <a:xfrm>
            <a:off x="9563100" y="3810000"/>
            <a:ext cx="2374900" cy="302647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t">
            <a:noAutofit/>
          </a:bodyPr>
          <a:lstStyle/>
          <a:p>
            <a:r>
              <a:rPr lang="ko-KR" altLang="en-US" sz="700" b="1">
                <a:solidFill>
                  <a:srgbClr val="252525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운영 우선순위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528DB886-7C0E-52EA-A1F7-64AB18B156C3}"/>
              </a:ext>
            </a:extLst>
          </p:cNvPr>
          <p:cNvSpPr txBox="1"/>
          <p:nvPr/>
        </p:nvSpPr>
        <p:spPr>
          <a:xfrm>
            <a:off x="9563100" y="4000500"/>
            <a:ext cx="2374900" cy="302647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t">
            <a:noAutofit/>
          </a:bodyPr>
          <a:lstStyle/>
          <a:p>
            <a:r>
              <a:rPr lang="ko-KR" altLang="en-US" sz="650">
                <a:solidFill>
                  <a:srgbClr val="252525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배차 가능</a:t>
            </a:r>
            <a:r>
              <a:rPr lang="en-US" altLang="ko-KR" sz="650">
                <a:solidFill>
                  <a:srgbClr val="252525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, </a:t>
            </a:r>
            <a:r>
              <a:rPr lang="ko-KR" altLang="en-US" sz="650">
                <a:solidFill>
                  <a:srgbClr val="252525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입고 필요</a:t>
            </a:r>
            <a:r>
              <a:rPr lang="en-US" altLang="ko-KR" sz="650">
                <a:solidFill>
                  <a:srgbClr val="252525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, </a:t>
            </a:r>
            <a:r>
              <a:rPr lang="ko-KR" altLang="en-US" sz="650">
                <a:solidFill>
                  <a:srgbClr val="252525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활성 회원 카드를 상세 메뉴 이동 링크로 사용한다</a:t>
            </a:r>
            <a:r>
              <a:rPr lang="en-US" altLang="ko-KR" sz="650">
                <a:solidFill>
                  <a:srgbClr val="252525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. </a:t>
            </a:r>
            <a:r>
              <a:rPr lang="ko-KR" altLang="en-US" sz="650">
                <a:solidFill>
                  <a:srgbClr val="252525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권한 제한은 이동 후 안내한다</a:t>
            </a:r>
            <a:r>
              <a:rPr lang="en-US" altLang="ko-KR" sz="650">
                <a:solidFill>
                  <a:srgbClr val="252525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.</a:t>
            </a:r>
            <a:endParaRPr lang="ko-KR" altLang="en-US" sz="650">
              <a:solidFill>
                <a:srgbClr val="252525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cxnSp>
        <p:nvCxnSpPr>
          <p:cNvPr id="45" name="직선 연결선 44">
            <a:extLst>
              <a:ext uri="{FF2B5EF4-FFF2-40B4-BE49-F238E27FC236}">
                <a16:creationId xmlns:a16="http://schemas.microsoft.com/office/drawing/2014/main" id="{93274114-BB73-8753-E6B4-C2C22BA460D4}"/>
              </a:ext>
            </a:extLst>
          </p:cNvPr>
          <p:cNvCxnSpPr/>
          <p:nvPr/>
        </p:nvCxnSpPr>
        <p:spPr>
          <a:xfrm>
            <a:off x="9372600" y="4741333"/>
            <a:ext cx="2540000" cy="0"/>
          </a:xfrm>
          <a:prstGeom prst="line">
            <a:avLst/>
          </a:prstGeom>
          <a:ln w="6350">
            <a:solidFill>
              <a:srgbClr val="E7E7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6" name="타원 45">
            <a:extLst>
              <a:ext uri="{FF2B5EF4-FFF2-40B4-BE49-F238E27FC236}">
                <a16:creationId xmlns:a16="http://schemas.microsoft.com/office/drawing/2014/main" id="{60CDA978-5290-F1C8-AFC1-3A45A77C3220}"/>
              </a:ext>
            </a:extLst>
          </p:cNvPr>
          <p:cNvSpPr/>
          <p:nvPr/>
        </p:nvSpPr>
        <p:spPr>
          <a:xfrm>
            <a:off x="9347200" y="4804833"/>
            <a:ext cx="152400" cy="152400"/>
          </a:xfrm>
          <a:prstGeom prst="ellipse">
            <a:avLst/>
          </a:prstGeom>
          <a:solidFill>
            <a:srgbClr val="FF2F2F"/>
          </a:solidFill>
          <a:ln w="8890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650" b="1">
                <a:solidFill>
                  <a:srgbClr val="FFFFFF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5</a:t>
            </a:r>
            <a:endParaRPr lang="ko-KR" altLang="en-US" sz="650" b="1">
              <a:solidFill>
                <a:srgbClr val="FFFFFF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CC540CF7-A09C-BC6C-C069-DEC98B2942D8}"/>
              </a:ext>
            </a:extLst>
          </p:cNvPr>
          <p:cNvSpPr txBox="1"/>
          <p:nvPr/>
        </p:nvSpPr>
        <p:spPr>
          <a:xfrm>
            <a:off x="9563100" y="4779433"/>
            <a:ext cx="2374900" cy="302647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t">
            <a:noAutofit/>
          </a:bodyPr>
          <a:lstStyle/>
          <a:p>
            <a:r>
              <a:rPr lang="ko-KR" altLang="en-US" sz="700" b="1">
                <a:solidFill>
                  <a:srgbClr val="252525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매출</a:t>
            </a:r>
            <a:r>
              <a:rPr lang="en-US" altLang="ko-KR" sz="700" b="1">
                <a:solidFill>
                  <a:srgbClr val="252525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·</a:t>
            </a:r>
            <a:r>
              <a:rPr lang="ko-KR" altLang="en-US" sz="700" b="1">
                <a:solidFill>
                  <a:srgbClr val="252525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재고 차트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476577FE-68C1-104B-C7C5-52930BD2CA80}"/>
              </a:ext>
            </a:extLst>
          </p:cNvPr>
          <p:cNvSpPr txBox="1"/>
          <p:nvPr/>
        </p:nvSpPr>
        <p:spPr>
          <a:xfrm>
            <a:off x="9563100" y="4969933"/>
            <a:ext cx="2374900" cy="302647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t">
            <a:noAutofit/>
          </a:bodyPr>
          <a:lstStyle/>
          <a:p>
            <a:r>
              <a:rPr lang="ko-KR" altLang="en-US" sz="650">
                <a:solidFill>
                  <a:srgbClr val="252525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기간별 변화와 재고 건전성을 비교한다</a:t>
            </a:r>
            <a:r>
              <a:rPr lang="en-US" altLang="ko-KR" sz="650">
                <a:solidFill>
                  <a:srgbClr val="252525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. 0</a:t>
            </a:r>
            <a:r>
              <a:rPr lang="ko-KR" altLang="en-US" sz="650">
                <a:solidFill>
                  <a:srgbClr val="252525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건과 조회 실패를 같은 상태로 표현하지 않는다</a:t>
            </a:r>
            <a:r>
              <a:rPr lang="en-US" altLang="ko-KR" sz="650">
                <a:solidFill>
                  <a:srgbClr val="252525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.</a:t>
            </a:r>
            <a:endParaRPr lang="ko-KR" altLang="en-US" sz="650">
              <a:solidFill>
                <a:srgbClr val="252525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cxnSp>
        <p:nvCxnSpPr>
          <p:cNvPr id="49" name="직선 연결선 48">
            <a:extLst>
              <a:ext uri="{FF2B5EF4-FFF2-40B4-BE49-F238E27FC236}">
                <a16:creationId xmlns:a16="http://schemas.microsoft.com/office/drawing/2014/main" id="{612D3BFC-B8A2-3DCA-8051-D569E1071FA2}"/>
              </a:ext>
            </a:extLst>
          </p:cNvPr>
          <p:cNvCxnSpPr/>
          <p:nvPr/>
        </p:nvCxnSpPr>
        <p:spPr>
          <a:xfrm>
            <a:off x="9372600" y="5710767"/>
            <a:ext cx="2540000" cy="0"/>
          </a:xfrm>
          <a:prstGeom prst="line">
            <a:avLst/>
          </a:prstGeom>
          <a:ln w="6350">
            <a:solidFill>
              <a:srgbClr val="E7E7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0" name="타원 49">
            <a:extLst>
              <a:ext uri="{FF2B5EF4-FFF2-40B4-BE49-F238E27FC236}">
                <a16:creationId xmlns:a16="http://schemas.microsoft.com/office/drawing/2014/main" id="{A3EA96B5-0E5B-35A5-37FD-D5C76C872FB1}"/>
              </a:ext>
            </a:extLst>
          </p:cNvPr>
          <p:cNvSpPr/>
          <p:nvPr/>
        </p:nvSpPr>
        <p:spPr>
          <a:xfrm>
            <a:off x="9347200" y="5774267"/>
            <a:ext cx="152400" cy="152400"/>
          </a:xfrm>
          <a:prstGeom prst="ellipse">
            <a:avLst/>
          </a:prstGeom>
          <a:solidFill>
            <a:srgbClr val="FF2F2F"/>
          </a:solidFill>
          <a:ln w="8890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650" b="1">
                <a:solidFill>
                  <a:srgbClr val="FFFFFF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6</a:t>
            </a:r>
            <a:endParaRPr lang="ko-KR" altLang="en-US" sz="650" b="1">
              <a:solidFill>
                <a:srgbClr val="FFFFFF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1D9FD5A0-4B85-5B50-078E-0B88FD8355E1}"/>
              </a:ext>
            </a:extLst>
          </p:cNvPr>
          <p:cNvSpPr txBox="1"/>
          <p:nvPr/>
        </p:nvSpPr>
        <p:spPr>
          <a:xfrm>
            <a:off x="9563100" y="5748867"/>
            <a:ext cx="2374900" cy="302647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t">
            <a:noAutofit/>
          </a:bodyPr>
          <a:lstStyle/>
          <a:p>
            <a:r>
              <a:rPr lang="ko-KR" altLang="en-US" sz="700" b="1">
                <a:solidFill>
                  <a:srgbClr val="252525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하단 운영 카드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E9E2DB41-71B3-1852-6C30-8E281662954A}"/>
              </a:ext>
            </a:extLst>
          </p:cNvPr>
          <p:cNvSpPr txBox="1"/>
          <p:nvPr/>
        </p:nvSpPr>
        <p:spPr>
          <a:xfrm>
            <a:off x="9563100" y="5939367"/>
            <a:ext cx="2374900" cy="302647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t">
            <a:noAutofit/>
          </a:bodyPr>
          <a:lstStyle/>
          <a:p>
            <a:r>
              <a:rPr lang="ko-KR" altLang="en-US" sz="650">
                <a:solidFill>
                  <a:srgbClr val="252525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차량 상태와 상품 수요를 요약한다</a:t>
            </a:r>
            <a:r>
              <a:rPr lang="en-US" altLang="ko-KR" sz="650">
                <a:solidFill>
                  <a:srgbClr val="252525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. </a:t>
            </a:r>
            <a:r>
              <a:rPr lang="ko-KR" altLang="en-US" sz="650">
                <a:solidFill>
                  <a:srgbClr val="252525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상세 화면 건수와 모순되지 않도록 동일 판정식을 사용한다</a:t>
            </a:r>
            <a:r>
              <a:rPr lang="en-US" altLang="ko-KR" sz="650">
                <a:solidFill>
                  <a:srgbClr val="252525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.</a:t>
            </a:r>
            <a:endParaRPr lang="ko-KR" altLang="en-US" sz="650">
              <a:solidFill>
                <a:srgbClr val="252525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72124149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BFEE8F50-585C-1189-C244-3504F1021315}"/>
              </a:ext>
            </a:extLst>
          </p:cNvPr>
          <p:cNvSpPr/>
          <p:nvPr/>
        </p:nvSpPr>
        <p:spPr>
          <a:xfrm>
            <a:off x="177800" y="50800"/>
            <a:ext cx="609600" cy="304800"/>
          </a:xfrm>
          <a:prstGeom prst="rect">
            <a:avLst/>
          </a:prstGeom>
          <a:solidFill>
            <a:srgbClr val="3C3C3C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E9837EE-28BE-A4E2-9E3A-4FB2B8302863}"/>
              </a:ext>
            </a:extLst>
          </p:cNvPr>
          <p:cNvSpPr txBox="1"/>
          <p:nvPr/>
        </p:nvSpPr>
        <p:spPr>
          <a:xfrm>
            <a:off x="177800" y="50800"/>
            <a:ext cx="609600" cy="302647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ctr">
            <a:noAutofit/>
          </a:bodyPr>
          <a:lstStyle/>
          <a:p>
            <a:pPr algn="ctr"/>
            <a:r>
              <a:rPr lang="ko-KR" altLang="en-US" sz="600" b="1">
                <a:solidFill>
                  <a:srgbClr val="FFFFFF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화면 </a:t>
            </a:r>
            <a:r>
              <a:rPr lang="en-US" altLang="ko-KR" sz="600" b="1">
                <a:solidFill>
                  <a:srgbClr val="FFFFFF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ID</a:t>
            </a:r>
            <a:endParaRPr lang="ko-KR" altLang="en-US" sz="600" b="1">
              <a:solidFill>
                <a:srgbClr val="FFFFFF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DC616CF6-9AE9-A494-4937-4FEE4B011CF2}"/>
              </a:ext>
            </a:extLst>
          </p:cNvPr>
          <p:cNvSpPr/>
          <p:nvPr/>
        </p:nvSpPr>
        <p:spPr>
          <a:xfrm>
            <a:off x="787400" y="50800"/>
            <a:ext cx="914400" cy="304800"/>
          </a:xfrm>
          <a:prstGeom prst="rect">
            <a:avLst/>
          </a:prstGeom>
          <a:solidFill>
            <a:srgbClr val="FFFFFF"/>
          </a:solidFill>
          <a:ln w="7620">
            <a:solidFill>
              <a:srgbClr val="D9D9D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7F8398A-3A05-1518-E716-969A51AF3D8F}"/>
              </a:ext>
            </a:extLst>
          </p:cNvPr>
          <p:cNvSpPr txBox="1"/>
          <p:nvPr/>
        </p:nvSpPr>
        <p:spPr>
          <a:xfrm>
            <a:off x="812800" y="50800"/>
            <a:ext cx="863600" cy="302647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ctr">
            <a:noAutofit/>
          </a:bodyPr>
          <a:lstStyle/>
          <a:p>
            <a:r>
              <a:rPr lang="en-US" altLang="ko-KR" sz="600">
                <a:solidFill>
                  <a:srgbClr val="252525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SB-02</a:t>
            </a:r>
            <a:endParaRPr lang="ko-KR" altLang="en-US" sz="600">
              <a:solidFill>
                <a:srgbClr val="252525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85A4D405-825F-E8A5-C349-4A718A0677E9}"/>
              </a:ext>
            </a:extLst>
          </p:cNvPr>
          <p:cNvSpPr/>
          <p:nvPr/>
        </p:nvSpPr>
        <p:spPr>
          <a:xfrm>
            <a:off x="1752600" y="50800"/>
            <a:ext cx="609600" cy="304800"/>
          </a:xfrm>
          <a:prstGeom prst="rect">
            <a:avLst/>
          </a:prstGeom>
          <a:solidFill>
            <a:srgbClr val="3C3C3C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8567876-C543-F9C3-976F-21CEF3303B17}"/>
              </a:ext>
            </a:extLst>
          </p:cNvPr>
          <p:cNvSpPr txBox="1"/>
          <p:nvPr/>
        </p:nvSpPr>
        <p:spPr>
          <a:xfrm>
            <a:off x="1752600" y="50800"/>
            <a:ext cx="609600" cy="302647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ctr">
            <a:noAutofit/>
          </a:bodyPr>
          <a:lstStyle/>
          <a:p>
            <a:pPr algn="ctr"/>
            <a:r>
              <a:rPr lang="ko-KR" altLang="en-US" sz="600" b="1">
                <a:solidFill>
                  <a:srgbClr val="FFFFFF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화면명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939FDCA3-300A-6751-02B0-301C9BB55426}"/>
              </a:ext>
            </a:extLst>
          </p:cNvPr>
          <p:cNvSpPr/>
          <p:nvPr/>
        </p:nvSpPr>
        <p:spPr>
          <a:xfrm>
            <a:off x="2362200" y="50800"/>
            <a:ext cx="2984500" cy="304800"/>
          </a:xfrm>
          <a:prstGeom prst="rect">
            <a:avLst/>
          </a:prstGeom>
          <a:solidFill>
            <a:srgbClr val="FFFFFF"/>
          </a:solidFill>
          <a:ln w="7620">
            <a:solidFill>
              <a:srgbClr val="D9D9D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352CBBC-6C50-76E6-0C21-E8A339BFBC13}"/>
              </a:ext>
            </a:extLst>
          </p:cNvPr>
          <p:cNvSpPr txBox="1"/>
          <p:nvPr/>
        </p:nvSpPr>
        <p:spPr>
          <a:xfrm>
            <a:off x="2387600" y="50800"/>
            <a:ext cx="2933700" cy="302647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ctr">
            <a:noAutofit/>
          </a:bodyPr>
          <a:lstStyle/>
          <a:p>
            <a:r>
              <a:rPr lang="ko-KR" altLang="en-US" sz="600">
                <a:solidFill>
                  <a:srgbClr val="252525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무인차 관리</a:t>
            </a: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13E48F59-52DF-116E-DCB0-4A08F98B76BA}"/>
              </a:ext>
            </a:extLst>
          </p:cNvPr>
          <p:cNvSpPr/>
          <p:nvPr/>
        </p:nvSpPr>
        <p:spPr>
          <a:xfrm>
            <a:off x="5346700" y="50800"/>
            <a:ext cx="609600" cy="304800"/>
          </a:xfrm>
          <a:prstGeom prst="rect">
            <a:avLst/>
          </a:prstGeom>
          <a:solidFill>
            <a:srgbClr val="3C3C3C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16E6813-3704-85F8-C573-2791EF5D6482}"/>
              </a:ext>
            </a:extLst>
          </p:cNvPr>
          <p:cNvSpPr txBox="1"/>
          <p:nvPr/>
        </p:nvSpPr>
        <p:spPr>
          <a:xfrm>
            <a:off x="5346700" y="50800"/>
            <a:ext cx="609600" cy="302647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ctr">
            <a:noAutofit/>
          </a:bodyPr>
          <a:lstStyle/>
          <a:p>
            <a:pPr algn="ctr"/>
            <a:r>
              <a:rPr lang="ko-KR" altLang="en-US" sz="600" b="1">
                <a:solidFill>
                  <a:srgbClr val="FFFFFF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화면 경로</a:t>
            </a: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F0875350-F798-493B-26B4-973EE740C40B}"/>
              </a:ext>
            </a:extLst>
          </p:cNvPr>
          <p:cNvSpPr/>
          <p:nvPr/>
        </p:nvSpPr>
        <p:spPr>
          <a:xfrm>
            <a:off x="5956300" y="50800"/>
            <a:ext cx="3098800" cy="304800"/>
          </a:xfrm>
          <a:prstGeom prst="rect">
            <a:avLst/>
          </a:prstGeom>
          <a:solidFill>
            <a:srgbClr val="FFFFFF"/>
          </a:solidFill>
          <a:ln w="7620">
            <a:solidFill>
              <a:srgbClr val="D9D9D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6C08BE80-CDAA-7AB4-C215-BE972B133612}"/>
              </a:ext>
            </a:extLst>
          </p:cNvPr>
          <p:cNvSpPr txBox="1"/>
          <p:nvPr/>
        </p:nvSpPr>
        <p:spPr>
          <a:xfrm>
            <a:off x="5981700" y="50800"/>
            <a:ext cx="3048000" cy="302647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ctr">
            <a:noAutofit/>
          </a:bodyPr>
          <a:lstStyle/>
          <a:p>
            <a:r>
              <a:rPr lang="en-US" altLang="ko-KR" sz="600">
                <a:solidFill>
                  <a:srgbClr val="252525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#vehicles</a:t>
            </a:r>
            <a:endParaRPr lang="ko-KR" altLang="en-US" sz="600">
              <a:solidFill>
                <a:srgbClr val="252525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9ED019F6-429E-A7B4-D5BC-123F8C04AA52}"/>
              </a:ext>
            </a:extLst>
          </p:cNvPr>
          <p:cNvSpPr/>
          <p:nvPr/>
        </p:nvSpPr>
        <p:spPr>
          <a:xfrm>
            <a:off x="9893300" y="50800"/>
            <a:ext cx="825500" cy="304800"/>
          </a:xfrm>
          <a:prstGeom prst="rect">
            <a:avLst/>
          </a:prstGeom>
          <a:solidFill>
            <a:srgbClr val="3C3C3C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A9A9ADC4-DCDA-0ECD-72F0-CEDF71EE16BA}"/>
              </a:ext>
            </a:extLst>
          </p:cNvPr>
          <p:cNvSpPr txBox="1"/>
          <p:nvPr/>
        </p:nvSpPr>
        <p:spPr>
          <a:xfrm>
            <a:off x="9893300" y="50800"/>
            <a:ext cx="825500" cy="302647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ctr">
            <a:noAutofit/>
          </a:bodyPr>
          <a:lstStyle/>
          <a:p>
            <a:pPr algn="ctr"/>
            <a:r>
              <a:rPr lang="ko-KR" altLang="en-US" sz="600" b="1">
                <a:solidFill>
                  <a:srgbClr val="FFFFFF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작성 기준</a:t>
            </a: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D3A082CF-456A-A513-FA3A-D2E44027079E}"/>
              </a:ext>
            </a:extLst>
          </p:cNvPr>
          <p:cNvSpPr/>
          <p:nvPr/>
        </p:nvSpPr>
        <p:spPr>
          <a:xfrm>
            <a:off x="10718800" y="50800"/>
            <a:ext cx="1295400" cy="304800"/>
          </a:xfrm>
          <a:prstGeom prst="rect">
            <a:avLst/>
          </a:prstGeom>
          <a:solidFill>
            <a:srgbClr val="FFFFFF"/>
          </a:solidFill>
          <a:ln w="7620">
            <a:solidFill>
              <a:srgbClr val="D9D9D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3FD1BC17-AD75-1EAB-178A-7598F7BABE7A}"/>
              </a:ext>
            </a:extLst>
          </p:cNvPr>
          <p:cNvSpPr txBox="1"/>
          <p:nvPr/>
        </p:nvSpPr>
        <p:spPr>
          <a:xfrm>
            <a:off x="10744200" y="50800"/>
            <a:ext cx="1244600" cy="302647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ctr">
            <a:noAutofit/>
          </a:bodyPr>
          <a:lstStyle/>
          <a:p>
            <a:r>
              <a:rPr lang="ko-KR" altLang="en-US" sz="600">
                <a:solidFill>
                  <a:srgbClr val="252525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현행 구현 </a:t>
            </a:r>
            <a:r>
              <a:rPr lang="en-US" altLang="ko-KR" sz="600">
                <a:solidFill>
                  <a:srgbClr val="252525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+ </a:t>
            </a:r>
            <a:r>
              <a:rPr lang="ko-KR" altLang="en-US" sz="600">
                <a:solidFill>
                  <a:srgbClr val="252525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정책 </a:t>
            </a:r>
            <a:r>
              <a:rPr lang="en-US" altLang="ko-KR" sz="600">
                <a:solidFill>
                  <a:srgbClr val="252525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1.0</a:t>
            </a:r>
            <a:endParaRPr lang="ko-KR" altLang="en-US" sz="600">
              <a:solidFill>
                <a:srgbClr val="252525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pic>
        <p:nvPicPr>
          <p:cNvPr id="19" name="그림 18">
            <a:extLst>
              <a:ext uri="{FF2B5EF4-FFF2-40B4-BE49-F238E27FC236}">
                <a16:creationId xmlns:a16="http://schemas.microsoft.com/office/drawing/2014/main" id="{F0EC4818-3E84-3D04-04DC-207E9E93ECFE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7800" y="482600"/>
            <a:ext cx="8940800" cy="6273800"/>
          </a:xfrm>
          <a:prstGeom prst="rect">
            <a:avLst/>
          </a:prstGeom>
        </p:spPr>
      </p:pic>
      <p:sp>
        <p:nvSpPr>
          <p:cNvPr id="20" name="직사각형 19">
            <a:extLst>
              <a:ext uri="{FF2B5EF4-FFF2-40B4-BE49-F238E27FC236}">
                <a16:creationId xmlns:a16="http://schemas.microsoft.com/office/drawing/2014/main" id="{ABF400AD-373E-17AE-180B-ACDE573823B4}"/>
              </a:ext>
            </a:extLst>
          </p:cNvPr>
          <p:cNvSpPr/>
          <p:nvPr/>
        </p:nvSpPr>
        <p:spPr>
          <a:xfrm>
            <a:off x="177800" y="482600"/>
            <a:ext cx="8940800" cy="6273800"/>
          </a:xfrm>
          <a:prstGeom prst="rect">
            <a:avLst/>
          </a:prstGeom>
          <a:solidFill>
            <a:srgbClr val="FFFFFF">
              <a:alpha val="0"/>
            </a:srgbClr>
          </a:solidFill>
          <a:ln w="7620">
            <a:solidFill>
              <a:srgbClr val="D9D9D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1" name="타원 20">
            <a:extLst>
              <a:ext uri="{FF2B5EF4-FFF2-40B4-BE49-F238E27FC236}">
                <a16:creationId xmlns:a16="http://schemas.microsoft.com/office/drawing/2014/main" id="{B2E9B3D0-7C0D-587C-4F95-3451E61ECF4D}"/>
              </a:ext>
            </a:extLst>
          </p:cNvPr>
          <p:cNvSpPr/>
          <p:nvPr/>
        </p:nvSpPr>
        <p:spPr>
          <a:xfrm>
            <a:off x="3075517" y="1783976"/>
            <a:ext cx="165100" cy="165100"/>
          </a:xfrm>
          <a:prstGeom prst="ellipse">
            <a:avLst/>
          </a:prstGeom>
          <a:solidFill>
            <a:srgbClr val="FF2F2F"/>
          </a:solidFill>
          <a:ln w="8890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650" b="1">
                <a:solidFill>
                  <a:srgbClr val="FFFFFF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1</a:t>
            </a:r>
            <a:endParaRPr lang="ko-KR" altLang="en-US" sz="650" b="1">
              <a:solidFill>
                <a:srgbClr val="FFFFFF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22" name="타원 21">
            <a:extLst>
              <a:ext uri="{FF2B5EF4-FFF2-40B4-BE49-F238E27FC236}">
                <a16:creationId xmlns:a16="http://schemas.microsoft.com/office/drawing/2014/main" id="{FC0A2888-7630-8721-76EC-DE644887AD97}"/>
              </a:ext>
            </a:extLst>
          </p:cNvPr>
          <p:cNvSpPr/>
          <p:nvPr/>
        </p:nvSpPr>
        <p:spPr>
          <a:xfrm>
            <a:off x="3634317" y="2583578"/>
            <a:ext cx="165100" cy="165100"/>
          </a:xfrm>
          <a:prstGeom prst="ellipse">
            <a:avLst/>
          </a:prstGeom>
          <a:solidFill>
            <a:srgbClr val="FF2F2F"/>
          </a:solidFill>
          <a:ln w="8890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650" b="1">
                <a:solidFill>
                  <a:srgbClr val="FFFFFF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2</a:t>
            </a:r>
            <a:endParaRPr lang="ko-KR" altLang="en-US" sz="650" b="1">
              <a:solidFill>
                <a:srgbClr val="FFFFFF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23" name="타원 22">
            <a:extLst>
              <a:ext uri="{FF2B5EF4-FFF2-40B4-BE49-F238E27FC236}">
                <a16:creationId xmlns:a16="http://schemas.microsoft.com/office/drawing/2014/main" id="{594AFF3F-B1B2-705B-D1AD-C6C7E8100E44}"/>
              </a:ext>
            </a:extLst>
          </p:cNvPr>
          <p:cNvSpPr/>
          <p:nvPr/>
        </p:nvSpPr>
        <p:spPr>
          <a:xfrm>
            <a:off x="3820583" y="4521076"/>
            <a:ext cx="165100" cy="165100"/>
          </a:xfrm>
          <a:prstGeom prst="ellipse">
            <a:avLst/>
          </a:prstGeom>
          <a:solidFill>
            <a:srgbClr val="FF2F2F"/>
          </a:solidFill>
          <a:ln w="8890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650" b="1">
                <a:solidFill>
                  <a:srgbClr val="FFFFFF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3</a:t>
            </a:r>
            <a:endParaRPr lang="ko-KR" altLang="en-US" sz="650" b="1">
              <a:solidFill>
                <a:srgbClr val="FFFFFF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24" name="타원 23">
            <a:extLst>
              <a:ext uri="{FF2B5EF4-FFF2-40B4-BE49-F238E27FC236}">
                <a16:creationId xmlns:a16="http://schemas.microsoft.com/office/drawing/2014/main" id="{61E49295-51C8-6190-F00B-A2A32D42BC33}"/>
              </a:ext>
            </a:extLst>
          </p:cNvPr>
          <p:cNvSpPr/>
          <p:nvPr/>
        </p:nvSpPr>
        <p:spPr>
          <a:xfrm>
            <a:off x="6987117" y="3844489"/>
            <a:ext cx="165100" cy="165100"/>
          </a:xfrm>
          <a:prstGeom prst="ellipse">
            <a:avLst/>
          </a:prstGeom>
          <a:solidFill>
            <a:srgbClr val="FF2F2F"/>
          </a:solidFill>
          <a:ln w="8890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650" b="1">
                <a:solidFill>
                  <a:srgbClr val="FFFFFF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4</a:t>
            </a:r>
            <a:endParaRPr lang="ko-KR" altLang="en-US" sz="650" b="1">
              <a:solidFill>
                <a:srgbClr val="FFFFFF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25" name="타원 24">
            <a:extLst>
              <a:ext uri="{FF2B5EF4-FFF2-40B4-BE49-F238E27FC236}">
                <a16:creationId xmlns:a16="http://schemas.microsoft.com/office/drawing/2014/main" id="{D7F0E7B8-E0EA-AB7F-E287-86C4CD3E87FD}"/>
              </a:ext>
            </a:extLst>
          </p:cNvPr>
          <p:cNvSpPr/>
          <p:nvPr/>
        </p:nvSpPr>
        <p:spPr>
          <a:xfrm>
            <a:off x="7421739" y="5259170"/>
            <a:ext cx="165100" cy="165100"/>
          </a:xfrm>
          <a:prstGeom prst="ellipse">
            <a:avLst/>
          </a:prstGeom>
          <a:solidFill>
            <a:srgbClr val="FF2F2F"/>
          </a:solidFill>
          <a:ln w="8890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650" b="1">
                <a:solidFill>
                  <a:srgbClr val="FFFFFF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5</a:t>
            </a:r>
            <a:endParaRPr lang="ko-KR" altLang="en-US" sz="650" b="1">
              <a:solidFill>
                <a:srgbClr val="FFFFFF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26" name="타원 25">
            <a:extLst>
              <a:ext uri="{FF2B5EF4-FFF2-40B4-BE49-F238E27FC236}">
                <a16:creationId xmlns:a16="http://schemas.microsoft.com/office/drawing/2014/main" id="{51837C05-6282-E4F0-7A39-D6C0FE5FC669}"/>
              </a:ext>
            </a:extLst>
          </p:cNvPr>
          <p:cNvSpPr/>
          <p:nvPr/>
        </p:nvSpPr>
        <p:spPr>
          <a:xfrm>
            <a:off x="7980539" y="6120280"/>
            <a:ext cx="165100" cy="165100"/>
          </a:xfrm>
          <a:prstGeom prst="ellipse">
            <a:avLst/>
          </a:prstGeom>
          <a:solidFill>
            <a:srgbClr val="FF2F2F"/>
          </a:solidFill>
          <a:ln w="8890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650" b="1">
                <a:solidFill>
                  <a:srgbClr val="FFFFFF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6</a:t>
            </a:r>
            <a:endParaRPr lang="ko-KR" altLang="en-US" sz="650" b="1">
              <a:solidFill>
                <a:srgbClr val="FFFFFF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27" name="직사각형 26">
            <a:extLst>
              <a:ext uri="{FF2B5EF4-FFF2-40B4-BE49-F238E27FC236}">
                <a16:creationId xmlns:a16="http://schemas.microsoft.com/office/drawing/2014/main" id="{B16FDA1C-BE56-8803-BEEE-A479EF04754D}"/>
              </a:ext>
            </a:extLst>
          </p:cNvPr>
          <p:cNvSpPr/>
          <p:nvPr/>
        </p:nvSpPr>
        <p:spPr>
          <a:xfrm>
            <a:off x="9271000" y="482600"/>
            <a:ext cx="2743200" cy="6273800"/>
          </a:xfrm>
          <a:prstGeom prst="rect">
            <a:avLst/>
          </a:prstGeom>
          <a:solidFill>
            <a:srgbClr val="FFFFFF"/>
          </a:solidFill>
          <a:ln w="7620">
            <a:solidFill>
              <a:srgbClr val="D9D9D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8" name="직사각형 27">
            <a:extLst>
              <a:ext uri="{FF2B5EF4-FFF2-40B4-BE49-F238E27FC236}">
                <a16:creationId xmlns:a16="http://schemas.microsoft.com/office/drawing/2014/main" id="{A3C68D06-DC52-F172-EB1A-4E2B88072EDF}"/>
              </a:ext>
            </a:extLst>
          </p:cNvPr>
          <p:cNvSpPr/>
          <p:nvPr/>
        </p:nvSpPr>
        <p:spPr>
          <a:xfrm>
            <a:off x="9271000" y="482600"/>
            <a:ext cx="2743200" cy="342900"/>
          </a:xfrm>
          <a:prstGeom prst="rect">
            <a:avLst/>
          </a:prstGeom>
          <a:solidFill>
            <a:srgbClr val="3C3C3C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9EFE804B-C899-682A-7657-03374C44FF9D}"/>
              </a:ext>
            </a:extLst>
          </p:cNvPr>
          <p:cNvSpPr txBox="1"/>
          <p:nvPr/>
        </p:nvSpPr>
        <p:spPr>
          <a:xfrm>
            <a:off x="9271000" y="482600"/>
            <a:ext cx="2743200" cy="302647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ctr">
            <a:noAutofit/>
          </a:bodyPr>
          <a:lstStyle/>
          <a:p>
            <a:pPr algn="ctr"/>
            <a:r>
              <a:rPr lang="en-US" altLang="ko-KR" sz="800" b="1">
                <a:solidFill>
                  <a:srgbClr val="FFFFFF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Description</a:t>
            </a:r>
            <a:endParaRPr lang="ko-KR" altLang="en-US" sz="800" b="1">
              <a:solidFill>
                <a:srgbClr val="FFFFFF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30" name="타원 29">
            <a:extLst>
              <a:ext uri="{FF2B5EF4-FFF2-40B4-BE49-F238E27FC236}">
                <a16:creationId xmlns:a16="http://schemas.microsoft.com/office/drawing/2014/main" id="{15C45163-66DF-DB32-B201-9359A71491B7}"/>
              </a:ext>
            </a:extLst>
          </p:cNvPr>
          <p:cNvSpPr/>
          <p:nvPr/>
        </p:nvSpPr>
        <p:spPr>
          <a:xfrm>
            <a:off x="9347200" y="927100"/>
            <a:ext cx="152400" cy="152400"/>
          </a:xfrm>
          <a:prstGeom prst="ellipse">
            <a:avLst/>
          </a:prstGeom>
          <a:solidFill>
            <a:srgbClr val="FF2F2F"/>
          </a:solidFill>
          <a:ln w="8890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650" b="1">
                <a:solidFill>
                  <a:srgbClr val="FFFFFF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1</a:t>
            </a:r>
            <a:endParaRPr lang="ko-KR" altLang="en-US" sz="650" b="1">
              <a:solidFill>
                <a:srgbClr val="FFFFFF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D324BAD7-D2CB-DA95-6D8C-EA08F23264F2}"/>
              </a:ext>
            </a:extLst>
          </p:cNvPr>
          <p:cNvSpPr txBox="1"/>
          <p:nvPr/>
        </p:nvSpPr>
        <p:spPr>
          <a:xfrm>
            <a:off x="9563100" y="901700"/>
            <a:ext cx="2374900" cy="302647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t">
            <a:noAutofit/>
          </a:bodyPr>
          <a:lstStyle/>
          <a:p>
            <a:r>
              <a:rPr lang="ko-KR" altLang="en-US" sz="700" b="1">
                <a:solidFill>
                  <a:srgbClr val="252525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상태 요약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068180A6-F716-264F-BA8A-97B168CBBEFB}"/>
              </a:ext>
            </a:extLst>
          </p:cNvPr>
          <p:cNvSpPr txBox="1"/>
          <p:nvPr/>
        </p:nvSpPr>
        <p:spPr>
          <a:xfrm>
            <a:off x="9563100" y="1092200"/>
            <a:ext cx="2374900" cy="302647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t">
            <a:noAutofit/>
          </a:bodyPr>
          <a:lstStyle/>
          <a:p>
            <a:r>
              <a:rPr lang="ko-KR" altLang="en-US" sz="650">
                <a:solidFill>
                  <a:srgbClr val="252525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전체</a:t>
            </a:r>
            <a:r>
              <a:rPr lang="en-US" altLang="ko-KR" sz="650">
                <a:solidFill>
                  <a:srgbClr val="252525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, </a:t>
            </a:r>
            <a:r>
              <a:rPr lang="ko-KR" altLang="en-US" sz="650">
                <a:solidFill>
                  <a:srgbClr val="252525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배차 가능</a:t>
            </a:r>
            <a:r>
              <a:rPr lang="en-US" altLang="ko-KR" sz="650">
                <a:solidFill>
                  <a:srgbClr val="252525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, </a:t>
            </a:r>
            <a:r>
              <a:rPr lang="ko-KR" altLang="en-US" sz="650">
                <a:solidFill>
                  <a:srgbClr val="252525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운행 중</a:t>
            </a:r>
            <a:r>
              <a:rPr lang="en-US" altLang="ko-KR" sz="650">
                <a:solidFill>
                  <a:srgbClr val="252525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, </a:t>
            </a:r>
            <a:r>
              <a:rPr lang="ko-KR" altLang="en-US" sz="650">
                <a:solidFill>
                  <a:srgbClr val="252525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충전</a:t>
            </a:r>
            <a:r>
              <a:rPr lang="en-US" altLang="ko-KR" sz="650">
                <a:solidFill>
                  <a:srgbClr val="252525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, </a:t>
            </a:r>
            <a:r>
              <a:rPr lang="ko-KR" altLang="en-US" sz="650">
                <a:solidFill>
                  <a:srgbClr val="252525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확인 필요 건수를 표시한다</a:t>
            </a:r>
            <a:r>
              <a:rPr lang="en-US" altLang="ko-KR" sz="650">
                <a:solidFill>
                  <a:srgbClr val="252525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. </a:t>
            </a:r>
            <a:r>
              <a:rPr lang="ko-KR" altLang="en-US" sz="650">
                <a:solidFill>
                  <a:srgbClr val="252525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동일 차량을 여러 상태에 중복 집계하지 않는다</a:t>
            </a:r>
            <a:r>
              <a:rPr lang="en-US" altLang="ko-KR" sz="650">
                <a:solidFill>
                  <a:srgbClr val="252525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.</a:t>
            </a:r>
            <a:endParaRPr lang="ko-KR" altLang="en-US" sz="650">
              <a:solidFill>
                <a:srgbClr val="252525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cxnSp>
        <p:nvCxnSpPr>
          <p:cNvPr id="33" name="직선 연결선 32">
            <a:extLst>
              <a:ext uri="{FF2B5EF4-FFF2-40B4-BE49-F238E27FC236}">
                <a16:creationId xmlns:a16="http://schemas.microsoft.com/office/drawing/2014/main" id="{B4ADB5D4-D686-D1E4-97AD-92ABD84B6611}"/>
              </a:ext>
            </a:extLst>
          </p:cNvPr>
          <p:cNvCxnSpPr/>
          <p:nvPr/>
        </p:nvCxnSpPr>
        <p:spPr>
          <a:xfrm>
            <a:off x="9372600" y="1833033"/>
            <a:ext cx="2540000" cy="0"/>
          </a:xfrm>
          <a:prstGeom prst="line">
            <a:avLst/>
          </a:prstGeom>
          <a:ln w="6350">
            <a:solidFill>
              <a:srgbClr val="E7E7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타원 33">
            <a:extLst>
              <a:ext uri="{FF2B5EF4-FFF2-40B4-BE49-F238E27FC236}">
                <a16:creationId xmlns:a16="http://schemas.microsoft.com/office/drawing/2014/main" id="{884DE493-7DF0-8766-037E-5DD2BBED582D}"/>
              </a:ext>
            </a:extLst>
          </p:cNvPr>
          <p:cNvSpPr/>
          <p:nvPr/>
        </p:nvSpPr>
        <p:spPr>
          <a:xfrm>
            <a:off x="9347200" y="1896533"/>
            <a:ext cx="152400" cy="152400"/>
          </a:xfrm>
          <a:prstGeom prst="ellipse">
            <a:avLst/>
          </a:prstGeom>
          <a:solidFill>
            <a:srgbClr val="FF2F2F"/>
          </a:solidFill>
          <a:ln w="8890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650" b="1">
                <a:solidFill>
                  <a:srgbClr val="FFFFFF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2</a:t>
            </a:r>
            <a:endParaRPr lang="ko-KR" altLang="en-US" sz="650" b="1">
              <a:solidFill>
                <a:srgbClr val="FFFFFF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C51C1958-5583-1EE8-5C6D-0F16A98C2290}"/>
              </a:ext>
            </a:extLst>
          </p:cNvPr>
          <p:cNvSpPr txBox="1"/>
          <p:nvPr/>
        </p:nvSpPr>
        <p:spPr>
          <a:xfrm>
            <a:off x="9563100" y="1871133"/>
            <a:ext cx="2374900" cy="302647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t">
            <a:noAutofit/>
          </a:bodyPr>
          <a:lstStyle/>
          <a:p>
            <a:r>
              <a:rPr lang="ko-KR" altLang="en-US" sz="700" b="1">
                <a:solidFill>
                  <a:srgbClr val="252525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검색</a:t>
            </a:r>
            <a:r>
              <a:rPr lang="en-US" altLang="ko-KR" sz="700" b="1">
                <a:solidFill>
                  <a:srgbClr val="252525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·</a:t>
            </a:r>
            <a:r>
              <a:rPr lang="ko-KR" altLang="en-US" sz="700" b="1">
                <a:solidFill>
                  <a:srgbClr val="252525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필터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F5FC39AE-3816-0264-896C-66F7C938E718}"/>
              </a:ext>
            </a:extLst>
          </p:cNvPr>
          <p:cNvSpPr txBox="1"/>
          <p:nvPr/>
        </p:nvSpPr>
        <p:spPr>
          <a:xfrm>
            <a:off x="9563100" y="2061633"/>
            <a:ext cx="2374900" cy="302647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t">
            <a:noAutofit/>
          </a:bodyPr>
          <a:lstStyle/>
          <a:p>
            <a:r>
              <a:rPr lang="ko-KR" altLang="en-US" sz="650">
                <a:solidFill>
                  <a:srgbClr val="252525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차량 </a:t>
            </a:r>
            <a:r>
              <a:rPr lang="en-US" altLang="ko-KR" sz="650">
                <a:solidFill>
                  <a:srgbClr val="252525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ID·</a:t>
            </a:r>
            <a:r>
              <a:rPr lang="ko-KR" altLang="en-US" sz="650">
                <a:solidFill>
                  <a:srgbClr val="252525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권역</a:t>
            </a:r>
            <a:r>
              <a:rPr lang="en-US" altLang="ko-KR" sz="650">
                <a:solidFill>
                  <a:srgbClr val="252525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·</a:t>
            </a:r>
            <a:r>
              <a:rPr lang="ko-KR" altLang="en-US" sz="650">
                <a:solidFill>
                  <a:srgbClr val="252525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상태</a:t>
            </a:r>
            <a:r>
              <a:rPr lang="en-US" altLang="ko-KR" sz="650">
                <a:solidFill>
                  <a:srgbClr val="252525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·</a:t>
            </a:r>
            <a:r>
              <a:rPr lang="ko-KR" altLang="en-US" sz="650">
                <a:solidFill>
                  <a:srgbClr val="252525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데이터 종류로 범위를 축소한다</a:t>
            </a:r>
            <a:r>
              <a:rPr lang="en-US" altLang="ko-KR" sz="650">
                <a:solidFill>
                  <a:srgbClr val="252525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. </a:t>
            </a:r>
            <a:r>
              <a:rPr lang="ko-KR" altLang="en-US" sz="650">
                <a:solidFill>
                  <a:srgbClr val="252525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필터 결과는 지도와 목록에 동시에 적용한다</a:t>
            </a:r>
            <a:r>
              <a:rPr lang="en-US" altLang="ko-KR" sz="650">
                <a:solidFill>
                  <a:srgbClr val="252525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.</a:t>
            </a:r>
            <a:endParaRPr lang="ko-KR" altLang="en-US" sz="650">
              <a:solidFill>
                <a:srgbClr val="252525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cxnSp>
        <p:nvCxnSpPr>
          <p:cNvPr id="37" name="직선 연결선 36">
            <a:extLst>
              <a:ext uri="{FF2B5EF4-FFF2-40B4-BE49-F238E27FC236}">
                <a16:creationId xmlns:a16="http://schemas.microsoft.com/office/drawing/2014/main" id="{C3C093C2-ED39-53FE-3CE7-FB9E53D8972C}"/>
              </a:ext>
            </a:extLst>
          </p:cNvPr>
          <p:cNvCxnSpPr/>
          <p:nvPr/>
        </p:nvCxnSpPr>
        <p:spPr>
          <a:xfrm>
            <a:off x="9372600" y="2802467"/>
            <a:ext cx="2540000" cy="0"/>
          </a:xfrm>
          <a:prstGeom prst="line">
            <a:avLst/>
          </a:prstGeom>
          <a:ln w="6350">
            <a:solidFill>
              <a:srgbClr val="E7E7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타원 37">
            <a:extLst>
              <a:ext uri="{FF2B5EF4-FFF2-40B4-BE49-F238E27FC236}">
                <a16:creationId xmlns:a16="http://schemas.microsoft.com/office/drawing/2014/main" id="{6EC90D8C-8654-4204-78CB-C0E0903744D7}"/>
              </a:ext>
            </a:extLst>
          </p:cNvPr>
          <p:cNvSpPr/>
          <p:nvPr/>
        </p:nvSpPr>
        <p:spPr>
          <a:xfrm>
            <a:off x="9347200" y="2865967"/>
            <a:ext cx="152400" cy="152400"/>
          </a:xfrm>
          <a:prstGeom prst="ellipse">
            <a:avLst/>
          </a:prstGeom>
          <a:solidFill>
            <a:srgbClr val="FF2F2F"/>
          </a:solidFill>
          <a:ln w="8890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650" b="1">
                <a:solidFill>
                  <a:srgbClr val="FFFFFF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3</a:t>
            </a:r>
            <a:endParaRPr lang="ko-KR" altLang="en-US" sz="650" b="1">
              <a:solidFill>
                <a:srgbClr val="FFFFFF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62737A61-51F7-7723-E6DF-06969DAB094F}"/>
              </a:ext>
            </a:extLst>
          </p:cNvPr>
          <p:cNvSpPr txBox="1"/>
          <p:nvPr/>
        </p:nvSpPr>
        <p:spPr>
          <a:xfrm>
            <a:off x="9563100" y="2840567"/>
            <a:ext cx="2374900" cy="302647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t">
            <a:noAutofit/>
          </a:bodyPr>
          <a:lstStyle/>
          <a:p>
            <a:r>
              <a:rPr lang="ko-KR" altLang="en-US" sz="700" b="1">
                <a:solidFill>
                  <a:srgbClr val="252525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네이버 지도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4ECB7EFB-DA90-8756-2659-C104268D5DAF}"/>
              </a:ext>
            </a:extLst>
          </p:cNvPr>
          <p:cNvSpPr txBox="1"/>
          <p:nvPr/>
        </p:nvSpPr>
        <p:spPr>
          <a:xfrm>
            <a:off x="9563100" y="3031067"/>
            <a:ext cx="2374900" cy="302647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t">
            <a:noAutofit/>
          </a:bodyPr>
          <a:lstStyle/>
          <a:p>
            <a:r>
              <a:rPr lang="ko-KR" altLang="en-US" sz="650">
                <a:solidFill>
                  <a:srgbClr val="252525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마커와 차량 선택을 양방향 동기화한다</a:t>
            </a:r>
            <a:r>
              <a:rPr lang="en-US" altLang="ko-KR" sz="650">
                <a:solidFill>
                  <a:srgbClr val="252525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. SDK </a:t>
            </a:r>
            <a:r>
              <a:rPr lang="ko-KR" altLang="en-US" sz="650">
                <a:solidFill>
                  <a:srgbClr val="252525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실패 시 목록과 상세 제어는 계속 사용할 수 있어야 한다</a:t>
            </a:r>
            <a:r>
              <a:rPr lang="en-US" altLang="ko-KR" sz="650">
                <a:solidFill>
                  <a:srgbClr val="252525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.</a:t>
            </a:r>
            <a:endParaRPr lang="ko-KR" altLang="en-US" sz="650">
              <a:solidFill>
                <a:srgbClr val="252525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cxnSp>
        <p:nvCxnSpPr>
          <p:cNvPr id="41" name="직선 연결선 40">
            <a:extLst>
              <a:ext uri="{FF2B5EF4-FFF2-40B4-BE49-F238E27FC236}">
                <a16:creationId xmlns:a16="http://schemas.microsoft.com/office/drawing/2014/main" id="{4E6DF8A3-AC43-474A-5145-64A2C978B15C}"/>
              </a:ext>
            </a:extLst>
          </p:cNvPr>
          <p:cNvCxnSpPr/>
          <p:nvPr/>
        </p:nvCxnSpPr>
        <p:spPr>
          <a:xfrm>
            <a:off x="9372600" y="3771900"/>
            <a:ext cx="2540000" cy="0"/>
          </a:xfrm>
          <a:prstGeom prst="line">
            <a:avLst/>
          </a:prstGeom>
          <a:ln w="6350">
            <a:solidFill>
              <a:srgbClr val="E7E7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타원 41">
            <a:extLst>
              <a:ext uri="{FF2B5EF4-FFF2-40B4-BE49-F238E27FC236}">
                <a16:creationId xmlns:a16="http://schemas.microsoft.com/office/drawing/2014/main" id="{C7AE15B0-C6AF-A377-8FB4-AF841B1D167A}"/>
              </a:ext>
            </a:extLst>
          </p:cNvPr>
          <p:cNvSpPr/>
          <p:nvPr/>
        </p:nvSpPr>
        <p:spPr>
          <a:xfrm>
            <a:off x="9347200" y="3835400"/>
            <a:ext cx="152400" cy="152400"/>
          </a:xfrm>
          <a:prstGeom prst="ellipse">
            <a:avLst/>
          </a:prstGeom>
          <a:solidFill>
            <a:srgbClr val="FF2F2F"/>
          </a:solidFill>
          <a:ln w="8890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650" b="1">
                <a:solidFill>
                  <a:srgbClr val="FFFFFF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4</a:t>
            </a:r>
            <a:endParaRPr lang="ko-KR" altLang="en-US" sz="650" b="1">
              <a:solidFill>
                <a:srgbClr val="FFFFFF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0ED4C971-E4EA-A42F-3DD3-7DF5AAFF9303}"/>
              </a:ext>
            </a:extLst>
          </p:cNvPr>
          <p:cNvSpPr txBox="1"/>
          <p:nvPr/>
        </p:nvSpPr>
        <p:spPr>
          <a:xfrm>
            <a:off x="9563100" y="3810000"/>
            <a:ext cx="2374900" cy="302647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t">
            <a:noAutofit/>
          </a:bodyPr>
          <a:lstStyle/>
          <a:p>
            <a:r>
              <a:rPr lang="ko-KR" altLang="en-US" sz="700" b="1">
                <a:solidFill>
                  <a:srgbClr val="252525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차량 목록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672740B0-9014-09D0-B324-DD63A3E11647}"/>
              </a:ext>
            </a:extLst>
          </p:cNvPr>
          <p:cNvSpPr txBox="1"/>
          <p:nvPr/>
        </p:nvSpPr>
        <p:spPr>
          <a:xfrm>
            <a:off x="9563100" y="4000500"/>
            <a:ext cx="2374900" cy="302647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t">
            <a:noAutofit/>
          </a:bodyPr>
          <a:lstStyle/>
          <a:p>
            <a:r>
              <a:rPr lang="ko-KR" altLang="en-US" sz="650">
                <a:solidFill>
                  <a:srgbClr val="252525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차량명</a:t>
            </a:r>
            <a:r>
              <a:rPr lang="en-US" altLang="ko-KR" sz="650">
                <a:solidFill>
                  <a:srgbClr val="252525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, </a:t>
            </a:r>
            <a:r>
              <a:rPr lang="ko-KR" altLang="en-US" sz="650">
                <a:solidFill>
                  <a:srgbClr val="252525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권역</a:t>
            </a:r>
            <a:r>
              <a:rPr lang="en-US" altLang="ko-KR" sz="650">
                <a:solidFill>
                  <a:srgbClr val="252525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, </a:t>
            </a:r>
            <a:r>
              <a:rPr lang="ko-KR" altLang="en-US" sz="650">
                <a:solidFill>
                  <a:srgbClr val="252525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상태</a:t>
            </a:r>
            <a:r>
              <a:rPr lang="en-US" altLang="ko-KR" sz="650">
                <a:solidFill>
                  <a:srgbClr val="252525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, SOC</a:t>
            </a:r>
            <a:r>
              <a:rPr lang="ko-KR" altLang="en-US" sz="650">
                <a:solidFill>
                  <a:srgbClr val="252525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를 표시한다</a:t>
            </a:r>
            <a:r>
              <a:rPr lang="en-US" altLang="ko-KR" sz="650">
                <a:solidFill>
                  <a:srgbClr val="252525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. GPS </a:t>
            </a:r>
            <a:r>
              <a:rPr lang="ko-KR" altLang="en-US" sz="650">
                <a:solidFill>
                  <a:srgbClr val="252525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지연 차량은 정상 배지 대신 지연 사유를 표시한다</a:t>
            </a:r>
            <a:r>
              <a:rPr lang="en-US" altLang="ko-KR" sz="650">
                <a:solidFill>
                  <a:srgbClr val="252525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.</a:t>
            </a:r>
            <a:endParaRPr lang="ko-KR" altLang="en-US" sz="650">
              <a:solidFill>
                <a:srgbClr val="252525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cxnSp>
        <p:nvCxnSpPr>
          <p:cNvPr id="45" name="직선 연결선 44">
            <a:extLst>
              <a:ext uri="{FF2B5EF4-FFF2-40B4-BE49-F238E27FC236}">
                <a16:creationId xmlns:a16="http://schemas.microsoft.com/office/drawing/2014/main" id="{63320662-AFFA-D004-EBA9-0A3601338609}"/>
              </a:ext>
            </a:extLst>
          </p:cNvPr>
          <p:cNvCxnSpPr/>
          <p:nvPr/>
        </p:nvCxnSpPr>
        <p:spPr>
          <a:xfrm>
            <a:off x="9372600" y="4741333"/>
            <a:ext cx="2540000" cy="0"/>
          </a:xfrm>
          <a:prstGeom prst="line">
            <a:avLst/>
          </a:prstGeom>
          <a:ln w="6350">
            <a:solidFill>
              <a:srgbClr val="E7E7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6" name="타원 45">
            <a:extLst>
              <a:ext uri="{FF2B5EF4-FFF2-40B4-BE49-F238E27FC236}">
                <a16:creationId xmlns:a16="http://schemas.microsoft.com/office/drawing/2014/main" id="{2F709513-011E-3E1C-01F8-8CA10391C19C}"/>
              </a:ext>
            </a:extLst>
          </p:cNvPr>
          <p:cNvSpPr/>
          <p:nvPr/>
        </p:nvSpPr>
        <p:spPr>
          <a:xfrm>
            <a:off x="9347200" y="4804833"/>
            <a:ext cx="152400" cy="152400"/>
          </a:xfrm>
          <a:prstGeom prst="ellipse">
            <a:avLst/>
          </a:prstGeom>
          <a:solidFill>
            <a:srgbClr val="FF2F2F"/>
          </a:solidFill>
          <a:ln w="8890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650" b="1">
                <a:solidFill>
                  <a:srgbClr val="FFFFFF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5</a:t>
            </a:r>
            <a:endParaRPr lang="ko-KR" altLang="en-US" sz="650" b="1">
              <a:solidFill>
                <a:srgbClr val="FFFFFF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3147B261-177F-1D6C-7D8C-C6A80359296B}"/>
              </a:ext>
            </a:extLst>
          </p:cNvPr>
          <p:cNvSpPr txBox="1"/>
          <p:nvPr/>
        </p:nvSpPr>
        <p:spPr>
          <a:xfrm>
            <a:off x="9563100" y="4779433"/>
            <a:ext cx="2374900" cy="302647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t">
            <a:noAutofit/>
          </a:bodyPr>
          <a:lstStyle/>
          <a:p>
            <a:r>
              <a:rPr lang="ko-KR" altLang="en-US" sz="700" b="1">
                <a:solidFill>
                  <a:srgbClr val="252525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배차 적격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5C24CB30-B67B-07B7-F215-1ECA5EF20997}"/>
              </a:ext>
            </a:extLst>
          </p:cNvPr>
          <p:cNvSpPr txBox="1"/>
          <p:nvPr/>
        </p:nvSpPr>
        <p:spPr>
          <a:xfrm>
            <a:off x="9563100" y="4969933"/>
            <a:ext cx="2374900" cy="302647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t">
            <a:noAutofit/>
          </a:bodyPr>
          <a:lstStyle/>
          <a:p>
            <a:r>
              <a:rPr lang="ko-KR" altLang="en-US" sz="650">
                <a:solidFill>
                  <a:srgbClr val="252525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안전</a:t>
            </a:r>
            <a:r>
              <a:rPr lang="en-US" altLang="ko-KR" sz="650">
                <a:solidFill>
                  <a:srgbClr val="252525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·</a:t>
            </a:r>
            <a:r>
              <a:rPr lang="ko-KR" altLang="en-US" sz="650">
                <a:solidFill>
                  <a:srgbClr val="252525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보안</a:t>
            </a:r>
            <a:r>
              <a:rPr lang="en-US" altLang="ko-KR" sz="650">
                <a:solidFill>
                  <a:srgbClr val="252525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·SOC 35% </a:t>
            </a:r>
            <a:r>
              <a:rPr lang="ko-KR" altLang="en-US" sz="650">
                <a:solidFill>
                  <a:srgbClr val="252525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이상</a:t>
            </a:r>
            <a:r>
              <a:rPr lang="en-US" altLang="ko-KR" sz="650">
                <a:solidFill>
                  <a:srgbClr val="252525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·GPS 10</a:t>
            </a:r>
            <a:r>
              <a:rPr lang="ko-KR" altLang="en-US" sz="650">
                <a:solidFill>
                  <a:srgbClr val="252525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초 이내</a:t>
            </a:r>
            <a:r>
              <a:rPr lang="en-US" altLang="ko-KR" sz="650">
                <a:solidFill>
                  <a:srgbClr val="252525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·</a:t>
            </a:r>
            <a:r>
              <a:rPr lang="ko-KR" altLang="en-US" sz="650">
                <a:solidFill>
                  <a:srgbClr val="252525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운영 상태 조건을 모두 통과해야 한다</a:t>
            </a:r>
            <a:r>
              <a:rPr lang="en-US" altLang="ko-KR" sz="650">
                <a:solidFill>
                  <a:srgbClr val="252525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.</a:t>
            </a:r>
            <a:endParaRPr lang="ko-KR" altLang="en-US" sz="650">
              <a:solidFill>
                <a:srgbClr val="252525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cxnSp>
        <p:nvCxnSpPr>
          <p:cNvPr id="49" name="직선 연결선 48">
            <a:extLst>
              <a:ext uri="{FF2B5EF4-FFF2-40B4-BE49-F238E27FC236}">
                <a16:creationId xmlns:a16="http://schemas.microsoft.com/office/drawing/2014/main" id="{FB44D849-5E2E-5455-6D6C-8E45F4AF63E5}"/>
              </a:ext>
            </a:extLst>
          </p:cNvPr>
          <p:cNvCxnSpPr/>
          <p:nvPr/>
        </p:nvCxnSpPr>
        <p:spPr>
          <a:xfrm>
            <a:off x="9372600" y="5710767"/>
            <a:ext cx="2540000" cy="0"/>
          </a:xfrm>
          <a:prstGeom prst="line">
            <a:avLst/>
          </a:prstGeom>
          <a:ln w="6350">
            <a:solidFill>
              <a:srgbClr val="E7E7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0" name="타원 49">
            <a:extLst>
              <a:ext uri="{FF2B5EF4-FFF2-40B4-BE49-F238E27FC236}">
                <a16:creationId xmlns:a16="http://schemas.microsoft.com/office/drawing/2014/main" id="{F8A59036-B2BD-625A-0648-EE7EDCBF3755}"/>
              </a:ext>
            </a:extLst>
          </p:cNvPr>
          <p:cNvSpPr/>
          <p:nvPr/>
        </p:nvSpPr>
        <p:spPr>
          <a:xfrm>
            <a:off x="9347200" y="5774267"/>
            <a:ext cx="152400" cy="152400"/>
          </a:xfrm>
          <a:prstGeom prst="ellipse">
            <a:avLst/>
          </a:prstGeom>
          <a:solidFill>
            <a:srgbClr val="FF2F2F"/>
          </a:solidFill>
          <a:ln w="8890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650" b="1">
                <a:solidFill>
                  <a:srgbClr val="FFFFFF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6</a:t>
            </a:r>
            <a:endParaRPr lang="ko-KR" altLang="en-US" sz="650" b="1">
              <a:solidFill>
                <a:srgbClr val="FFFFFF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CF46595B-B1F2-C655-1BA7-869576558DC1}"/>
              </a:ext>
            </a:extLst>
          </p:cNvPr>
          <p:cNvSpPr txBox="1"/>
          <p:nvPr/>
        </p:nvSpPr>
        <p:spPr>
          <a:xfrm>
            <a:off x="9563100" y="5748867"/>
            <a:ext cx="2374900" cy="302647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t">
            <a:noAutofit/>
          </a:bodyPr>
          <a:lstStyle/>
          <a:p>
            <a:r>
              <a:rPr lang="ko-KR" altLang="en-US" sz="700" b="1">
                <a:solidFill>
                  <a:srgbClr val="252525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운영 조치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87BE6F29-57C3-94C3-D06B-A3B172FC3FDF}"/>
              </a:ext>
            </a:extLst>
          </p:cNvPr>
          <p:cNvSpPr txBox="1"/>
          <p:nvPr/>
        </p:nvSpPr>
        <p:spPr>
          <a:xfrm>
            <a:off x="9563100" y="5939367"/>
            <a:ext cx="2374900" cy="302647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t">
            <a:noAutofit/>
          </a:bodyPr>
          <a:lstStyle/>
          <a:p>
            <a:r>
              <a:rPr lang="ko-KR" altLang="en-US" sz="650">
                <a:solidFill>
                  <a:srgbClr val="252525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재배치</a:t>
            </a:r>
            <a:r>
              <a:rPr lang="en-US" altLang="ko-KR" sz="650">
                <a:solidFill>
                  <a:srgbClr val="252525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·</a:t>
            </a:r>
            <a:r>
              <a:rPr lang="ko-KR" altLang="en-US" sz="650">
                <a:solidFill>
                  <a:srgbClr val="252525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정비</a:t>
            </a:r>
            <a:r>
              <a:rPr lang="en-US" altLang="ko-KR" sz="650">
                <a:solidFill>
                  <a:srgbClr val="252525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·</a:t>
            </a:r>
            <a:r>
              <a:rPr lang="ko-KR" altLang="en-US" sz="650">
                <a:solidFill>
                  <a:srgbClr val="252525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격리</a:t>
            </a:r>
            <a:r>
              <a:rPr lang="en-US" altLang="ko-KR" sz="650">
                <a:solidFill>
                  <a:srgbClr val="252525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·</a:t>
            </a:r>
            <a:r>
              <a:rPr lang="ko-KR" altLang="en-US" sz="650">
                <a:solidFill>
                  <a:srgbClr val="252525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복귀를 제공한다</a:t>
            </a:r>
            <a:r>
              <a:rPr lang="en-US" altLang="ko-KR" sz="650">
                <a:solidFill>
                  <a:srgbClr val="252525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. </a:t>
            </a:r>
            <a:r>
              <a:rPr lang="ko-KR" altLang="en-US" sz="650">
                <a:solidFill>
                  <a:srgbClr val="252525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부적격은 버튼을 비활성화하고 실패 조건을 인접 문구로 안내한다</a:t>
            </a:r>
            <a:r>
              <a:rPr lang="en-US" altLang="ko-KR" sz="650">
                <a:solidFill>
                  <a:srgbClr val="252525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.</a:t>
            </a:r>
            <a:endParaRPr lang="ko-KR" altLang="en-US" sz="650">
              <a:solidFill>
                <a:srgbClr val="252525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75547074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55730EB0-0953-041C-CF98-50E307F50930}"/>
              </a:ext>
            </a:extLst>
          </p:cNvPr>
          <p:cNvSpPr/>
          <p:nvPr/>
        </p:nvSpPr>
        <p:spPr>
          <a:xfrm>
            <a:off x="177800" y="50800"/>
            <a:ext cx="609600" cy="304800"/>
          </a:xfrm>
          <a:prstGeom prst="rect">
            <a:avLst/>
          </a:prstGeom>
          <a:solidFill>
            <a:srgbClr val="3C3C3C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9D2E795-D530-12F6-A914-670E6D8E4EBE}"/>
              </a:ext>
            </a:extLst>
          </p:cNvPr>
          <p:cNvSpPr txBox="1"/>
          <p:nvPr/>
        </p:nvSpPr>
        <p:spPr>
          <a:xfrm>
            <a:off x="177800" y="50800"/>
            <a:ext cx="609600" cy="302647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ctr">
            <a:noAutofit/>
          </a:bodyPr>
          <a:lstStyle/>
          <a:p>
            <a:pPr algn="ctr"/>
            <a:r>
              <a:rPr lang="ko-KR" altLang="en-US" sz="600" b="1">
                <a:solidFill>
                  <a:srgbClr val="FFFFFF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화면 </a:t>
            </a:r>
            <a:r>
              <a:rPr lang="en-US" altLang="ko-KR" sz="600" b="1">
                <a:solidFill>
                  <a:srgbClr val="FFFFFF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ID</a:t>
            </a:r>
            <a:endParaRPr lang="ko-KR" altLang="en-US" sz="600" b="1">
              <a:solidFill>
                <a:srgbClr val="FFFFFF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4664EFD7-851D-585C-C8AA-A56314E3552C}"/>
              </a:ext>
            </a:extLst>
          </p:cNvPr>
          <p:cNvSpPr/>
          <p:nvPr/>
        </p:nvSpPr>
        <p:spPr>
          <a:xfrm>
            <a:off x="787400" y="50800"/>
            <a:ext cx="914400" cy="304800"/>
          </a:xfrm>
          <a:prstGeom prst="rect">
            <a:avLst/>
          </a:prstGeom>
          <a:solidFill>
            <a:srgbClr val="FFFFFF"/>
          </a:solidFill>
          <a:ln w="7620">
            <a:solidFill>
              <a:srgbClr val="D9D9D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EB7BA6B-8B94-8B84-4C7D-201D740C73DD}"/>
              </a:ext>
            </a:extLst>
          </p:cNvPr>
          <p:cNvSpPr txBox="1"/>
          <p:nvPr/>
        </p:nvSpPr>
        <p:spPr>
          <a:xfrm>
            <a:off x="812800" y="50800"/>
            <a:ext cx="863600" cy="302647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ctr">
            <a:noAutofit/>
          </a:bodyPr>
          <a:lstStyle/>
          <a:p>
            <a:r>
              <a:rPr lang="en-US" altLang="ko-KR" sz="600">
                <a:solidFill>
                  <a:srgbClr val="252525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SB-03</a:t>
            </a:r>
            <a:endParaRPr lang="ko-KR" altLang="en-US" sz="600">
              <a:solidFill>
                <a:srgbClr val="252525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F8EF9B6E-6A9F-1705-6FF9-062967A5D43E}"/>
              </a:ext>
            </a:extLst>
          </p:cNvPr>
          <p:cNvSpPr/>
          <p:nvPr/>
        </p:nvSpPr>
        <p:spPr>
          <a:xfrm>
            <a:off x="1752600" y="50800"/>
            <a:ext cx="609600" cy="304800"/>
          </a:xfrm>
          <a:prstGeom prst="rect">
            <a:avLst/>
          </a:prstGeom>
          <a:solidFill>
            <a:srgbClr val="3C3C3C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1E7BD44-AB51-3B84-05E3-F85105F4DC0E}"/>
              </a:ext>
            </a:extLst>
          </p:cNvPr>
          <p:cNvSpPr txBox="1"/>
          <p:nvPr/>
        </p:nvSpPr>
        <p:spPr>
          <a:xfrm>
            <a:off x="1752600" y="50800"/>
            <a:ext cx="609600" cy="302647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ctr">
            <a:noAutofit/>
          </a:bodyPr>
          <a:lstStyle/>
          <a:p>
            <a:pPr algn="ctr"/>
            <a:r>
              <a:rPr lang="ko-KR" altLang="en-US" sz="600" b="1">
                <a:solidFill>
                  <a:srgbClr val="FFFFFF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화면명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3480B173-5C37-3340-5F85-C5C0AE75F147}"/>
              </a:ext>
            </a:extLst>
          </p:cNvPr>
          <p:cNvSpPr/>
          <p:nvPr/>
        </p:nvSpPr>
        <p:spPr>
          <a:xfrm>
            <a:off x="2362200" y="50800"/>
            <a:ext cx="2984500" cy="304800"/>
          </a:xfrm>
          <a:prstGeom prst="rect">
            <a:avLst/>
          </a:prstGeom>
          <a:solidFill>
            <a:srgbClr val="FFFFFF"/>
          </a:solidFill>
          <a:ln w="7620">
            <a:solidFill>
              <a:srgbClr val="D9D9D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76A32CE-5830-AD98-21AC-69EA3BBB3EC0}"/>
              </a:ext>
            </a:extLst>
          </p:cNvPr>
          <p:cNvSpPr txBox="1"/>
          <p:nvPr/>
        </p:nvSpPr>
        <p:spPr>
          <a:xfrm>
            <a:off x="2387600" y="50800"/>
            <a:ext cx="2933700" cy="302647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ctr">
            <a:noAutofit/>
          </a:bodyPr>
          <a:lstStyle/>
          <a:p>
            <a:r>
              <a:rPr lang="ko-KR" altLang="en-US" sz="600">
                <a:solidFill>
                  <a:srgbClr val="252525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공간 상품</a:t>
            </a: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A432EB03-A9B0-5CDA-0A73-40F74202952F}"/>
              </a:ext>
            </a:extLst>
          </p:cNvPr>
          <p:cNvSpPr/>
          <p:nvPr/>
        </p:nvSpPr>
        <p:spPr>
          <a:xfrm>
            <a:off x="5346700" y="50800"/>
            <a:ext cx="609600" cy="304800"/>
          </a:xfrm>
          <a:prstGeom prst="rect">
            <a:avLst/>
          </a:prstGeom>
          <a:solidFill>
            <a:srgbClr val="3C3C3C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1C545DF-95E7-4916-7E4E-6D5F7FFAE3C9}"/>
              </a:ext>
            </a:extLst>
          </p:cNvPr>
          <p:cNvSpPr txBox="1"/>
          <p:nvPr/>
        </p:nvSpPr>
        <p:spPr>
          <a:xfrm>
            <a:off x="5346700" y="50800"/>
            <a:ext cx="609600" cy="302647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ctr">
            <a:noAutofit/>
          </a:bodyPr>
          <a:lstStyle/>
          <a:p>
            <a:pPr algn="ctr"/>
            <a:r>
              <a:rPr lang="ko-KR" altLang="en-US" sz="600" b="1">
                <a:solidFill>
                  <a:srgbClr val="FFFFFF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화면 경로</a:t>
            </a: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25702485-39C3-D446-B1B1-CFFA8E2EA6AB}"/>
              </a:ext>
            </a:extLst>
          </p:cNvPr>
          <p:cNvSpPr/>
          <p:nvPr/>
        </p:nvSpPr>
        <p:spPr>
          <a:xfrm>
            <a:off x="5956300" y="50800"/>
            <a:ext cx="3098800" cy="304800"/>
          </a:xfrm>
          <a:prstGeom prst="rect">
            <a:avLst/>
          </a:prstGeom>
          <a:solidFill>
            <a:srgbClr val="FFFFFF"/>
          </a:solidFill>
          <a:ln w="7620">
            <a:solidFill>
              <a:srgbClr val="D9D9D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86DB1D7D-F5E0-18F3-9954-F112B7295933}"/>
              </a:ext>
            </a:extLst>
          </p:cNvPr>
          <p:cNvSpPr txBox="1"/>
          <p:nvPr/>
        </p:nvSpPr>
        <p:spPr>
          <a:xfrm>
            <a:off x="5981700" y="50800"/>
            <a:ext cx="3048000" cy="302647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ctr">
            <a:noAutofit/>
          </a:bodyPr>
          <a:lstStyle/>
          <a:p>
            <a:r>
              <a:rPr lang="en-US" altLang="ko-KR" sz="600">
                <a:solidFill>
                  <a:srgbClr val="252525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#products</a:t>
            </a:r>
            <a:endParaRPr lang="ko-KR" altLang="en-US" sz="600">
              <a:solidFill>
                <a:srgbClr val="252525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3C73737B-CFB6-5A88-D3AC-AF520F13ECE7}"/>
              </a:ext>
            </a:extLst>
          </p:cNvPr>
          <p:cNvSpPr/>
          <p:nvPr/>
        </p:nvSpPr>
        <p:spPr>
          <a:xfrm>
            <a:off x="9893300" y="50800"/>
            <a:ext cx="825500" cy="304800"/>
          </a:xfrm>
          <a:prstGeom prst="rect">
            <a:avLst/>
          </a:prstGeom>
          <a:solidFill>
            <a:srgbClr val="3C3C3C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00CFB15E-68B7-128D-BE90-FF2775748662}"/>
              </a:ext>
            </a:extLst>
          </p:cNvPr>
          <p:cNvSpPr txBox="1"/>
          <p:nvPr/>
        </p:nvSpPr>
        <p:spPr>
          <a:xfrm>
            <a:off x="9893300" y="50800"/>
            <a:ext cx="825500" cy="302647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ctr">
            <a:noAutofit/>
          </a:bodyPr>
          <a:lstStyle/>
          <a:p>
            <a:pPr algn="ctr"/>
            <a:r>
              <a:rPr lang="ko-KR" altLang="en-US" sz="600" b="1">
                <a:solidFill>
                  <a:srgbClr val="FFFFFF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작성 기준</a:t>
            </a: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27A189AD-34E4-D509-E0DD-AA2C77FA3D48}"/>
              </a:ext>
            </a:extLst>
          </p:cNvPr>
          <p:cNvSpPr/>
          <p:nvPr/>
        </p:nvSpPr>
        <p:spPr>
          <a:xfrm>
            <a:off x="10718800" y="50800"/>
            <a:ext cx="1295400" cy="304800"/>
          </a:xfrm>
          <a:prstGeom prst="rect">
            <a:avLst/>
          </a:prstGeom>
          <a:solidFill>
            <a:srgbClr val="FFFFFF"/>
          </a:solidFill>
          <a:ln w="7620">
            <a:solidFill>
              <a:srgbClr val="D9D9D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60C62754-C38B-E4E9-D4C3-FA4B5944B8F6}"/>
              </a:ext>
            </a:extLst>
          </p:cNvPr>
          <p:cNvSpPr txBox="1"/>
          <p:nvPr/>
        </p:nvSpPr>
        <p:spPr>
          <a:xfrm>
            <a:off x="10744200" y="50800"/>
            <a:ext cx="1244600" cy="302647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ctr">
            <a:noAutofit/>
          </a:bodyPr>
          <a:lstStyle/>
          <a:p>
            <a:r>
              <a:rPr lang="ko-KR" altLang="en-US" sz="600">
                <a:solidFill>
                  <a:srgbClr val="252525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현행 구현 </a:t>
            </a:r>
            <a:r>
              <a:rPr lang="en-US" altLang="ko-KR" sz="600">
                <a:solidFill>
                  <a:srgbClr val="252525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+ </a:t>
            </a:r>
            <a:r>
              <a:rPr lang="ko-KR" altLang="en-US" sz="600">
                <a:solidFill>
                  <a:srgbClr val="252525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정책 </a:t>
            </a:r>
            <a:r>
              <a:rPr lang="en-US" altLang="ko-KR" sz="600">
                <a:solidFill>
                  <a:srgbClr val="252525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1.0</a:t>
            </a:r>
            <a:endParaRPr lang="ko-KR" altLang="en-US" sz="600">
              <a:solidFill>
                <a:srgbClr val="252525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pic>
        <p:nvPicPr>
          <p:cNvPr id="19" name="그림 18">
            <a:extLst>
              <a:ext uri="{FF2B5EF4-FFF2-40B4-BE49-F238E27FC236}">
                <a16:creationId xmlns:a16="http://schemas.microsoft.com/office/drawing/2014/main" id="{91045EA8-339C-7842-F339-884A303C74A2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7800" y="482600"/>
            <a:ext cx="8940800" cy="6273800"/>
          </a:xfrm>
          <a:prstGeom prst="rect">
            <a:avLst/>
          </a:prstGeom>
        </p:spPr>
      </p:pic>
      <p:sp>
        <p:nvSpPr>
          <p:cNvPr id="20" name="직사각형 19">
            <a:extLst>
              <a:ext uri="{FF2B5EF4-FFF2-40B4-BE49-F238E27FC236}">
                <a16:creationId xmlns:a16="http://schemas.microsoft.com/office/drawing/2014/main" id="{4D13868C-FC96-AA08-4EE1-AC046F586877}"/>
              </a:ext>
            </a:extLst>
          </p:cNvPr>
          <p:cNvSpPr/>
          <p:nvPr/>
        </p:nvSpPr>
        <p:spPr>
          <a:xfrm>
            <a:off x="177800" y="482600"/>
            <a:ext cx="8940800" cy="6273800"/>
          </a:xfrm>
          <a:prstGeom prst="rect">
            <a:avLst/>
          </a:prstGeom>
          <a:solidFill>
            <a:srgbClr val="FFFFFF">
              <a:alpha val="0"/>
            </a:srgbClr>
          </a:solidFill>
          <a:ln w="7620">
            <a:solidFill>
              <a:srgbClr val="D9D9D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1" name="타원 20">
            <a:extLst>
              <a:ext uri="{FF2B5EF4-FFF2-40B4-BE49-F238E27FC236}">
                <a16:creationId xmlns:a16="http://schemas.microsoft.com/office/drawing/2014/main" id="{350688CE-291E-C72E-2560-9FCC23135C64}"/>
              </a:ext>
            </a:extLst>
          </p:cNvPr>
          <p:cNvSpPr/>
          <p:nvPr/>
        </p:nvSpPr>
        <p:spPr>
          <a:xfrm>
            <a:off x="4193117" y="1322668"/>
            <a:ext cx="165100" cy="165100"/>
          </a:xfrm>
          <a:prstGeom prst="ellipse">
            <a:avLst/>
          </a:prstGeom>
          <a:solidFill>
            <a:srgbClr val="FF2F2F"/>
          </a:solidFill>
          <a:ln w="8890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650" b="1">
                <a:solidFill>
                  <a:srgbClr val="FFFFFF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1</a:t>
            </a:r>
            <a:endParaRPr lang="ko-KR" altLang="en-US" sz="650" b="1">
              <a:solidFill>
                <a:srgbClr val="FFFFFF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22" name="타원 21">
            <a:extLst>
              <a:ext uri="{FF2B5EF4-FFF2-40B4-BE49-F238E27FC236}">
                <a16:creationId xmlns:a16="http://schemas.microsoft.com/office/drawing/2014/main" id="{E7B5DE86-B73B-336C-C749-0741A9B32343}"/>
              </a:ext>
            </a:extLst>
          </p:cNvPr>
          <p:cNvSpPr/>
          <p:nvPr/>
        </p:nvSpPr>
        <p:spPr>
          <a:xfrm>
            <a:off x="3572228" y="1999254"/>
            <a:ext cx="165100" cy="165100"/>
          </a:xfrm>
          <a:prstGeom prst="ellipse">
            <a:avLst/>
          </a:prstGeom>
          <a:solidFill>
            <a:srgbClr val="FF2F2F"/>
          </a:solidFill>
          <a:ln w="8890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650" b="1">
                <a:solidFill>
                  <a:srgbClr val="FFFFFF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2</a:t>
            </a:r>
            <a:endParaRPr lang="ko-KR" altLang="en-US" sz="650" b="1">
              <a:solidFill>
                <a:srgbClr val="FFFFFF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23" name="타원 22">
            <a:extLst>
              <a:ext uri="{FF2B5EF4-FFF2-40B4-BE49-F238E27FC236}">
                <a16:creationId xmlns:a16="http://schemas.microsoft.com/office/drawing/2014/main" id="{0B893F5C-275C-E35B-907E-60CC5CDC1474}"/>
              </a:ext>
            </a:extLst>
          </p:cNvPr>
          <p:cNvSpPr/>
          <p:nvPr/>
        </p:nvSpPr>
        <p:spPr>
          <a:xfrm>
            <a:off x="4689828" y="2737348"/>
            <a:ext cx="165100" cy="165100"/>
          </a:xfrm>
          <a:prstGeom prst="ellipse">
            <a:avLst/>
          </a:prstGeom>
          <a:solidFill>
            <a:srgbClr val="FF2F2F"/>
          </a:solidFill>
          <a:ln w="8890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650" b="1">
                <a:solidFill>
                  <a:srgbClr val="FFFFFF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3</a:t>
            </a:r>
            <a:endParaRPr lang="ko-KR" altLang="en-US" sz="650" b="1">
              <a:solidFill>
                <a:srgbClr val="FFFFFF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24" name="타원 23">
            <a:extLst>
              <a:ext uri="{FF2B5EF4-FFF2-40B4-BE49-F238E27FC236}">
                <a16:creationId xmlns:a16="http://schemas.microsoft.com/office/drawing/2014/main" id="{99DB4E5C-912E-1482-EB19-3A5DBB2FB051}"/>
              </a:ext>
            </a:extLst>
          </p:cNvPr>
          <p:cNvSpPr/>
          <p:nvPr/>
        </p:nvSpPr>
        <p:spPr>
          <a:xfrm>
            <a:off x="5186539" y="4459568"/>
            <a:ext cx="165100" cy="165100"/>
          </a:xfrm>
          <a:prstGeom prst="ellipse">
            <a:avLst/>
          </a:prstGeom>
          <a:solidFill>
            <a:srgbClr val="FF2F2F"/>
          </a:solidFill>
          <a:ln w="8890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650" b="1">
                <a:solidFill>
                  <a:srgbClr val="FFFFFF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4</a:t>
            </a:r>
            <a:endParaRPr lang="ko-KR" altLang="en-US" sz="650" b="1">
              <a:solidFill>
                <a:srgbClr val="FFFFFF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25" name="타원 24">
            <a:extLst>
              <a:ext uri="{FF2B5EF4-FFF2-40B4-BE49-F238E27FC236}">
                <a16:creationId xmlns:a16="http://schemas.microsoft.com/office/drawing/2014/main" id="{48CFE55F-2BAA-3C06-2479-4FEEB75CB339}"/>
              </a:ext>
            </a:extLst>
          </p:cNvPr>
          <p:cNvSpPr/>
          <p:nvPr/>
        </p:nvSpPr>
        <p:spPr>
          <a:xfrm>
            <a:off x="6987117" y="4551830"/>
            <a:ext cx="165100" cy="165100"/>
          </a:xfrm>
          <a:prstGeom prst="ellipse">
            <a:avLst/>
          </a:prstGeom>
          <a:solidFill>
            <a:srgbClr val="FF2F2F"/>
          </a:solidFill>
          <a:ln w="8890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650" b="1">
                <a:solidFill>
                  <a:srgbClr val="FFFFFF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5</a:t>
            </a:r>
            <a:endParaRPr lang="ko-KR" altLang="en-US" sz="650" b="1">
              <a:solidFill>
                <a:srgbClr val="FFFFFF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26" name="타원 25">
            <a:extLst>
              <a:ext uri="{FF2B5EF4-FFF2-40B4-BE49-F238E27FC236}">
                <a16:creationId xmlns:a16="http://schemas.microsoft.com/office/drawing/2014/main" id="{F60D8CAD-C892-C17B-4114-7F3C5F75B5FF}"/>
              </a:ext>
            </a:extLst>
          </p:cNvPr>
          <p:cNvSpPr/>
          <p:nvPr/>
        </p:nvSpPr>
        <p:spPr>
          <a:xfrm>
            <a:off x="8042628" y="1507191"/>
            <a:ext cx="165100" cy="165100"/>
          </a:xfrm>
          <a:prstGeom prst="ellipse">
            <a:avLst/>
          </a:prstGeom>
          <a:solidFill>
            <a:srgbClr val="FF2F2F"/>
          </a:solidFill>
          <a:ln w="8890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650" b="1">
                <a:solidFill>
                  <a:srgbClr val="FFFFFF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6</a:t>
            </a:r>
            <a:endParaRPr lang="ko-KR" altLang="en-US" sz="650" b="1">
              <a:solidFill>
                <a:srgbClr val="FFFFFF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27" name="직사각형 26">
            <a:extLst>
              <a:ext uri="{FF2B5EF4-FFF2-40B4-BE49-F238E27FC236}">
                <a16:creationId xmlns:a16="http://schemas.microsoft.com/office/drawing/2014/main" id="{7EF7A549-1407-F8CA-4E95-CABA96F98833}"/>
              </a:ext>
            </a:extLst>
          </p:cNvPr>
          <p:cNvSpPr/>
          <p:nvPr/>
        </p:nvSpPr>
        <p:spPr>
          <a:xfrm>
            <a:off x="9271000" y="482600"/>
            <a:ext cx="2743200" cy="6273800"/>
          </a:xfrm>
          <a:prstGeom prst="rect">
            <a:avLst/>
          </a:prstGeom>
          <a:solidFill>
            <a:srgbClr val="FFFFFF"/>
          </a:solidFill>
          <a:ln w="7620">
            <a:solidFill>
              <a:srgbClr val="D9D9D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8" name="직사각형 27">
            <a:extLst>
              <a:ext uri="{FF2B5EF4-FFF2-40B4-BE49-F238E27FC236}">
                <a16:creationId xmlns:a16="http://schemas.microsoft.com/office/drawing/2014/main" id="{C7657096-FC69-4C86-FE28-01A97093174C}"/>
              </a:ext>
            </a:extLst>
          </p:cNvPr>
          <p:cNvSpPr/>
          <p:nvPr/>
        </p:nvSpPr>
        <p:spPr>
          <a:xfrm>
            <a:off x="9271000" y="482600"/>
            <a:ext cx="2743200" cy="342900"/>
          </a:xfrm>
          <a:prstGeom prst="rect">
            <a:avLst/>
          </a:prstGeom>
          <a:solidFill>
            <a:srgbClr val="3C3C3C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B920FEDB-DDD3-1F0F-54B5-6A6D084D125A}"/>
              </a:ext>
            </a:extLst>
          </p:cNvPr>
          <p:cNvSpPr txBox="1"/>
          <p:nvPr/>
        </p:nvSpPr>
        <p:spPr>
          <a:xfrm>
            <a:off x="9271000" y="482600"/>
            <a:ext cx="2743200" cy="302647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ctr">
            <a:noAutofit/>
          </a:bodyPr>
          <a:lstStyle/>
          <a:p>
            <a:pPr algn="ctr"/>
            <a:r>
              <a:rPr lang="en-US" altLang="ko-KR" sz="800" b="1">
                <a:solidFill>
                  <a:srgbClr val="FFFFFF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Description</a:t>
            </a:r>
            <a:endParaRPr lang="ko-KR" altLang="en-US" sz="800" b="1">
              <a:solidFill>
                <a:srgbClr val="FFFFFF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30" name="타원 29">
            <a:extLst>
              <a:ext uri="{FF2B5EF4-FFF2-40B4-BE49-F238E27FC236}">
                <a16:creationId xmlns:a16="http://schemas.microsoft.com/office/drawing/2014/main" id="{B5D7EFE2-0FD1-6D54-2A54-2955A8DFF7F7}"/>
              </a:ext>
            </a:extLst>
          </p:cNvPr>
          <p:cNvSpPr/>
          <p:nvPr/>
        </p:nvSpPr>
        <p:spPr>
          <a:xfrm>
            <a:off x="9347200" y="927100"/>
            <a:ext cx="152400" cy="152400"/>
          </a:xfrm>
          <a:prstGeom prst="ellipse">
            <a:avLst/>
          </a:prstGeom>
          <a:solidFill>
            <a:srgbClr val="FF2F2F"/>
          </a:solidFill>
          <a:ln w="8890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650" b="1">
                <a:solidFill>
                  <a:srgbClr val="FFFFFF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1</a:t>
            </a:r>
            <a:endParaRPr lang="ko-KR" altLang="en-US" sz="650" b="1">
              <a:solidFill>
                <a:srgbClr val="FFFFFF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F21BD6F8-1C80-5660-E671-A7C0F76E0FF9}"/>
              </a:ext>
            </a:extLst>
          </p:cNvPr>
          <p:cNvSpPr txBox="1"/>
          <p:nvPr/>
        </p:nvSpPr>
        <p:spPr>
          <a:xfrm>
            <a:off x="9563100" y="901700"/>
            <a:ext cx="2374900" cy="302647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t">
            <a:noAutofit/>
          </a:bodyPr>
          <a:lstStyle/>
          <a:p>
            <a:r>
              <a:rPr lang="ko-KR" altLang="en-US" sz="700" b="1">
                <a:solidFill>
                  <a:srgbClr val="252525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재고 기준 안내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17014BF8-94D4-DEE0-674E-4B3471AE2552}"/>
              </a:ext>
            </a:extLst>
          </p:cNvPr>
          <p:cNvSpPr txBox="1"/>
          <p:nvPr/>
        </p:nvSpPr>
        <p:spPr>
          <a:xfrm>
            <a:off x="9563100" y="1092200"/>
            <a:ext cx="2374900" cy="302647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t">
            <a:noAutofit/>
          </a:bodyPr>
          <a:lstStyle/>
          <a:p>
            <a:r>
              <a:rPr lang="ko-KR" altLang="en-US" sz="650">
                <a:solidFill>
                  <a:srgbClr val="252525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위험</a:t>
            </a:r>
            <a:r>
              <a:rPr lang="en-US" altLang="ko-KR" sz="650">
                <a:solidFill>
                  <a:srgbClr val="252525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·</a:t>
            </a:r>
            <a:r>
              <a:rPr lang="ko-KR" altLang="en-US" sz="650">
                <a:solidFill>
                  <a:srgbClr val="252525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주의</a:t>
            </a:r>
            <a:r>
              <a:rPr lang="en-US" altLang="ko-KR" sz="650">
                <a:solidFill>
                  <a:srgbClr val="252525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·</a:t>
            </a:r>
            <a:r>
              <a:rPr lang="ko-KR" altLang="en-US" sz="650">
                <a:solidFill>
                  <a:srgbClr val="252525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안정 기준과 계산 시점을 설명한다</a:t>
            </a:r>
            <a:r>
              <a:rPr lang="en-US" altLang="ko-KR" sz="650">
                <a:solidFill>
                  <a:srgbClr val="252525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. </a:t>
            </a:r>
            <a:r>
              <a:rPr lang="ko-KR" altLang="en-US" sz="650">
                <a:solidFill>
                  <a:srgbClr val="252525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실제 수량과 예상 수량을 구분해 표시한다</a:t>
            </a:r>
            <a:r>
              <a:rPr lang="en-US" altLang="ko-KR" sz="650">
                <a:solidFill>
                  <a:srgbClr val="252525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.</a:t>
            </a:r>
            <a:endParaRPr lang="ko-KR" altLang="en-US" sz="650">
              <a:solidFill>
                <a:srgbClr val="252525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cxnSp>
        <p:nvCxnSpPr>
          <p:cNvPr id="33" name="직선 연결선 32">
            <a:extLst>
              <a:ext uri="{FF2B5EF4-FFF2-40B4-BE49-F238E27FC236}">
                <a16:creationId xmlns:a16="http://schemas.microsoft.com/office/drawing/2014/main" id="{1D2C5B20-CD4E-BA86-F8F3-95EBBAA0E320}"/>
              </a:ext>
            </a:extLst>
          </p:cNvPr>
          <p:cNvCxnSpPr/>
          <p:nvPr/>
        </p:nvCxnSpPr>
        <p:spPr>
          <a:xfrm>
            <a:off x="9372600" y="1833033"/>
            <a:ext cx="2540000" cy="0"/>
          </a:xfrm>
          <a:prstGeom prst="line">
            <a:avLst/>
          </a:prstGeom>
          <a:ln w="6350">
            <a:solidFill>
              <a:srgbClr val="E7E7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타원 33">
            <a:extLst>
              <a:ext uri="{FF2B5EF4-FFF2-40B4-BE49-F238E27FC236}">
                <a16:creationId xmlns:a16="http://schemas.microsoft.com/office/drawing/2014/main" id="{4AB0EEC4-3621-953D-8265-3D48611BBC6B}"/>
              </a:ext>
            </a:extLst>
          </p:cNvPr>
          <p:cNvSpPr/>
          <p:nvPr/>
        </p:nvSpPr>
        <p:spPr>
          <a:xfrm>
            <a:off x="9347200" y="1896533"/>
            <a:ext cx="152400" cy="152400"/>
          </a:xfrm>
          <a:prstGeom prst="ellipse">
            <a:avLst/>
          </a:prstGeom>
          <a:solidFill>
            <a:srgbClr val="FF2F2F"/>
          </a:solidFill>
          <a:ln w="8890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650" b="1">
                <a:solidFill>
                  <a:srgbClr val="FFFFFF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2</a:t>
            </a:r>
            <a:endParaRPr lang="ko-KR" altLang="en-US" sz="650" b="1">
              <a:solidFill>
                <a:srgbClr val="FFFFFF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A567105C-CFD1-2577-86DE-ADD63F2DA3B7}"/>
              </a:ext>
            </a:extLst>
          </p:cNvPr>
          <p:cNvSpPr txBox="1"/>
          <p:nvPr/>
        </p:nvSpPr>
        <p:spPr>
          <a:xfrm>
            <a:off x="9563100" y="1871133"/>
            <a:ext cx="2374900" cy="302647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t">
            <a:noAutofit/>
          </a:bodyPr>
          <a:lstStyle/>
          <a:p>
            <a:r>
              <a:rPr lang="ko-KR" altLang="en-US" sz="700" b="1">
                <a:solidFill>
                  <a:srgbClr val="252525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요약 카드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6A51F08B-B87E-9009-73D7-785823AACF52}"/>
              </a:ext>
            </a:extLst>
          </p:cNvPr>
          <p:cNvSpPr txBox="1"/>
          <p:nvPr/>
        </p:nvSpPr>
        <p:spPr>
          <a:xfrm>
            <a:off x="9563100" y="2061633"/>
            <a:ext cx="2374900" cy="302647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t">
            <a:noAutofit/>
          </a:bodyPr>
          <a:lstStyle/>
          <a:p>
            <a:r>
              <a:rPr lang="ko-KR" altLang="en-US" sz="650">
                <a:solidFill>
                  <a:srgbClr val="252525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안정</a:t>
            </a:r>
            <a:r>
              <a:rPr lang="en-US" altLang="ko-KR" sz="650">
                <a:solidFill>
                  <a:srgbClr val="252525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, </a:t>
            </a:r>
            <a:r>
              <a:rPr lang="ko-KR" altLang="en-US" sz="650">
                <a:solidFill>
                  <a:srgbClr val="252525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주의</a:t>
            </a:r>
            <a:r>
              <a:rPr lang="en-US" altLang="ko-KR" sz="650">
                <a:solidFill>
                  <a:srgbClr val="252525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, </a:t>
            </a:r>
            <a:r>
              <a:rPr lang="ko-KR" altLang="en-US" sz="650">
                <a:solidFill>
                  <a:srgbClr val="252525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위험</a:t>
            </a:r>
            <a:r>
              <a:rPr lang="en-US" altLang="ko-KR" sz="650">
                <a:solidFill>
                  <a:srgbClr val="252525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, </a:t>
            </a:r>
            <a:r>
              <a:rPr lang="ko-KR" altLang="en-US" sz="650">
                <a:solidFill>
                  <a:srgbClr val="252525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창고 이동 중 건수를 표시한다</a:t>
            </a:r>
            <a:r>
              <a:rPr lang="en-US" altLang="ko-KR" sz="650">
                <a:solidFill>
                  <a:srgbClr val="252525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. </a:t>
            </a:r>
            <a:r>
              <a:rPr lang="ko-KR" altLang="en-US" sz="650">
                <a:solidFill>
                  <a:srgbClr val="252525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현재 필터가 바뀌면 카드 기준을 명시한다</a:t>
            </a:r>
            <a:r>
              <a:rPr lang="en-US" altLang="ko-KR" sz="650">
                <a:solidFill>
                  <a:srgbClr val="252525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.</a:t>
            </a:r>
            <a:endParaRPr lang="ko-KR" altLang="en-US" sz="650">
              <a:solidFill>
                <a:srgbClr val="252525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cxnSp>
        <p:nvCxnSpPr>
          <p:cNvPr id="37" name="직선 연결선 36">
            <a:extLst>
              <a:ext uri="{FF2B5EF4-FFF2-40B4-BE49-F238E27FC236}">
                <a16:creationId xmlns:a16="http://schemas.microsoft.com/office/drawing/2014/main" id="{7F39C7F5-FB6F-35A0-F035-0D8B502EF1C4}"/>
              </a:ext>
            </a:extLst>
          </p:cNvPr>
          <p:cNvCxnSpPr/>
          <p:nvPr/>
        </p:nvCxnSpPr>
        <p:spPr>
          <a:xfrm>
            <a:off x="9372600" y="2802467"/>
            <a:ext cx="2540000" cy="0"/>
          </a:xfrm>
          <a:prstGeom prst="line">
            <a:avLst/>
          </a:prstGeom>
          <a:ln w="6350">
            <a:solidFill>
              <a:srgbClr val="E7E7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타원 37">
            <a:extLst>
              <a:ext uri="{FF2B5EF4-FFF2-40B4-BE49-F238E27FC236}">
                <a16:creationId xmlns:a16="http://schemas.microsoft.com/office/drawing/2014/main" id="{5981DD31-D0F1-05FF-2788-D54BD988529E}"/>
              </a:ext>
            </a:extLst>
          </p:cNvPr>
          <p:cNvSpPr/>
          <p:nvPr/>
        </p:nvSpPr>
        <p:spPr>
          <a:xfrm>
            <a:off x="9347200" y="2865967"/>
            <a:ext cx="152400" cy="152400"/>
          </a:xfrm>
          <a:prstGeom prst="ellipse">
            <a:avLst/>
          </a:prstGeom>
          <a:solidFill>
            <a:srgbClr val="FF2F2F"/>
          </a:solidFill>
          <a:ln w="8890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650" b="1">
                <a:solidFill>
                  <a:srgbClr val="FFFFFF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3</a:t>
            </a:r>
            <a:endParaRPr lang="ko-KR" altLang="en-US" sz="650" b="1">
              <a:solidFill>
                <a:srgbClr val="FFFFFF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DAE4C91C-AD30-72F1-5347-811E0B413363}"/>
              </a:ext>
            </a:extLst>
          </p:cNvPr>
          <p:cNvSpPr txBox="1"/>
          <p:nvPr/>
        </p:nvSpPr>
        <p:spPr>
          <a:xfrm>
            <a:off x="9563100" y="2840567"/>
            <a:ext cx="2374900" cy="302647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t">
            <a:noAutofit/>
          </a:bodyPr>
          <a:lstStyle/>
          <a:p>
            <a:r>
              <a:rPr lang="ko-KR" altLang="en-US" sz="700" b="1">
                <a:solidFill>
                  <a:srgbClr val="252525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검색</a:t>
            </a:r>
            <a:r>
              <a:rPr lang="en-US" altLang="ko-KR" sz="700" b="1">
                <a:solidFill>
                  <a:srgbClr val="252525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·</a:t>
            </a:r>
            <a:r>
              <a:rPr lang="ko-KR" altLang="en-US" sz="700" b="1">
                <a:solidFill>
                  <a:srgbClr val="252525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필터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E89865CC-C58C-AABE-CFF8-D1FBD9277FD5}"/>
              </a:ext>
            </a:extLst>
          </p:cNvPr>
          <p:cNvSpPr txBox="1"/>
          <p:nvPr/>
        </p:nvSpPr>
        <p:spPr>
          <a:xfrm>
            <a:off x="9563100" y="3031067"/>
            <a:ext cx="2374900" cy="302647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t">
            <a:noAutofit/>
          </a:bodyPr>
          <a:lstStyle/>
          <a:p>
            <a:r>
              <a:rPr lang="ko-KR" altLang="en-US" sz="650">
                <a:solidFill>
                  <a:srgbClr val="252525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상품명</a:t>
            </a:r>
            <a:r>
              <a:rPr lang="en-US" altLang="ko-KR" sz="650">
                <a:solidFill>
                  <a:srgbClr val="252525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·SKU·</a:t>
            </a:r>
            <a:r>
              <a:rPr lang="ko-KR" altLang="en-US" sz="650">
                <a:solidFill>
                  <a:srgbClr val="252525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분류</a:t>
            </a:r>
            <a:r>
              <a:rPr lang="en-US" altLang="ko-KR" sz="650">
                <a:solidFill>
                  <a:srgbClr val="252525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·</a:t>
            </a:r>
            <a:r>
              <a:rPr lang="ko-KR" altLang="en-US" sz="650">
                <a:solidFill>
                  <a:srgbClr val="252525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상태</a:t>
            </a:r>
            <a:r>
              <a:rPr lang="en-US" altLang="ko-KR" sz="650">
                <a:solidFill>
                  <a:srgbClr val="252525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·</a:t>
            </a:r>
            <a:r>
              <a:rPr lang="ko-KR" altLang="en-US" sz="650">
                <a:solidFill>
                  <a:srgbClr val="252525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차량으로 조회한다</a:t>
            </a:r>
            <a:r>
              <a:rPr lang="en-US" altLang="ko-KR" sz="650">
                <a:solidFill>
                  <a:srgbClr val="252525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. CSV</a:t>
            </a:r>
            <a:r>
              <a:rPr lang="ko-KR" altLang="en-US" sz="650">
                <a:solidFill>
                  <a:srgbClr val="252525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는 현재 필터와 고정 열 순서를 따른다</a:t>
            </a:r>
            <a:r>
              <a:rPr lang="en-US" altLang="ko-KR" sz="650">
                <a:solidFill>
                  <a:srgbClr val="252525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.</a:t>
            </a:r>
            <a:endParaRPr lang="ko-KR" altLang="en-US" sz="650">
              <a:solidFill>
                <a:srgbClr val="252525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cxnSp>
        <p:nvCxnSpPr>
          <p:cNvPr id="41" name="직선 연결선 40">
            <a:extLst>
              <a:ext uri="{FF2B5EF4-FFF2-40B4-BE49-F238E27FC236}">
                <a16:creationId xmlns:a16="http://schemas.microsoft.com/office/drawing/2014/main" id="{81D154A9-71D1-BDCD-6282-BD1F0CAEB236}"/>
              </a:ext>
            </a:extLst>
          </p:cNvPr>
          <p:cNvCxnSpPr/>
          <p:nvPr/>
        </p:nvCxnSpPr>
        <p:spPr>
          <a:xfrm>
            <a:off x="9372600" y="3771900"/>
            <a:ext cx="2540000" cy="0"/>
          </a:xfrm>
          <a:prstGeom prst="line">
            <a:avLst/>
          </a:prstGeom>
          <a:ln w="6350">
            <a:solidFill>
              <a:srgbClr val="E7E7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타원 41">
            <a:extLst>
              <a:ext uri="{FF2B5EF4-FFF2-40B4-BE49-F238E27FC236}">
                <a16:creationId xmlns:a16="http://schemas.microsoft.com/office/drawing/2014/main" id="{28FF1395-1102-B868-0E95-AB02B9AE7891}"/>
              </a:ext>
            </a:extLst>
          </p:cNvPr>
          <p:cNvSpPr/>
          <p:nvPr/>
        </p:nvSpPr>
        <p:spPr>
          <a:xfrm>
            <a:off x="9347200" y="3835400"/>
            <a:ext cx="152400" cy="152400"/>
          </a:xfrm>
          <a:prstGeom prst="ellipse">
            <a:avLst/>
          </a:prstGeom>
          <a:solidFill>
            <a:srgbClr val="FF2F2F"/>
          </a:solidFill>
          <a:ln w="8890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650" b="1">
                <a:solidFill>
                  <a:srgbClr val="FFFFFF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4</a:t>
            </a:r>
            <a:endParaRPr lang="ko-KR" altLang="en-US" sz="650" b="1">
              <a:solidFill>
                <a:srgbClr val="FFFFFF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ACF5C35A-49FA-A73A-08A1-BD796FB40BAE}"/>
              </a:ext>
            </a:extLst>
          </p:cNvPr>
          <p:cNvSpPr txBox="1"/>
          <p:nvPr/>
        </p:nvSpPr>
        <p:spPr>
          <a:xfrm>
            <a:off x="9563100" y="3810000"/>
            <a:ext cx="2374900" cy="302647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t">
            <a:noAutofit/>
          </a:bodyPr>
          <a:lstStyle/>
          <a:p>
            <a:r>
              <a:rPr lang="ko-KR" altLang="en-US" sz="700" b="1">
                <a:solidFill>
                  <a:srgbClr val="252525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상품 목록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58DC6085-9BA1-A4CC-9524-B905A1303A8E}"/>
              </a:ext>
            </a:extLst>
          </p:cNvPr>
          <p:cNvSpPr txBox="1"/>
          <p:nvPr/>
        </p:nvSpPr>
        <p:spPr>
          <a:xfrm>
            <a:off x="9563100" y="4000500"/>
            <a:ext cx="2374900" cy="302647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t">
            <a:noAutofit/>
          </a:bodyPr>
          <a:lstStyle/>
          <a:p>
            <a:r>
              <a:rPr lang="ko-KR" altLang="en-US" sz="650">
                <a:solidFill>
                  <a:srgbClr val="252525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가격</a:t>
            </a:r>
            <a:r>
              <a:rPr lang="en-US" altLang="ko-KR" sz="650">
                <a:solidFill>
                  <a:srgbClr val="252525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, </a:t>
            </a:r>
            <a:r>
              <a:rPr lang="ko-KR" altLang="en-US" sz="650">
                <a:solidFill>
                  <a:srgbClr val="252525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위치</a:t>
            </a:r>
            <a:r>
              <a:rPr lang="en-US" altLang="ko-KR" sz="650">
                <a:solidFill>
                  <a:srgbClr val="252525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, </a:t>
            </a:r>
            <a:r>
              <a:rPr lang="ko-KR" altLang="en-US" sz="650">
                <a:solidFill>
                  <a:srgbClr val="252525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재고</a:t>
            </a:r>
            <a:r>
              <a:rPr lang="en-US" altLang="ko-KR" sz="650">
                <a:solidFill>
                  <a:srgbClr val="252525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, 24</a:t>
            </a:r>
            <a:r>
              <a:rPr lang="ko-KR" altLang="en-US" sz="650">
                <a:solidFill>
                  <a:srgbClr val="252525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시간 변화</a:t>
            </a:r>
            <a:r>
              <a:rPr lang="en-US" altLang="ko-KR" sz="650">
                <a:solidFill>
                  <a:srgbClr val="252525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, 7</a:t>
            </a:r>
            <a:r>
              <a:rPr lang="ko-KR" altLang="en-US" sz="650">
                <a:solidFill>
                  <a:srgbClr val="252525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일 예상</a:t>
            </a:r>
            <a:r>
              <a:rPr lang="en-US" altLang="ko-KR" sz="650">
                <a:solidFill>
                  <a:srgbClr val="252525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, </a:t>
            </a:r>
            <a:r>
              <a:rPr lang="ko-KR" altLang="en-US" sz="650">
                <a:solidFill>
                  <a:srgbClr val="252525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권장 입고를 한 행에서 비교한다</a:t>
            </a:r>
            <a:r>
              <a:rPr lang="en-US" altLang="ko-KR" sz="650">
                <a:solidFill>
                  <a:srgbClr val="252525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.</a:t>
            </a:r>
            <a:endParaRPr lang="ko-KR" altLang="en-US" sz="650">
              <a:solidFill>
                <a:srgbClr val="252525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cxnSp>
        <p:nvCxnSpPr>
          <p:cNvPr id="45" name="직선 연결선 44">
            <a:extLst>
              <a:ext uri="{FF2B5EF4-FFF2-40B4-BE49-F238E27FC236}">
                <a16:creationId xmlns:a16="http://schemas.microsoft.com/office/drawing/2014/main" id="{EA2E5272-299D-B564-0879-0413E330F59B}"/>
              </a:ext>
            </a:extLst>
          </p:cNvPr>
          <p:cNvCxnSpPr/>
          <p:nvPr/>
        </p:nvCxnSpPr>
        <p:spPr>
          <a:xfrm>
            <a:off x="9372600" y="4741333"/>
            <a:ext cx="2540000" cy="0"/>
          </a:xfrm>
          <a:prstGeom prst="line">
            <a:avLst/>
          </a:prstGeom>
          <a:ln w="6350">
            <a:solidFill>
              <a:srgbClr val="E7E7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6" name="타원 45">
            <a:extLst>
              <a:ext uri="{FF2B5EF4-FFF2-40B4-BE49-F238E27FC236}">
                <a16:creationId xmlns:a16="http://schemas.microsoft.com/office/drawing/2014/main" id="{5E220B5E-0BE6-FFE2-93FA-9C0B7912D1C4}"/>
              </a:ext>
            </a:extLst>
          </p:cNvPr>
          <p:cNvSpPr/>
          <p:nvPr/>
        </p:nvSpPr>
        <p:spPr>
          <a:xfrm>
            <a:off x="9347200" y="4804833"/>
            <a:ext cx="152400" cy="152400"/>
          </a:xfrm>
          <a:prstGeom prst="ellipse">
            <a:avLst/>
          </a:prstGeom>
          <a:solidFill>
            <a:srgbClr val="FF2F2F"/>
          </a:solidFill>
          <a:ln w="8890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650" b="1">
                <a:solidFill>
                  <a:srgbClr val="FFFFFF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5</a:t>
            </a:r>
            <a:endParaRPr lang="ko-KR" altLang="en-US" sz="650" b="1">
              <a:solidFill>
                <a:srgbClr val="FFFFFF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854ED369-D3BD-55FA-2216-2C9A2B9A52D7}"/>
              </a:ext>
            </a:extLst>
          </p:cNvPr>
          <p:cNvSpPr txBox="1"/>
          <p:nvPr/>
        </p:nvSpPr>
        <p:spPr>
          <a:xfrm>
            <a:off x="9563100" y="4779433"/>
            <a:ext cx="2374900" cy="302647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t">
            <a:noAutofit/>
          </a:bodyPr>
          <a:lstStyle/>
          <a:p>
            <a:r>
              <a:rPr lang="ko-KR" altLang="en-US" sz="700" b="1">
                <a:solidFill>
                  <a:srgbClr val="252525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재고 판정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CCE42CF8-D3CF-E82A-0918-984E688765AB}"/>
              </a:ext>
            </a:extLst>
          </p:cNvPr>
          <p:cNvSpPr txBox="1"/>
          <p:nvPr/>
        </p:nvSpPr>
        <p:spPr>
          <a:xfrm>
            <a:off x="9563100" y="4969933"/>
            <a:ext cx="2374900" cy="302647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t">
            <a:noAutofit/>
          </a:bodyPr>
          <a:lstStyle/>
          <a:p>
            <a:r>
              <a:rPr lang="ko-KR" altLang="en-US" sz="650">
                <a:solidFill>
                  <a:srgbClr val="252525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예상 </a:t>
            </a:r>
            <a:r>
              <a:rPr lang="en-US" altLang="ko-KR" sz="650">
                <a:solidFill>
                  <a:srgbClr val="252525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2</a:t>
            </a:r>
            <a:r>
              <a:rPr lang="ko-KR" altLang="en-US" sz="650">
                <a:solidFill>
                  <a:srgbClr val="252525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개 이하는 위험</a:t>
            </a:r>
            <a:r>
              <a:rPr lang="en-US" altLang="ko-KR" sz="650">
                <a:solidFill>
                  <a:srgbClr val="252525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, 3~5</a:t>
            </a:r>
            <a:r>
              <a:rPr lang="ko-KR" altLang="en-US" sz="650">
                <a:solidFill>
                  <a:srgbClr val="252525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개는 주의</a:t>
            </a:r>
            <a:r>
              <a:rPr lang="en-US" altLang="ko-KR" sz="650">
                <a:solidFill>
                  <a:srgbClr val="252525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, 6</a:t>
            </a:r>
            <a:r>
              <a:rPr lang="ko-KR" altLang="en-US" sz="650">
                <a:solidFill>
                  <a:srgbClr val="252525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개 이상은 안정이다</a:t>
            </a:r>
            <a:r>
              <a:rPr lang="en-US" altLang="ko-KR" sz="650">
                <a:solidFill>
                  <a:srgbClr val="252525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. </a:t>
            </a:r>
            <a:r>
              <a:rPr lang="ko-KR" altLang="en-US" sz="650">
                <a:solidFill>
                  <a:srgbClr val="252525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예상이 </a:t>
            </a:r>
            <a:r>
              <a:rPr lang="en-US" altLang="ko-KR" sz="650">
                <a:solidFill>
                  <a:srgbClr val="252525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5</a:t>
            </a:r>
            <a:r>
              <a:rPr lang="ko-KR" altLang="en-US" sz="650">
                <a:solidFill>
                  <a:srgbClr val="252525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개 이하면 </a:t>
            </a:r>
            <a:r>
              <a:rPr lang="en-US" altLang="ko-KR" sz="650">
                <a:solidFill>
                  <a:srgbClr val="252525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12</a:t>
            </a:r>
            <a:r>
              <a:rPr lang="ko-KR" altLang="en-US" sz="650">
                <a:solidFill>
                  <a:srgbClr val="252525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개 기준으로 입고를 권장한다</a:t>
            </a:r>
            <a:r>
              <a:rPr lang="en-US" altLang="ko-KR" sz="650">
                <a:solidFill>
                  <a:srgbClr val="252525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.</a:t>
            </a:r>
            <a:endParaRPr lang="ko-KR" altLang="en-US" sz="650">
              <a:solidFill>
                <a:srgbClr val="252525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cxnSp>
        <p:nvCxnSpPr>
          <p:cNvPr id="49" name="직선 연결선 48">
            <a:extLst>
              <a:ext uri="{FF2B5EF4-FFF2-40B4-BE49-F238E27FC236}">
                <a16:creationId xmlns:a16="http://schemas.microsoft.com/office/drawing/2014/main" id="{0CD096EF-9B37-0E4F-AB78-4356924DD433}"/>
              </a:ext>
            </a:extLst>
          </p:cNvPr>
          <p:cNvCxnSpPr/>
          <p:nvPr/>
        </p:nvCxnSpPr>
        <p:spPr>
          <a:xfrm>
            <a:off x="9372600" y="5710767"/>
            <a:ext cx="2540000" cy="0"/>
          </a:xfrm>
          <a:prstGeom prst="line">
            <a:avLst/>
          </a:prstGeom>
          <a:ln w="6350">
            <a:solidFill>
              <a:srgbClr val="E7E7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0" name="타원 49">
            <a:extLst>
              <a:ext uri="{FF2B5EF4-FFF2-40B4-BE49-F238E27FC236}">
                <a16:creationId xmlns:a16="http://schemas.microsoft.com/office/drawing/2014/main" id="{6353709A-7D13-7480-290B-BDD09B3ABD3B}"/>
              </a:ext>
            </a:extLst>
          </p:cNvPr>
          <p:cNvSpPr/>
          <p:nvPr/>
        </p:nvSpPr>
        <p:spPr>
          <a:xfrm>
            <a:off x="9347200" y="5774267"/>
            <a:ext cx="152400" cy="152400"/>
          </a:xfrm>
          <a:prstGeom prst="ellipse">
            <a:avLst/>
          </a:prstGeom>
          <a:solidFill>
            <a:srgbClr val="FF2F2F"/>
          </a:solidFill>
          <a:ln w="8890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650" b="1">
                <a:solidFill>
                  <a:srgbClr val="FFFFFF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6</a:t>
            </a:r>
            <a:endParaRPr lang="ko-KR" altLang="en-US" sz="650" b="1">
              <a:solidFill>
                <a:srgbClr val="FFFFFF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B5B7B838-348B-B870-4D7D-C0B56650B373}"/>
              </a:ext>
            </a:extLst>
          </p:cNvPr>
          <p:cNvSpPr txBox="1"/>
          <p:nvPr/>
        </p:nvSpPr>
        <p:spPr>
          <a:xfrm>
            <a:off x="9563100" y="5748867"/>
            <a:ext cx="2374900" cy="302647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t">
            <a:noAutofit/>
          </a:bodyPr>
          <a:lstStyle/>
          <a:p>
            <a:r>
              <a:rPr lang="ko-KR" altLang="en-US" sz="700" b="1">
                <a:solidFill>
                  <a:srgbClr val="252525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등록</a:t>
            </a:r>
            <a:r>
              <a:rPr lang="en-US" altLang="ko-KR" sz="700" b="1">
                <a:solidFill>
                  <a:srgbClr val="252525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·</a:t>
            </a:r>
            <a:r>
              <a:rPr lang="ko-KR" altLang="en-US" sz="700" b="1">
                <a:solidFill>
                  <a:srgbClr val="252525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변경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ADA24D5A-7182-7972-6D62-741BB09EA36C}"/>
              </a:ext>
            </a:extLst>
          </p:cNvPr>
          <p:cNvSpPr txBox="1"/>
          <p:nvPr/>
        </p:nvSpPr>
        <p:spPr>
          <a:xfrm>
            <a:off x="9563100" y="5939367"/>
            <a:ext cx="2374900" cy="302647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t">
            <a:noAutofit/>
          </a:bodyPr>
          <a:lstStyle/>
          <a:p>
            <a:r>
              <a:rPr lang="en-US" altLang="ko-KR" sz="650">
                <a:solidFill>
                  <a:srgbClr val="252525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SKU </a:t>
            </a:r>
            <a:r>
              <a:rPr lang="ko-KR" altLang="en-US" sz="650">
                <a:solidFill>
                  <a:srgbClr val="252525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중복은 </a:t>
            </a:r>
            <a:r>
              <a:rPr lang="en-US" altLang="ko-KR" sz="650">
                <a:solidFill>
                  <a:srgbClr val="252525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409</a:t>
            </a:r>
            <a:r>
              <a:rPr lang="ko-KR" altLang="en-US" sz="650">
                <a:solidFill>
                  <a:srgbClr val="252525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로 차단한다</a:t>
            </a:r>
            <a:r>
              <a:rPr lang="en-US" altLang="ko-KR" sz="650">
                <a:solidFill>
                  <a:srgbClr val="252525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. </a:t>
            </a:r>
            <a:r>
              <a:rPr lang="ko-KR" altLang="en-US" sz="650">
                <a:solidFill>
                  <a:srgbClr val="252525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입고</a:t>
            </a:r>
            <a:r>
              <a:rPr lang="en-US" altLang="ko-KR" sz="650">
                <a:solidFill>
                  <a:srgbClr val="252525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·</a:t>
            </a:r>
            <a:r>
              <a:rPr lang="ko-KR" altLang="en-US" sz="650">
                <a:solidFill>
                  <a:srgbClr val="252525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차감</a:t>
            </a:r>
            <a:r>
              <a:rPr lang="en-US" altLang="ko-KR" sz="650">
                <a:solidFill>
                  <a:srgbClr val="252525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·</a:t>
            </a:r>
            <a:r>
              <a:rPr lang="ko-KR" altLang="en-US" sz="650">
                <a:solidFill>
                  <a:srgbClr val="252525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실사와 창고 이동 조건을 검증하며 이미지 파일은 </a:t>
            </a:r>
            <a:r>
              <a:rPr lang="en-US" altLang="ko-KR" sz="650">
                <a:solidFill>
                  <a:srgbClr val="252525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20MB </a:t>
            </a:r>
            <a:r>
              <a:rPr lang="ko-KR" altLang="en-US" sz="650">
                <a:solidFill>
                  <a:srgbClr val="252525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이하만 허용한다</a:t>
            </a:r>
            <a:r>
              <a:rPr lang="en-US" altLang="ko-KR" sz="650">
                <a:solidFill>
                  <a:srgbClr val="252525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.</a:t>
            </a:r>
            <a:endParaRPr lang="ko-KR" altLang="en-US" sz="650">
              <a:solidFill>
                <a:srgbClr val="252525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70930637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ABAB61DD-41F2-8BC7-F9B3-DAFEFD90B3A2}"/>
              </a:ext>
            </a:extLst>
          </p:cNvPr>
          <p:cNvSpPr/>
          <p:nvPr/>
        </p:nvSpPr>
        <p:spPr>
          <a:xfrm>
            <a:off x="177800" y="50800"/>
            <a:ext cx="609600" cy="304800"/>
          </a:xfrm>
          <a:prstGeom prst="rect">
            <a:avLst/>
          </a:prstGeom>
          <a:solidFill>
            <a:srgbClr val="3C3C3C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7D2D091-581B-6C75-13BA-DEF1E15F8B6D}"/>
              </a:ext>
            </a:extLst>
          </p:cNvPr>
          <p:cNvSpPr txBox="1"/>
          <p:nvPr/>
        </p:nvSpPr>
        <p:spPr>
          <a:xfrm>
            <a:off x="177800" y="50800"/>
            <a:ext cx="609600" cy="302647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ctr">
            <a:noAutofit/>
          </a:bodyPr>
          <a:lstStyle/>
          <a:p>
            <a:pPr algn="ctr"/>
            <a:r>
              <a:rPr lang="ko-KR" altLang="en-US" sz="600" b="1">
                <a:solidFill>
                  <a:srgbClr val="FFFFFF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화면 </a:t>
            </a:r>
            <a:r>
              <a:rPr lang="en-US" altLang="ko-KR" sz="600" b="1">
                <a:solidFill>
                  <a:srgbClr val="FFFFFF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ID</a:t>
            </a:r>
            <a:endParaRPr lang="ko-KR" altLang="en-US" sz="600" b="1">
              <a:solidFill>
                <a:srgbClr val="FFFFFF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6DBD1446-D9CA-F306-8300-96FE6EC6C608}"/>
              </a:ext>
            </a:extLst>
          </p:cNvPr>
          <p:cNvSpPr/>
          <p:nvPr/>
        </p:nvSpPr>
        <p:spPr>
          <a:xfrm>
            <a:off x="787400" y="50800"/>
            <a:ext cx="914400" cy="304800"/>
          </a:xfrm>
          <a:prstGeom prst="rect">
            <a:avLst/>
          </a:prstGeom>
          <a:solidFill>
            <a:srgbClr val="FFFFFF"/>
          </a:solidFill>
          <a:ln w="7620">
            <a:solidFill>
              <a:srgbClr val="D9D9D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41644F7-73D0-E35B-837F-AE99D5EF7A22}"/>
              </a:ext>
            </a:extLst>
          </p:cNvPr>
          <p:cNvSpPr txBox="1"/>
          <p:nvPr/>
        </p:nvSpPr>
        <p:spPr>
          <a:xfrm>
            <a:off x="812800" y="50800"/>
            <a:ext cx="863600" cy="302647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ctr">
            <a:noAutofit/>
          </a:bodyPr>
          <a:lstStyle/>
          <a:p>
            <a:r>
              <a:rPr lang="en-US" altLang="ko-KR" sz="600">
                <a:solidFill>
                  <a:srgbClr val="252525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SB-04</a:t>
            </a:r>
            <a:endParaRPr lang="ko-KR" altLang="en-US" sz="600">
              <a:solidFill>
                <a:srgbClr val="252525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1F503FF8-CEFA-AD73-B215-3B8EEFF09487}"/>
              </a:ext>
            </a:extLst>
          </p:cNvPr>
          <p:cNvSpPr/>
          <p:nvPr/>
        </p:nvSpPr>
        <p:spPr>
          <a:xfrm>
            <a:off x="1752600" y="50800"/>
            <a:ext cx="609600" cy="304800"/>
          </a:xfrm>
          <a:prstGeom prst="rect">
            <a:avLst/>
          </a:prstGeom>
          <a:solidFill>
            <a:srgbClr val="3C3C3C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A47EB60-A64B-967F-C411-4C67612E7874}"/>
              </a:ext>
            </a:extLst>
          </p:cNvPr>
          <p:cNvSpPr txBox="1"/>
          <p:nvPr/>
        </p:nvSpPr>
        <p:spPr>
          <a:xfrm>
            <a:off x="1752600" y="50800"/>
            <a:ext cx="609600" cy="302647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ctr">
            <a:noAutofit/>
          </a:bodyPr>
          <a:lstStyle/>
          <a:p>
            <a:pPr algn="ctr"/>
            <a:r>
              <a:rPr lang="ko-KR" altLang="en-US" sz="600" b="1">
                <a:solidFill>
                  <a:srgbClr val="FFFFFF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화면명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0E8BBB27-E91F-95BA-6B3B-A471BA2E4959}"/>
              </a:ext>
            </a:extLst>
          </p:cNvPr>
          <p:cNvSpPr/>
          <p:nvPr/>
        </p:nvSpPr>
        <p:spPr>
          <a:xfrm>
            <a:off x="2362200" y="50800"/>
            <a:ext cx="2984500" cy="304800"/>
          </a:xfrm>
          <a:prstGeom prst="rect">
            <a:avLst/>
          </a:prstGeom>
          <a:solidFill>
            <a:srgbClr val="FFFFFF"/>
          </a:solidFill>
          <a:ln w="7620">
            <a:solidFill>
              <a:srgbClr val="D9D9D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DEAAFC7-8A77-4850-CE91-EA5F1C3D4C49}"/>
              </a:ext>
            </a:extLst>
          </p:cNvPr>
          <p:cNvSpPr txBox="1"/>
          <p:nvPr/>
        </p:nvSpPr>
        <p:spPr>
          <a:xfrm>
            <a:off x="2387600" y="50800"/>
            <a:ext cx="2933700" cy="302647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ctr">
            <a:noAutofit/>
          </a:bodyPr>
          <a:lstStyle/>
          <a:p>
            <a:r>
              <a:rPr lang="ko-KR" altLang="en-US" sz="600">
                <a:solidFill>
                  <a:srgbClr val="252525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회원 관리</a:t>
            </a: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650EA4DE-6A87-D7F3-11DC-699685571D99}"/>
              </a:ext>
            </a:extLst>
          </p:cNvPr>
          <p:cNvSpPr/>
          <p:nvPr/>
        </p:nvSpPr>
        <p:spPr>
          <a:xfrm>
            <a:off x="5346700" y="50800"/>
            <a:ext cx="609600" cy="304800"/>
          </a:xfrm>
          <a:prstGeom prst="rect">
            <a:avLst/>
          </a:prstGeom>
          <a:solidFill>
            <a:srgbClr val="3C3C3C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029AE31-AD35-3E8B-56C4-88F3C57609AD}"/>
              </a:ext>
            </a:extLst>
          </p:cNvPr>
          <p:cNvSpPr txBox="1"/>
          <p:nvPr/>
        </p:nvSpPr>
        <p:spPr>
          <a:xfrm>
            <a:off x="5346700" y="50800"/>
            <a:ext cx="609600" cy="302647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ctr">
            <a:noAutofit/>
          </a:bodyPr>
          <a:lstStyle/>
          <a:p>
            <a:pPr algn="ctr"/>
            <a:r>
              <a:rPr lang="ko-KR" altLang="en-US" sz="600" b="1">
                <a:solidFill>
                  <a:srgbClr val="FFFFFF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화면 경로</a:t>
            </a: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1904503C-10B2-4F99-9354-0127694E6FC1}"/>
              </a:ext>
            </a:extLst>
          </p:cNvPr>
          <p:cNvSpPr/>
          <p:nvPr/>
        </p:nvSpPr>
        <p:spPr>
          <a:xfrm>
            <a:off x="5956300" y="50800"/>
            <a:ext cx="3098800" cy="304800"/>
          </a:xfrm>
          <a:prstGeom prst="rect">
            <a:avLst/>
          </a:prstGeom>
          <a:solidFill>
            <a:srgbClr val="FFFFFF"/>
          </a:solidFill>
          <a:ln w="7620">
            <a:solidFill>
              <a:srgbClr val="D9D9D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98014D5-301A-CB18-EF00-2BC46A529E96}"/>
              </a:ext>
            </a:extLst>
          </p:cNvPr>
          <p:cNvSpPr txBox="1"/>
          <p:nvPr/>
        </p:nvSpPr>
        <p:spPr>
          <a:xfrm>
            <a:off x="5981700" y="50800"/>
            <a:ext cx="3048000" cy="302647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ctr">
            <a:noAutofit/>
          </a:bodyPr>
          <a:lstStyle/>
          <a:p>
            <a:r>
              <a:rPr lang="en-US" altLang="ko-KR" sz="600">
                <a:solidFill>
                  <a:srgbClr val="252525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#members</a:t>
            </a:r>
            <a:endParaRPr lang="ko-KR" altLang="en-US" sz="600">
              <a:solidFill>
                <a:srgbClr val="252525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2EB6275B-2DF8-6922-0673-03D3DEC4D8B2}"/>
              </a:ext>
            </a:extLst>
          </p:cNvPr>
          <p:cNvSpPr/>
          <p:nvPr/>
        </p:nvSpPr>
        <p:spPr>
          <a:xfrm>
            <a:off x="9893300" y="50800"/>
            <a:ext cx="825500" cy="304800"/>
          </a:xfrm>
          <a:prstGeom prst="rect">
            <a:avLst/>
          </a:prstGeom>
          <a:solidFill>
            <a:srgbClr val="3C3C3C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E1E489F6-5941-25FC-B204-DEACA2D2699D}"/>
              </a:ext>
            </a:extLst>
          </p:cNvPr>
          <p:cNvSpPr txBox="1"/>
          <p:nvPr/>
        </p:nvSpPr>
        <p:spPr>
          <a:xfrm>
            <a:off x="9893300" y="50800"/>
            <a:ext cx="825500" cy="302647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ctr">
            <a:noAutofit/>
          </a:bodyPr>
          <a:lstStyle/>
          <a:p>
            <a:pPr algn="ctr"/>
            <a:r>
              <a:rPr lang="ko-KR" altLang="en-US" sz="600" b="1">
                <a:solidFill>
                  <a:srgbClr val="FFFFFF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작성 기준</a:t>
            </a: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646EA989-9E25-600A-6135-2D07A0ACBDA1}"/>
              </a:ext>
            </a:extLst>
          </p:cNvPr>
          <p:cNvSpPr/>
          <p:nvPr/>
        </p:nvSpPr>
        <p:spPr>
          <a:xfrm>
            <a:off x="10718800" y="50800"/>
            <a:ext cx="1295400" cy="304800"/>
          </a:xfrm>
          <a:prstGeom prst="rect">
            <a:avLst/>
          </a:prstGeom>
          <a:solidFill>
            <a:srgbClr val="FFFFFF"/>
          </a:solidFill>
          <a:ln w="7620">
            <a:solidFill>
              <a:srgbClr val="D9D9D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B947527C-F15B-7BD6-CC2E-4D6CF5C45A6D}"/>
              </a:ext>
            </a:extLst>
          </p:cNvPr>
          <p:cNvSpPr txBox="1"/>
          <p:nvPr/>
        </p:nvSpPr>
        <p:spPr>
          <a:xfrm>
            <a:off x="10744200" y="50800"/>
            <a:ext cx="1244600" cy="302647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ctr">
            <a:noAutofit/>
          </a:bodyPr>
          <a:lstStyle/>
          <a:p>
            <a:r>
              <a:rPr lang="ko-KR" altLang="en-US" sz="600">
                <a:solidFill>
                  <a:srgbClr val="252525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현행 구현 </a:t>
            </a:r>
            <a:r>
              <a:rPr lang="en-US" altLang="ko-KR" sz="600">
                <a:solidFill>
                  <a:srgbClr val="252525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+ </a:t>
            </a:r>
            <a:r>
              <a:rPr lang="ko-KR" altLang="en-US" sz="600">
                <a:solidFill>
                  <a:srgbClr val="252525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정책 </a:t>
            </a:r>
            <a:r>
              <a:rPr lang="en-US" altLang="ko-KR" sz="600">
                <a:solidFill>
                  <a:srgbClr val="252525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1.0</a:t>
            </a:r>
            <a:endParaRPr lang="ko-KR" altLang="en-US" sz="600">
              <a:solidFill>
                <a:srgbClr val="252525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pic>
        <p:nvPicPr>
          <p:cNvPr id="19" name="그림 18">
            <a:extLst>
              <a:ext uri="{FF2B5EF4-FFF2-40B4-BE49-F238E27FC236}">
                <a16:creationId xmlns:a16="http://schemas.microsoft.com/office/drawing/2014/main" id="{35D67B00-39CA-2304-3D07-459858735C83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7800" y="482600"/>
            <a:ext cx="8940800" cy="6273800"/>
          </a:xfrm>
          <a:prstGeom prst="rect">
            <a:avLst/>
          </a:prstGeom>
        </p:spPr>
      </p:pic>
      <p:sp>
        <p:nvSpPr>
          <p:cNvPr id="20" name="직사각형 19">
            <a:extLst>
              <a:ext uri="{FF2B5EF4-FFF2-40B4-BE49-F238E27FC236}">
                <a16:creationId xmlns:a16="http://schemas.microsoft.com/office/drawing/2014/main" id="{84BDA459-6858-C017-EFAF-A741277B49D4}"/>
              </a:ext>
            </a:extLst>
          </p:cNvPr>
          <p:cNvSpPr/>
          <p:nvPr/>
        </p:nvSpPr>
        <p:spPr>
          <a:xfrm>
            <a:off x="177800" y="482600"/>
            <a:ext cx="8940800" cy="6273800"/>
          </a:xfrm>
          <a:prstGeom prst="rect">
            <a:avLst/>
          </a:prstGeom>
          <a:solidFill>
            <a:srgbClr val="FFFFFF">
              <a:alpha val="0"/>
            </a:srgbClr>
          </a:solidFill>
          <a:ln w="7620">
            <a:solidFill>
              <a:srgbClr val="D9D9D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1" name="타원 20">
            <a:extLst>
              <a:ext uri="{FF2B5EF4-FFF2-40B4-BE49-F238E27FC236}">
                <a16:creationId xmlns:a16="http://schemas.microsoft.com/office/drawing/2014/main" id="{973EC9A0-4AE6-BE62-5869-A3A2DE8AED48}"/>
              </a:ext>
            </a:extLst>
          </p:cNvPr>
          <p:cNvSpPr/>
          <p:nvPr/>
        </p:nvSpPr>
        <p:spPr>
          <a:xfrm>
            <a:off x="4814005" y="1291914"/>
            <a:ext cx="165100" cy="165100"/>
          </a:xfrm>
          <a:prstGeom prst="ellipse">
            <a:avLst/>
          </a:prstGeom>
          <a:solidFill>
            <a:srgbClr val="FF2F2F"/>
          </a:solidFill>
          <a:ln w="8890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650" b="1">
                <a:solidFill>
                  <a:srgbClr val="FFFFFF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1</a:t>
            </a:r>
            <a:endParaRPr lang="ko-KR" altLang="en-US" sz="650" b="1">
              <a:solidFill>
                <a:srgbClr val="FFFFFF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22" name="타원 21">
            <a:extLst>
              <a:ext uri="{FF2B5EF4-FFF2-40B4-BE49-F238E27FC236}">
                <a16:creationId xmlns:a16="http://schemas.microsoft.com/office/drawing/2014/main" id="{462124E9-4B13-80BA-BF8E-641C02486B85}"/>
              </a:ext>
            </a:extLst>
          </p:cNvPr>
          <p:cNvSpPr/>
          <p:nvPr/>
        </p:nvSpPr>
        <p:spPr>
          <a:xfrm>
            <a:off x="4751917" y="1660961"/>
            <a:ext cx="165100" cy="165100"/>
          </a:xfrm>
          <a:prstGeom prst="ellipse">
            <a:avLst/>
          </a:prstGeom>
          <a:solidFill>
            <a:srgbClr val="FF2F2F"/>
          </a:solidFill>
          <a:ln w="8890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650" b="1">
                <a:solidFill>
                  <a:srgbClr val="FFFFFF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2</a:t>
            </a:r>
            <a:endParaRPr lang="ko-KR" altLang="en-US" sz="650" b="1">
              <a:solidFill>
                <a:srgbClr val="FFFFFF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23" name="타원 22">
            <a:extLst>
              <a:ext uri="{FF2B5EF4-FFF2-40B4-BE49-F238E27FC236}">
                <a16:creationId xmlns:a16="http://schemas.microsoft.com/office/drawing/2014/main" id="{9CEB04EA-65A1-3222-27C1-A98A210CB865}"/>
              </a:ext>
            </a:extLst>
          </p:cNvPr>
          <p:cNvSpPr/>
          <p:nvPr/>
        </p:nvSpPr>
        <p:spPr>
          <a:xfrm>
            <a:off x="4379383" y="2337547"/>
            <a:ext cx="165100" cy="165100"/>
          </a:xfrm>
          <a:prstGeom prst="ellipse">
            <a:avLst/>
          </a:prstGeom>
          <a:solidFill>
            <a:srgbClr val="FF2F2F"/>
          </a:solidFill>
          <a:ln w="8890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650" b="1">
                <a:solidFill>
                  <a:srgbClr val="FFFFFF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3</a:t>
            </a:r>
            <a:endParaRPr lang="ko-KR" altLang="en-US" sz="650" b="1">
              <a:solidFill>
                <a:srgbClr val="FFFFFF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24" name="타원 23">
            <a:extLst>
              <a:ext uri="{FF2B5EF4-FFF2-40B4-BE49-F238E27FC236}">
                <a16:creationId xmlns:a16="http://schemas.microsoft.com/office/drawing/2014/main" id="{D8A13188-CBC4-F73A-C09B-D71CC101770A}"/>
              </a:ext>
            </a:extLst>
          </p:cNvPr>
          <p:cNvSpPr/>
          <p:nvPr/>
        </p:nvSpPr>
        <p:spPr>
          <a:xfrm>
            <a:off x="4565650" y="3475442"/>
            <a:ext cx="165100" cy="165100"/>
          </a:xfrm>
          <a:prstGeom prst="ellipse">
            <a:avLst/>
          </a:prstGeom>
          <a:solidFill>
            <a:srgbClr val="FF2F2F"/>
          </a:solidFill>
          <a:ln w="8890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650" b="1">
                <a:solidFill>
                  <a:srgbClr val="FFFFFF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4</a:t>
            </a:r>
            <a:endParaRPr lang="ko-KR" altLang="en-US" sz="650" b="1">
              <a:solidFill>
                <a:srgbClr val="FFFFFF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25" name="타원 24">
            <a:extLst>
              <a:ext uri="{FF2B5EF4-FFF2-40B4-BE49-F238E27FC236}">
                <a16:creationId xmlns:a16="http://schemas.microsoft.com/office/drawing/2014/main" id="{BA89058D-E727-76C4-BB9F-AF1796DE4BD4}"/>
              </a:ext>
            </a:extLst>
          </p:cNvPr>
          <p:cNvSpPr/>
          <p:nvPr/>
        </p:nvSpPr>
        <p:spPr>
          <a:xfrm>
            <a:off x="4565650" y="4521076"/>
            <a:ext cx="165100" cy="165100"/>
          </a:xfrm>
          <a:prstGeom prst="ellipse">
            <a:avLst/>
          </a:prstGeom>
          <a:solidFill>
            <a:srgbClr val="FF2F2F"/>
          </a:solidFill>
          <a:ln w="8890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650" b="1">
                <a:solidFill>
                  <a:srgbClr val="FFFFFF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5</a:t>
            </a:r>
            <a:endParaRPr lang="ko-KR" altLang="en-US" sz="650" b="1">
              <a:solidFill>
                <a:srgbClr val="FFFFFF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26" name="타원 25">
            <a:extLst>
              <a:ext uri="{FF2B5EF4-FFF2-40B4-BE49-F238E27FC236}">
                <a16:creationId xmlns:a16="http://schemas.microsoft.com/office/drawing/2014/main" id="{9264E948-BB42-A3A3-E5DC-67F9B5CF2967}"/>
              </a:ext>
            </a:extLst>
          </p:cNvPr>
          <p:cNvSpPr/>
          <p:nvPr/>
        </p:nvSpPr>
        <p:spPr>
          <a:xfrm>
            <a:off x="7918450" y="4244290"/>
            <a:ext cx="165100" cy="165100"/>
          </a:xfrm>
          <a:prstGeom prst="ellipse">
            <a:avLst/>
          </a:prstGeom>
          <a:solidFill>
            <a:srgbClr val="FF2F2F"/>
          </a:solidFill>
          <a:ln w="8890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650" b="1">
                <a:solidFill>
                  <a:srgbClr val="FFFFFF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6</a:t>
            </a:r>
            <a:endParaRPr lang="ko-KR" altLang="en-US" sz="650" b="1">
              <a:solidFill>
                <a:srgbClr val="FFFFFF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27" name="직사각형 26">
            <a:extLst>
              <a:ext uri="{FF2B5EF4-FFF2-40B4-BE49-F238E27FC236}">
                <a16:creationId xmlns:a16="http://schemas.microsoft.com/office/drawing/2014/main" id="{09A30B97-B4FE-E816-AEE3-E20820457FCF}"/>
              </a:ext>
            </a:extLst>
          </p:cNvPr>
          <p:cNvSpPr/>
          <p:nvPr/>
        </p:nvSpPr>
        <p:spPr>
          <a:xfrm>
            <a:off x="9271000" y="482600"/>
            <a:ext cx="2743200" cy="6273800"/>
          </a:xfrm>
          <a:prstGeom prst="rect">
            <a:avLst/>
          </a:prstGeom>
          <a:solidFill>
            <a:srgbClr val="FFFFFF"/>
          </a:solidFill>
          <a:ln w="7620">
            <a:solidFill>
              <a:srgbClr val="D9D9D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8" name="직사각형 27">
            <a:extLst>
              <a:ext uri="{FF2B5EF4-FFF2-40B4-BE49-F238E27FC236}">
                <a16:creationId xmlns:a16="http://schemas.microsoft.com/office/drawing/2014/main" id="{98B2E734-D5EF-CD7B-D9DC-4AA3E128B42D}"/>
              </a:ext>
            </a:extLst>
          </p:cNvPr>
          <p:cNvSpPr/>
          <p:nvPr/>
        </p:nvSpPr>
        <p:spPr>
          <a:xfrm>
            <a:off x="9271000" y="482600"/>
            <a:ext cx="2743200" cy="342900"/>
          </a:xfrm>
          <a:prstGeom prst="rect">
            <a:avLst/>
          </a:prstGeom>
          <a:solidFill>
            <a:srgbClr val="3C3C3C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409FFEBA-A49C-6698-7A35-F594DCFBFE90}"/>
              </a:ext>
            </a:extLst>
          </p:cNvPr>
          <p:cNvSpPr txBox="1"/>
          <p:nvPr/>
        </p:nvSpPr>
        <p:spPr>
          <a:xfrm>
            <a:off x="9271000" y="482600"/>
            <a:ext cx="2743200" cy="302647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ctr">
            <a:noAutofit/>
          </a:bodyPr>
          <a:lstStyle/>
          <a:p>
            <a:pPr algn="ctr"/>
            <a:r>
              <a:rPr lang="en-US" altLang="ko-KR" sz="800" b="1">
                <a:solidFill>
                  <a:srgbClr val="FFFFFF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Description</a:t>
            </a:r>
            <a:endParaRPr lang="ko-KR" altLang="en-US" sz="800" b="1">
              <a:solidFill>
                <a:srgbClr val="FFFFFF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30" name="타원 29">
            <a:extLst>
              <a:ext uri="{FF2B5EF4-FFF2-40B4-BE49-F238E27FC236}">
                <a16:creationId xmlns:a16="http://schemas.microsoft.com/office/drawing/2014/main" id="{DA865AF3-B76C-8972-9D8F-2497BDAA5224}"/>
              </a:ext>
            </a:extLst>
          </p:cNvPr>
          <p:cNvSpPr/>
          <p:nvPr/>
        </p:nvSpPr>
        <p:spPr>
          <a:xfrm>
            <a:off x="9347200" y="927100"/>
            <a:ext cx="152400" cy="152400"/>
          </a:xfrm>
          <a:prstGeom prst="ellipse">
            <a:avLst/>
          </a:prstGeom>
          <a:solidFill>
            <a:srgbClr val="FF2F2F"/>
          </a:solidFill>
          <a:ln w="8890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650" b="1">
                <a:solidFill>
                  <a:srgbClr val="FFFFFF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1</a:t>
            </a:r>
            <a:endParaRPr lang="ko-KR" altLang="en-US" sz="650" b="1">
              <a:solidFill>
                <a:srgbClr val="FFFFFF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1EF80CA6-C889-6B54-B171-88355E950003}"/>
              </a:ext>
            </a:extLst>
          </p:cNvPr>
          <p:cNvSpPr txBox="1"/>
          <p:nvPr/>
        </p:nvSpPr>
        <p:spPr>
          <a:xfrm>
            <a:off x="9563100" y="901700"/>
            <a:ext cx="2374900" cy="302647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t">
            <a:noAutofit/>
          </a:bodyPr>
          <a:lstStyle/>
          <a:p>
            <a:r>
              <a:rPr lang="ko-KR" altLang="en-US" sz="700" b="1">
                <a:solidFill>
                  <a:srgbClr val="252525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정책 안내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BD534607-6242-35FB-9375-926EDF388AA2}"/>
              </a:ext>
            </a:extLst>
          </p:cNvPr>
          <p:cNvSpPr txBox="1"/>
          <p:nvPr/>
        </p:nvSpPr>
        <p:spPr>
          <a:xfrm>
            <a:off x="9563100" y="1092200"/>
            <a:ext cx="2374900" cy="302647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t">
            <a:noAutofit/>
          </a:bodyPr>
          <a:lstStyle/>
          <a:p>
            <a:r>
              <a:rPr lang="ko-KR" altLang="en-US" sz="650">
                <a:solidFill>
                  <a:srgbClr val="252525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상단 고정 요약이 예시인지 실데이터인지 명확히 고지한다</a:t>
            </a:r>
            <a:r>
              <a:rPr lang="en-US" altLang="ko-KR" sz="650">
                <a:solidFill>
                  <a:srgbClr val="252525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. </a:t>
            </a:r>
            <a:r>
              <a:rPr lang="ko-KR" altLang="en-US" sz="650">
                <a:solidFill>
                  <a:srgbClr val="252525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추정값으로 실 회원 수를 만들지 않는다</a:t>
            </a:r>
            <a:r>
              <a:rPr lang="en-US" altLang="ko-KR" sz="650">
                <a:solidFill>
                  <a:srgbClr val="252525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.</a:t>
            </a:r>
            <a:endParaRPr lang="ko-KR" altLang="en-US" sz="650">
              <a:solidFill>
                <a:srgbClr val="252525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cxnSp>
        <p:nvCxnSpPr>
          <p:cNvPr id="33" name="직선 연결선 32">
            <a:extLst>
              <a:ext uri="{FF2B5EF4-FFF2-40B4-BE49-F238E27FC236}">
                <a16:creationId xmlns:a16="http://schemas.microsoft.com/office/drawing/2014/main" id="{2BE260A5-4C03-4616-BA19-913982F7DFD6}"/>
              </a:ext>
            </a:extLst>
          </p:cNvPr>
          <p:cNvCxnSpPr/>
          <p:nvPr/>
        </p:nvCxnSpPr>
        <p:spPr>
          <a:xfrm>
            <a:off x="9372600" y="1833033"/>
            <a:ext cx="2540000" cy="0"/>
          </a:xfrm>
          <a:prstGeom prst="line">
            <a:avLst/>
          </a:prstGeom>
          <a:ln w="6350">
            <a:solidFill>
              <a:srgbClr val="E7E7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타원 33">
            <a:extLst>
              <a:ext uri="{FF2B5EF4-FFF2-40B4-BE49-F238E27FC236}">
                <a16:creationId xmlns:a16="http://schemas.microsoft.com/office/drawing/2014/main" id="{C8AA9EE8-03E6-B694-4502-1ACB2C8C129C}"/>
              </a:ext>
            </a:extLst>
          </p:cNvPr>
          <p:cNvSpPr/>
          <p:nvPr/>
        </p:nvSpPr>
        <p:spPr>
          <a:xfrm>
            <a:off x="9347200" y="1896533"/>
            <a:ext cx="152400" cy="152400"/>
          </a:xfrm>
          <a:prstGeom prst="ellipse">
            <a:avLst/>
          </a:prstGeom>
          <a:solidFill>
            <a:srgbClr val="FF2F2F"/>
          </a:solidFill>
          <a:ln w="8890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650" b="1">
                <a:solidFill>
                  <a:srgbClr val="FFFFFF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2</a:t>
            </a:r>
            <a:endParaRPr lang="ko-KR" altLang="en-US" sz="650" b="1">
              <a:solidFill>
                <a:srgbClr val="FFFFFF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2CF945FC-F6D8-BE13-968D-0EBBAF200C26}"/>
              </a:ext>
            </a:extLst>
          </p:cNvPr>
          <p:cNvSpPr txBox="1"/>
          <p:nvPr/>
        </p:nvSpPr>
        <p:spPr>
          <a:xfrm>
            <a:off x="9563100" y="1871133"/>
            <a:ext cx="2374900" cy="302647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t">
            <a:noAutofit/>
          </a:bodyPr>
          <a:lstStyle/>
          <a:p>
            <a:r>
              <a:rPr lang="ko-KR" altLang="en-US" sz="700" b="1">
                <a:solidFill>
                  <a:srgbClr val="252525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결제 등록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C6C2F26E-A107-1743-7EBE-A241D5B624D2}"/>
              </a:ext>
            </a:extLst>
          </p:cNvPr>
          <p:cNvSpPr txBox="1"/>
          <p:nvPr/>
        </p:nvSpPr>
        <p:spPr>
          <a:xfrm>
            <a:off x="9563100" y="2061633"/>
            <a:ext cx="2374900" cy="302647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t">
            <a:noAutofit/>
          </a:bodyPr>
          <a:lstStyle/>
          <a:p>
            <a:r>
              <a:rPr lang="ko-KR" altLang="en-US" sz="650">
                <a:solidFill>
                  <a:srgbClr val="252525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거래 </a:t>
            </a:r>
            <a:r>
              <a:rPr lang="en-US" altLang="ko-KR" sz="650">
                <a:solidFill>
                  <a:srgbClr val="252525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JSON</a:t>
            </a:r>
            <a:r>
              <a:rPr lang="ko-KR" altLang="en-US" sz="650">
                <a:solidFill>
                  <a:srgbClr val="252525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을 관리자 권한으로 등록한다</a:t>
            </a:r>
            <a:r>
              <a:rPr lang="en-US" altLang="ko-KR" sz="650">
                <a:solidFill>
                  <a:srgbClr val="252525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. </a:t>
            </a:r>
            <a:r>
              <a:rPr lang="ko-KR" altLang="en-US" sz="650">
                <a:solidFill>
                  <a:srgbClr val="252525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한 번에 </a:t>
            </a:r>
            <a:r>
              <a:rPr lang="en-US" altLang="ko-KR" sz="650">
                <a:solidFill>
                  <a:srgbClr val="252525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1~5000</a:t>
            </a:r>
            <a:r>
              <a:rPr lang="ko-KR" altLang="en-US" sz="650">
                <a:solidFill>
                  <a:srgbClr val="252525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건만 허용하며 유효성 실패 시 전체 요청을 중단한다</a:t>
            </a:r>
            <a:r>
              <a:rPr lang="en-US" altLang="ko-KR" sz="650">
                <a:solidFill>
                  <a:srgbClr val="252525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.</a:t>
            </a:r>
            <a:endParaRPr lang="ko-KR" altLang="en-US" sz="650">
              <a:solidFill>
                <a:srgbClr val="252525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cxnSp>
        <p:nvCxnSpPr>
          <p:cNvPr id="37" name="직선 연결선 36">
            <a:extLst>
              <a:ext uri="{FF2B5EF4-FFF2-40B4-BE49-F238E27FC236}">
                <a16:creationId xmlns:a16="http://schemas.microsoft.com/office/drawing/2014/main" id="{5254D249-AA43-389B-5337-776711C23198}"/>
              </a:ext>
            </a:extLst>
          </p:cNvPr>
          <p:cNvCxnSpPr/>
          <p:nvPr/>
        </p:nvCxnSpPr>
        <p:spPr>
          <a:xfrm>
            <a:off x="9372600" y="2802467"/>
            <a:ext cx="2540000" cy="0"/>
          </a:xfrm>
          <a:prstGeom prst="line">
            <a:avLst/>
          </a:prstGeom>
          <a:ln w="6350">
            <a:solidFill>
              <a:srgbClr val="E7E7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타원 37">
            <a:extLst>
              <a:ext uri="{FF2B5EF4-FFF2-40B4-BE49-F238E27FC236}">
                <a16:creationId xmlns:a16="http://schemas.microsoft.com/office/drawing/2014/main" id="{B6E2E74F-8394-DFDD-B83E-D4309F0B5A01}"/>
              </a:ext>
            </a:extLst>
          </p:cNvPr>
          <p:cNvSpPr/>
          <p:nvPr/>
        </p:nvSpPr>
        <p:spPr>
          <a:xfrm>
            <a:off x="9347200" y="2865967"/>
            <a:ext cx="152400" cy="152400"/>
          </a:xfrm>
          <a:prstGeom prst="ellipse">
            <a:avLst/>
          </a:prstGeom>
          <a:solidFill>
            <a:srgbClr val="FF2F2F"/>
          </a:solidFill>
          <a:ln w="8890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650" b="1">
                <a:solidFill>
                  <a:srgbClr val="FFFFFF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3</a:t>
            </a:r>
            <a:endParaRPr lang="ko-KR" altLang="en-US" sz="650" b="1">
              <a:solidFill>
                <a:srgbClr val="FFFFFF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C774C480-CDE5-2931-6D94-C5AA914E7200}"/>
              </a:ext>
            </a:extLst>
          </p:cNvPr>
          <p:cNvSpPr txBox="1"/>
          <p:nvPr/>
        </p:nvSpPr>
        <p:spPr>
          <a:xfrm>
            <a:off x="9563100" y="2840567"/>
            <a:ext cx="2374900" cy="302647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t">
            <a:noAutofit/>
          </a:bodyPr>
          <a:lstStyle/>
          <a:p>
            <a:r>
              <a:rPr lang="ko-KR" altLang="en-US" sz="700" b="1">
                <a:solidFill>
                  <a:srgbClr val="252525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회원 </a:t>
            </a:r>
            <a:r>
              <a:rPr lang="en-US" altLang="ko-KR" sz="700" b="1">
                <a:solidFill>
                  <a:srgbClr val="252525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KPI</a:t>
            </a:r>
            <a:endParaRPr lang="ko-KR" altLang="en-US" sz="700" b="1">
              <a:solidFill>
                <a:srgbClr val="252525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8338496C-CA01-AC2F-51DA-18EC4B892FC4}"/>
              </a:ext>
            </a:extLst>
          </p:cNvPr>
          <p:cNvSpPr txBox="1"/>
          <p:nvPr/>
        </p:nvSpPr>
        <p:spPr>
          <a:xfrm>
            <a:off x="9563100" y="3031067"/>
            <a:ext cx="2374900" cy="302647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t">
            <a:noAutofit/>
          </a:bodyPr>
          <a:lstStyle/>
          <a:p>
            <a:r>
              <a:rPr lang="ko-KR" altLang="en-US" sz="650">
                <a:solidFill>
                  <a:srgbClr val="252525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전체</a:t>
            </a:r>
            <a:r>
              <a:rPr lang="en-US" altLang="ko-KR" sz="650">
                <a:solidFill>
                  <a:srgbClr val="252525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, </a:t>
            </a:r>
            <a:r>
              <a:rPr lang="ko-KR" altLang="en-US" sz="650">
                <a:solidFill>
                  <a:srgbClr val="252525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활성</a:t>
            </a:r>
            <a:r>
              <a:rPr lang="en-US" altLang="ko-KR" sz="650">
                <a:solidFill>
                  <a:srgbClr val="252525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, </a:t>
            </a:r>
            <a:r>
              <a:rPr lang="ko-KR" altLang="en-US" sz="650">
                <a:solidFill>
                  <a:srgbClr val="252525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가입 방식</a:t>
            </a:r>
            <a:r>
              <a:rPr lang="en-US" altLang="ko-KR" sz="650">
                <a:solidFill>
                  <a:srgbClr val="252525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, </a:t>
            </a:r>
            <a:r>
              <a:rPr lang="ko-KR" altLang="en-US" sz="650">
                <a:solidFill>
                  <a:srgbClr val="252525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평균 결제를 표시한다</a:t>
            </a:r>
            <a:r>
              <a:rPr lang="en-US" altLang="ko-KR" sz="650">
                <a:solidFill>
                  <a:srgbClr val="252525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. </a:t>
            </a:r>
            <a:r>
              <a:rPr lang="ko-KR" altLang="en-US" sz="650">
                <a:solidFill>
                  <a:srgbClr val="252525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실제 집계가 없으면 </a:t>
            </a:r>
            <a:r>
              <a:rPr lang="en-US" altLang="ko-KR" sz="650">
                <a:solidFill>
                  <a:srgbClr val="252525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0 </a:t>
            </a:r>
            <a:r>
              <a:rPr lang="ko-KR" altLang="en-US" sz="650">
                <a:solidFill>
                  <a:srgbClr val="252525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또는 대시로 표시한다</a:t>
            </a:r>
            <a:r>
              <a:rPr lang="en-US" altLang="ko-KR" sz="650">
                <a:solidFill>
                  <a:srgbClr val="252525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.</a:t>
            </a:r>
            <a:endParaRPr lang="ko-KR" altLang="en-US" sz="650">
              <a:solidFill>
                <a:srgbClr val="252525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cxnSp>
        <p:nvCxnSpPr>
          <p:cNvPr id="41" name="직선 연결선 40">
            <a:extLst>
              <a:ext uri="{FF2B5EF4-FFF2-40B4-BE49-F238E27FC236}">
                <a16:creationId xmlns:a16="http://schemas.microsoft.com/office/drawing/2014/main" id="{2C194B8C-4CA9-29AF-B5AA-39587FDFA28E}"/>
              </a:ext>
            </a:extLst>
          </p:cNvPr>
          <p:cNvCxnSpPr/>
          <p:nvPr/>
        </p:nvCxnSpPr>
        <p:spPr>
          <a:xfrm>
            <a:off x="9372600" y="3771900"/>
            <a:ext cx="2540000" cy="0"/>
          </a:xfrm>
          <a:prstGeom prst="line">
            <a:avLst/>
          </a:prstGeom>
          <a:ln w="6350">
            <a:solidFill>
              <a:srgbClr val="E7E7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타원 41">
            <a:extLst>
              <a:ext uri="{FF2B5EF4-FFF2-40B4-BE49-F238E27FC236}">
                <a16:creationId xmlns:a16="http://schemas.microsoft.com/office/drawing/2014/main" id="{39B5BF31-01B8-076B-49D5-9DA965A12445}"/>
              </a:ext>
            </a:extLst>
          </p:cNvPr>
          <p:cNvSpPr/>
          <p:nvPr/>
        </p:nvSpPr>
        <p:spPr>
          <a:xfrm>
            <a:off x="9347200" y="3835400"/>
            <a:ext cx="152400" cy="152400"/>
          </a:xfrm>
          <a:prstGeom prst="ellipse">
            <a:avLst/>
          </a:prstGeom>
          <a:solidFill>
            <a:srgbClr val="FF2F2F"/>
          </a:solidFill>
          <a:ln w="8890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650" b="1">
                <a:solidFill>
                  <a:srgbClr val="FFFFFF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4</a:t>
            </a:r>
            <a:endParaRPr lang="ko-KR" altLang="en-US" sz="650" b="1">
              <a:solidFill>
                <a:srgbClr val="FFFFFF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B9824A16-EB1B-86B3-6243-2ACD26672731}"/>
              </a:ext>
            </a:extLst>
          </p:cNvPr>
          <p:cNvSpPr txBox="1"/>
          <p:nvPr/>
        </p:nvSpPr>
        <p:spPr>
          <a:xfrm>
            <a:off x="9563100" y="3810000"/>
            <a:ext cx="2374900" cy="302647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t">
            <a:noAutofit/>
          </a:bodyPr>
          <a:lstStyle/>
          <a:p>
            <a:r>
              <a:rPr lang="ko-KR" altLang="en-US" sz="700" b="1">
                <a:solidFill>
                  <a:srgbClr val="252525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가입</a:t>
            </a:r>
            <a:r>
              <a:rPr lang="en-US" altLang="ko-KR" sz="700" b="1">
                <a:solidFill>
                  <a:srgbClr val="252525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·</a:t>
            </a:r>
            <a:r>
              <a:rPr lang="ko-KR" altLang="en-US" sz="700" b="1">
                <a:solidFill>
                  <a:srgbClr val="252525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매출 요약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8BF8C692-FA7E-9D2C-30C4-4002AC3DB2F8}"/>
              </a:ext>
            </a:extLst>
          </p:cNvPr>
          <p:cNvSpPr txBox="1"/>
          <p:nvPr/>
        </p:nvSpPr>
        <p:spPr>
          <a:xfrm>
            <a:off x="9563100" y="4000500"/>
            <a:ext cx="2374900" cy="302647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t">
            <a:noAutofit/>
          </a:bodyPr>
          <a:lstStyle/>
          <a:p>
            <a:r>
              <a:rPr lang="en-US" altLang="ko-KR" sz="650">
                <a:solidFill>
                  <a:srgbClr val="252525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Google</a:t>
            </a:r>
            <a:r>
              <a:rPr lang="ko-KR" altLang="en-US" sz="650">
                <a:solidFill>
                  <a:srgbClr val="252525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과 일반 가입 비중</a:t>
            </a:r>
            <a:r>
              <a:rPr lang="en-US" altLang="ko-KR" sz="650">
                <a:solidFill>
                  <a:srgbClr val="252525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, </a:t>
            </a:r>
            <a:r>
              <a:rPr lang="ko-KR" altLang="en-US" sz="650">
                <a:solidFill>
                  <a:srgbClr val="252525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상품</a:t>
            </a:r>
            <a:r>
              <a:rPr lang="en-US" altLang="ko-KR" sz="650">
                <a:solidFill>
                  <a:srgbClr val="252525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·</a:t>
            </a:r>
            <a:r>
              <a:rPr lang="ko-KR" altLang="en-US" sz="650">
                <a:solidFill>
                  <a:srgbClr val="252525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택시</a:t>
            </a:r>
            <a:r>
              <a:rPr lang="en-US" altLang="ko-KR" sz="650">
                <a:solidFill>
                  <a:srgbClr val="252525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·</a:t>
            </a:r>
            <a:r>
              <a:rPr lang="ko-KR" altLang="en-US" sz="650">
                <a:solidFill>
                  <a:srgbClr val="252525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렌트 이용을 비교한다</a:t>
            </a:r>
            <a:r>
              <a:rPr lang="en-US" altLang="ko-KR" sz="650">
                <a:solidFill>
                  <a:srgbClr val="252525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. </a:t>
            </a:r>
            <a:r>
              <a:rPr lang="ko-KR" altLang="en-US" sz="650">
                <a:solidFill>
                  <a:srgbClr val="252525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원장과 예시 데이터를 혼합하지 않는다</a:t>
            </a:r>
            <a:r>
              <a:rPr lang="en-US" altLang="ko-KR" sz="650">
                <a:solidFill>
                  <a:srgbClr val="252525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.</a:t>
            </a:r>
            <a:endParaRPr lang="ko-KR" altLang="en-US" sz="650">
              <a:solidFill>
                <a:srgbClr val="252525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cxnSp>
        <p:nvCxnSpPr>
          <p:cNvPr id="45" name="직선 연결선 44">
            <a:extLst>
              <a:ext uri="{FF2B5EF4-FFF2-40B4-BE49-F238E27FC236}">
                <a16:creationId xmlns:a16="http://schemas.microsoft.com/office/drawing/2014/main" id="{CBDC0DBD-0577-9E20-2A1B-2ED99D0E6F99}"/>
              </a:ext>
            </a:extLst>
          </p:cNvPr>
          <p:cNvCxnSpPr/>
          <p:nvPr/>
        </p:nvCxnSpPr>
        <p:spPr>
          <a:xfrm>
            <a:off x="9372600" y="4741333"/>
            <a:ext cx="2540000" cy="0"/>
          </a:xfrm>
          <a:prstGeom prst="line">
            <a:avLst/>
          </a:prstGeom>
          <a:ln w="6350">
            <a:solidFill>
              <a:srgbClr val="E7E7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6" name="타원 45">
            <a:extLst>
              <a:ext uri="{FF2B5EF4-FFF2-40B4-BE49-F238E27FC236}">
                <a16:creationId xmlns:a16="http://schemas.microsoft.com/office/drawing/2014/main" id="{8CE6E579-A982-07C6-19CA-5D034D073FC7}"/>
              </a:ext>
            </a:extLst>
          </p:cNvPr>
          <p:cNvSpPr/>
          <p:nvPr/>
        </p:nvSpPr>
        <p:spPr>
          <a:xfrm>
            <a:off x="9347200" y="4804833"/>
            <a:ext cx="152400" cy="152400"/>
          </a:xfrm>
          <a:prstGeom prst="ellipse">
            <a:avLst/>
          </a:prstGeom>
          <a:solidFill>
            <a:srgbClr val="FF2F2F"/>
          </a:solidFill>
          <a:ln w="8890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650" b="1">
                <a:solidFill>
                  <a:srgbClr val="FFFFFF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5</a:t>
            </a:r>
            <a:endParaRPr lang="ko-KR" altLang="en-US" sz="650" b="1">
              <a:solidFill>
                <a:srgbClr val="FFFFFF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FA4099A5-3692-BB41-636A-FE0B491497D0}"/>
              </a:ext>
            </a:extLst>
          </p:cNvPr>
          <p:cNvSpPr txBox="1"/>
          <p:nvPr/>
        </p:nvSpPr>
        <p:spPr>
          <a:xfrm>
            <a:off x="9563100" y="4779433"/>
            <a:ext cx="2374900" cy="302647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t">
            <a:noAutofit/>
          </a:bodyPr>
          <a:lstStyle/>
          <a:p>
            <a:r>
              <a:rPr lang="ko-KR" altLang="en-US" sz="700" b="1">
                <a:solidFill>
                  <a:srgbClr val="252525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검색</a:t>
            </a:r>
            <a:r>
              <a:rPr lang="en-US" altLang="ko-KR" sz="700" b="1">
                <a:solidFill>
                  <a:srgbClr val="252525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·</a:t>
            </a:r>
            <a:r>
              <a:rPr lang="ko-KR" altLang="en-US" sz="700" b="1">
                <a:solidFill>
                  <a:srgbClr val="252525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목록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BC15D137-06F6-0F57-00AB-4110F41721F6}"/>
              </a:ext>
            </a:extLst>
          </p:cNvPr>
          <p:cNvSpPr txBox="1"/>
          <p:nvPr/>
        </p:nvSpPr>
        <p:spPr>
          <a:xfrm>
            <a:off x="9563100" y="4969933"/>
            <a:ext cx="2374900" cy="302647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t">
            <a:noAutofit/>
          </a:bodyPr>
          <a:lstStyle/>
          <a:p>
            <a:r>
              <a:rPr lang="ko-KR" altLang="en-US" sz="650">
                <a:solidFill>
                  <a:srgbClr val="252525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회원번호</a:t>
            </a:r>
            <a:r>
              <a:rPr lang="en-US" altLang="ko-KR" sz="650">
                <a:solidFill>
                  <a:srgbClr val="252525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·</a:t>
            </a:r>
            <a:r>
              <a:rPr lang="ko-KR" altLang="en-US" sz="650">
                <a:solidFill>
                  <a:srgbClr val="252525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이름</a:t>
            </a:r>
            <a:r>
              <a:rPr lang="en-US" altLang="ko-KR" sz="650">
                <a:solidFill>
                  <a:srgbClr val="252525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·</a:t>
            </a:r>
            <a:r>
              <a:rPr lang="ko-KR" altLang="en-US" sz="650">
                <a:solidFill>
                  <a:srgbClr val="252525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이메일</a:t>
            </a:r>
            <a:r>
              <a:rPr lang="en-US" altLang="ko-KR" sz="650">
                <a:solidFill>
                  <a:srgbClr val="252525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·</a:t>
            </a:r>
            <a:r>
              <a:rPr lang="ko-KR" altLang="en-US" sz="650">
                <a:solidFill>
                  <a:srgbClr val="252525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가입 유형</a:t>
            </a:r>
            <a:r>
              <a:rPr lang="en-US" altLang="ko-KR" sz="650">
                <a:solidFill>
                  <a:srgbClr val="252525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·</a:t>
            </a:r>
            <a:r>
              <a:rPr lang="ko-KR" altLang="en-US" sz="650">
                <a:solidFill>
                  <a:srgbClr val="252525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상태로 필터링하고 최근 가입 순 최대 </a:t>
            </a:r>
            <a:r>
              <a:rPr lang="en-US" altLang="ko-KR" sz="650">
                <a:solidFill>
                  <a:srgbClr val="252525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500</a:t>
            </a:r>
            <a:r>
              <a:rPr lang="ko-KR" altLang="en-US" sz="650">
                <a:solidFill>
                  <a:srgbClr val="252525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명을 표시한다</a:t>
            </a:r>
            <a:r>
              <a:rPr lang="en-US" altLang="ko-KR" sz="650">
                <a:solidFill>
                  <a:srgbClr val="252525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.</a:t>
            </a:r>
            <a:endParaRPr lang="ko-KR" altLang="en-US" sz="650">
              <a:solidFill>
                <a:srgbClr val="252525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cxnSp>
        <p:nvCxnSpPr>
          <p:cNvPr id="49" name="직선 연결선 48">
            <a:extLst>
              <a:ext uri="{FF2B5EF4-FFF2-40B4-BE49-F238E27FC236}">
                <a16:creationId xmlns:a16="http://schemas.microsoft.com/office/drawing/2014/main" id="{B4BAABEF-F747-68A1-85C0-47D227799B90}"/>
              </a:ext>
            </a:extLst>
          </p:cNvPr>
          <p:cNvCxnSpPr/>
          <p:nvPr/>
        </p:nvCxnSpPr>
        <p:spPr>
          <a:xfrm>
            <a:off x="9372600" y="5710767"/>
            <a:ext cx="2540000" cy="0"/>
          </a:xfrm>
          <a:prstGeom prst="line">
            <a:avLst/>
          </a:prstGeom>
          <a:ln w="6350">
            <a:solidFill>
              <a:srgbClr val="E7E7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0" name="타원 49">
            <a:extLst>
              <a:ext uri="{FF2B5EF4-FFF2-40B4-BE49-F238E27FC236}">
                <a16:creationId xmlns:a16="http://schemas.microsoft.com/office/drawing/2014/main" id="{679820EF-AAED-E014-D4E1-B48382ABF78E}"/>
              </a:ext>
            </a:extLst>
          </p:cNvPr>
          <p:cNvSpPr/>
          <p:nvPr/>
        </p:nvSpPr>
        <p:spPr>
          <a:xfrm>
            <a:off x="9347200" y="5774267"/>
            <a:ext cx="152400" cy="152400"/>
          </a:xfrm>
          <a:prstGeom prst="ellipse">
            <a:avLst/>
          </a:prstGeom>
          <a:solidFill>
            <a:srgbClr val="FF2F2F"/>
          </a:solidFill>
          <a:ln w="8890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650" b="1">
                <a:solidFill>
                  <a:srgbClr val="FFFFFF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6</a:t>
            </a:r>
            <a:endParaRPr lang="ko-KR" altLang="en-US" sz="650" b="1">
              <a:solidFill>
                <a:srgbClr val="FFFFFF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09A66418-9561-F4B3-D396-863FFCF812C3}"/>
              </a:ext>
            </a:extLst>
          </p:cNvPr>
          <p:cNvSpPr txBox="1"/>
          <p:nvPr/>
        </p:nvSpPr>
        <p:spPr>
          <a:xfrm>
            <a:off x="9563100" y="5748867"/>
            <a:ext cx="2374900" cy="302647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t">
            <a:noAutofit/>
          </a:bodyPr>
          <a:lstStyle/>
          <a:p>
            <a:r>
              <a:rPr lang="ko-KR" altLang="en-US" sz="700" b="1">
                <a:solidFill>
                  <a:srgbClr val="252525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개인정보</a:t>
            </a:r>
            <a:r>
              <a:rPr lang="en-US" altLang="ko-KR" sz="700" b="1">
                <a:solidFill>
                  <a:srgbClr val="252525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·CSV</a:t>
            </a:r>
            <a:endParaRPr lang="ko-KR" altLang="en-US" sz="700" b="1">
              <a:solidFill>
                <a:srgbClr val="252525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5CC297ED-B6DA-F688-2BD7-16BD94BF16B2}"/>
              </a:ext>
            </a:extLst>
          </p:cNvPr>
          <p:cNvSpPr txBox="1"/>
          <p:nvPr/>
        </p:nvSpPr>
        <p:spPr>
          <a:xfrm>
            <a:off x="9563100" y="5939367"/>
            <a:ext cx="2374900" cy="302647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t">
            <a:noAutofit/>
          </a:bodyPr>
          <a:lstStyle/>
          <a:p>
            <a:r>
              <a:rPr lang="en-US" altLang="ko-KR" sz="650">
                <a:solidFill>
                  <a:srgbClr val="252525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CSV</a:t>
            </a:r>
            <a:r>
              <a:rPr lang="ko-KR" altLang="en-US" sz="650">
                <a:solidFill>
                  <a:srgbClr val="252525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는 관리자만 다운로드한다</a:t>
            </a:r>
            <a:r>
              <a:rPr lang="en-US" altLang="ko-KR" sz="650">
                <a:solidFill>
                  <a:srgbClr val="252525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. </a:t>
            </a:r>
            <a:r>
              <a:rPr lang="ko-KR" altLang="en-US" sz="650">
                <a:solidFill>
                  <a:srgbClr val="252525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카드 원문</a:t>
            </a:r>
            <a:r>
              <a:rPr lang="en-US" altLang="ko-KR" sz="650">
                <a:solidFill>
                  <a:srgbClr val="252525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·</a:t>
            </a:r>
            <a:r>
              <a:rPr lang="ko-KR" altLang="en-US" sz="650">
                <a:solidFill>
                  <a:srgbClr val="252525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토큰</a:t>
            </a:r>
            <a:r>
              <a:rPr lang="en-US" altLang="ko-KR" sz="650">
                <a:solidFill>
                  <a:srgbClr val="252525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·</a:t>
            </a:r>
            <a:r>
              <a:rPr lang="ko-KR" altLang="en-US" sz="650">
                <a:solidFill>
                  <a:srgbClr val="252525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민감 대화는 화면과 로그에 노출하지 않는다</a:t>
            </a:r>
            <a:r>
              <a:rPr lang="en-US" altLang="ko-KR" sz="650">
                <a:solidFill>
                  <a:srgbClr val="252525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.</a:t>
            </a:r>
            <a:endParaRPr lang="ko-KR" altLang="en-US" sz="650">
              <a:solidFill>
                <a:srgbClr val="252525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94918871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6B84DB53-241D-590E-360A-59BF79F368B2}"/>
              </a:ext>
            </a:extLst>
          </p:cNvPr>
          <p:cNvSpPr/>
          <p:nvPr/>
        </p:nvSpPr>
        <p:spPr>
          <a:xfrm>
            <a:off x="177800" y="50800"/>
            <a:ext cx="609600" cy="304800"/>
          </a:xfrm>
          <a:prstGeom prst="rect">
            <a:avLst/>
          </a:prstGeom>
          <a:solidFill>
            <a:srgbClr val="3C3C3C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4353D7E-8BE0-0CFC-B298-C6614DCD1C77}"/>
              </a:ext>
            </a:extLst>
          </p:cNvPr>
          <p:cNvSpPr txBox="1"/>
          <p:nvPr/>
        </p:nvSpPr>
        <p:spPr>
          <a:xfrm>
            <a:off x="177800" y="50800"/>
            <a:ext cx="609600" cy="302647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ctr">
            <a:noAutofit/>
          </a:bodyPr>
          <a:lstStyle/>
          <a:p>
            <a:pPr algn="ctr"/>
            <a:r>
              <a:rPr lang="ko-KR" altLang="en-US" sz="600" b="1">
                <a:solidFill>
                  <a:srgbClr val="FFFFFF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화면 </a:t>
            </a:r>
            <a:r>
              <a:rPr lang="en-US" altLang="ko-KR" sz="600" b="1">
                <a:solidFill>
                  <a:srgbClr val="FFFFFF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ID</a:t>
            </a:r>
            <a:endParaRPr lang="ko-KR" altLang="en-US" sz="600" b="1">
              <a:solidFill>
                <a:srgbClr val="FFFFFF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5E043532-0224-2575-E8B3-88C5788BA624}"/>
              </a:ext>
            </a:extLst>
          </p:cNvPr>
          <p:cNvSpPr/>
          <p:nvPr/>
        </p:nvSpPr>
        <p:spPr>
          <a:xfrm>
            <a:off x="787400" y="50800"/>
            <a:ext cx="914400" cy="304800"/>
          </a:xfrm>
          <a:prstGeom prst="rect">
            <a:avLst/>
          </a:prstGeom>
          <a:solidFill>
            <a:srgbClr val="FFFFFF"/>
          </a:solidFill>
          <a:ln w="7620">
            <a:solidFill>
              <a:srgbClr val="D9D9D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56C7AA9-1692-0FAB-A022-C66EA9EA12AA}"/>
              </a:ext>
            </a:extLst>
          </p:cNvPr>
          <p:cNvSpPr txBox="1"/>
          <p:nvPr/>
        </p:nvSpPr>
        <p:spPr>
          <a:xfrm>
            <a:off x="812800" y="50800"/>
            <a:ext cx="863600" cy="302647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ctr">
            <a:noAutofit/>
          </a:bodyPr>
          <a:lstStyle/>
          <a:p>
            <a:r>
              <a:rPr lang="en-US" altLang="ko-KR" sz="600">
                <a:solidFill>
                  <a:srgbClr val="252525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SB-05</a:t>
            </a:r>
            <a:endParaRPr lang="ko-KR" altLang="en-US" sz="600">
              <a:solidFill>
                <a:srgbClr val="252525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FBA74851-CF33-1EED-1606-04900986E2E6}"/>
              </a:ext>
            </a:extLst>
          </p:cNvPr>
          <p:cNvSpPr/>
          <p:nvPr/>
        </p:nvSpPr>
        <p:spPr>
          <a:xfrm>
            <a:off x="1752600" y="50800"/>
            <a:ext cx="609600" cy="304800"/>
          </a:xfrm>
          <a:prstGeom prst="rect">
            <a:avLst/>
          </a:prstGeom>
          <a:solidFill>
            <a:srgbClr val="3C3C3C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5E2A126-E15B-1F1D-B090-B9F501AAD1E5}"/>
              </a:ext>
            </a:extLst>
          </p:cNvPr>
          <p:cNvSpPr txBox="1"/>
          <p:nvPr/>
        </p:nvSpPr>
        <p:spPr>
          <a:xfrm>
            <a:off x="1752600" y="50800"/>
            <a:ext cx="609600" cy="302647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ctr">
            <a:noAutofit/>
          </a:bodyPr>
          <a:lstStyle/>
          <a:p>
            <a:pPr algn="ctr"/>
            <a:r>
              <a:rPr lang="ko-KR" altLang="en-US" sz="600" b="1">
                <a:solidFill>
                  <a:srgbClr val="FFFFFF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화면명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1637E830-5DA4-F86B-9324-39C030ED243D}"/>
              </a:ext>
            </a:extLst>
          </p:cNvPr>
          <p:cNvSpPr/>
          <p:nvPr/>
        </p:nvSpPr>
        <p:spPr>
          <a:xfrm>
            <a:off x="2362200" y="50800"/>
            <a:ext cx="2984500" cy="304800"/>
          </a:xfrm>
          <a:prstGeom prst="rect">
            <a:avLst/>
          </a:prstGeom>
          <a:solidFill>
            <a:srgbClr val="FFFFFF"/>
          </a:solidFill>
          <a:ln w="7620">
            <a:solidFill>
              <a:srgbClr val="D9D9D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196BC85-7027-5EBF-E3F0-BDC762AF8E98}"/>
              </a:ext>
            </a:extLst>
          </p:cNvPr>
          <p:cNvSpPr txBox="1"/>
          <p:nvPr/>
        </p:nvSpPr>
        <p:spPr>
          <a:xfrm>
            <a:off x="2387600" y="50800"/>
            <a:ext cx="2933700" cy="302647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ctr">
            <a:noAutofit/>
          </a:bodyPr>
          <a:lstStyle/>
          <a:p>
            <a:r>
              <a:rPr lang="en-US" altLang="ko-KR" sz="600">
                <a:solidFill>
                  <a:srgbClr val="252525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AI </a:t>
            </a:r>
            <a:r>
              <a:rPr lang="ko-KR" altLang="en-US" sz="600">
                <a:solidFill>
                  <a:srgbClr val="252525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말동무 </a:t>
            </a:r>
            <a:r>
              <a:rPr lang="en-US" altLang="ko-KR" sz="600">
                <a:solidFill>
                  <a:srgbClr val="252525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· </a:t>
            </a:r>
            <a:r>
              <a:rPr lang="ko-KR" altLang="en-US" sz="600">
                <a:solidFill>
                  <a:srgbClr val="252525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시스템 프롬프트</a:t>
            </a: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2861529C-F576-E9BD-DC6A-CF24F43745D0}"/>
              </a:ext>
            </a:extLst>
          </p:cNvPr>
          <p:cNvSpPr/>
          <p:nvPr/>
        </p:nvSpPr>
        <p:spPr>
          <a:xfrm>
            <a:off x="5346700" y="50800"/>
            <a:ext cx="609600" cy="304800"/>
          </a:xfrm>
          <a:prstGeom prst="rect">
            <a:avLst/>
          </a:prstGeom>
          <a:solidFill>
            <a:srgbClr val="3C3C3C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E5B8506-6584-C3C1-FFB2-40120C1F144D}"/>
              </a:ext>
            </a:extLst>
          </p:cNvPr>
          <p:cNvSpPr txBox="1"/>
          <p:nvPr/>
        </p:nvSpPr>
        <p:spPr>
          <a:xfrm>
            <a:off x="5346700" y="50800"/>
            <a:ext cx="609600" cy="302647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ctr">
            <a:noAutofit/>
          </a:bodyPr>
          <a:lstStyle/>
          <a:p>
            <a:pPr algn="ctr"/>
            <a:r>
              <a:rPr lang="ko-KR" altLang="en-US" sz="600" b="1">
                <a:solidFill>
                  <a:srgbClr val="FFFFFF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화면 경로</a:t>
            </a: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093AA6A6-D3E1-E716-355A-7C69A724DBC2}"/>
              </a:ext>
            </a:extLst>
          </p:cNvPr>
          <p:cNvSpPr/>
          <p:nvPr/>
        </p:nvSpPr>
        <p:spPr>
          <a:xfrm>
            <a:off x="5956300" y="50800"/>
            <a:ext cx="3098800" cy="304800"/>
          </a:xfrm>
          <a:prstGeom prst="rect">
            <a:avLst/>
          </a:prstGeom>
          <a:solidFill>
            <a:srgbClr val="FFFFFF"/>
          </a:solidFill>
          <a:ln w="7620">
            <a:solidFill>
              <a:srgbClr val="D9D9D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DCCF17BF-3173-D0B0-6BAA-26A22A5B1E1C}"/>
              </a:ext>
            </a:extLst>
          </p:cNvPr>
          <p:cNvSpPr txBox="1"/>
          <p:nvPr/>
        </p:nvSpPr>
        <p:spPr>
          <a:xfrm>
            <a:off x="5981700" y="50800"/>
            <a:ext cx="3048000" cy="302647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ctr">
            <a:noAutofit/>
          </a:bodyPr>
          <a:lstStyle/>
          <a:p>
            <a:r>
              <a:rPr lang="en-US" altLang="ko-KR" sz="600">
                <a:solidFill>
                  <a:srgbClr val="252525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#ai-companion / system</a:t>
            </a:r>
            <a:endParaRPr lang="ko-KR" altLang="en-US" sz="600">
              <a:solidFill>
                <a:srgbClr val="252525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05C741AF-5C8B-053D-30C5-DCA86A0FFDC6}"/>
              </a:ext>
            </a:extLst>
          </p:cNvPr>
          <p:cNvSpPr/>
          <p:nvPr/>
        </p:nvSpPr>
        <p:spPr>
          <a:xfrm>
            <a:off x="9893300" y="50800"/>
            <a:ext cx="825500" cy="304800"/>
          </a:xfrm>
          <a:prstGeom prst="rect">
            <a:avLst/>
          </a:prstGeom>
          <a:solidFill>
            <a:srgbClr val="3C3C3C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462854CD-5ABD-D8B7-C973-8F6CF7BF50CD}"/>
              </a:ext>
            </a:extLst>
          </p:cNvPr>
          <p:cNvSpPr txBox="1"/>
          <p:nvPr/>
        </p:nvSpPr>
        <p:spPr>
          <a:xfrm>
            <a:off x="9893300" y="50800"/>
            <a:ext cx="825500" cy="302647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ctr">
            <a:noAutofit/>
          </a:bodyPr>
          <a:lstStyle/>
          <a:p>
            <a:pPr algn="ctr"/>
            <a:r>
              <a:rPr lang="ko-KR" altLang="en-US" sz="600" b="1">
                <a:solidFill>
                  <a:srgbClr val="FFFFFF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작성 기준</a:t>
            </a: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16D26703-6A47-C685-46CC-9F6CB18B4D8E}"/>
              </a:ext>
            </a:extLst>
          </p:cNvPr>
          <p:cNvSpPr/>
          <p:nvPr/>
        </p:nvSpPr>
        <p:spPr>
          <a:xfrm>
            <a:off x="10718800" y="50800"/>
            <a:ext cx="1295400" cy="304800"/>
          </a:xfrm>
          <a:prstGeom prst="rect">
            <a:avLst/>
          </a:prstGeom>
          <a:solidFill>
            <a:srgbClr val="FFFFFF"/>
          </a:solidFill>
          <a:ln w="7620">
            <a:solidFill>
              <a:srgbClr val="D9D9D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08B109C8-EA96-13B0-29C4-D411E84A0F2E}"/>
              </a:ext>
            </a:extLst>
          </p:cNvPr>
          <p:cNvSpPr txBox="1"/>
          <p:nvPr/>
        </p:nvSpPr>
        <p:spPr>
          <a:xfrm>
            <a:off x="10744200" y="50800"/>
            <a:ext cx="1244600" cy="302647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ctr">
            <a:noAutofit/>
          </a:bodyPr>
          <a:lstStyle/>
          <a:p>
            <a:r>
              <a:rPr lang="ko-KR" altLang="en-US" sz="600">
                <a:solidFill>
                  <a:srgbClr val="252525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현행 구현 </a:t>
            </a:r>
            <a:r>
              <a:rPr lang="en-US" altLang="ko-KR" sz="600">
                <a:solidFill>
                  <a:srgbClr val="252525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+ </a:t>
            </a:r>
            <a:r>
              <a:rPr lang="ko-KR" altLang="en-US" sz="600">
                <a:solidFill>
                  <a:srgbClr val="252525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정책 </a:t>
            </a:r>
            <a:r>
              <a:rPr lang="en-US" altLang="ko-KR" sz="600">
                <a:solidFill>
                  <a:srgbClr val="252525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1.0</a:t>
            </a:r>
            <a:endParaRPr lang="ko-KR" altLang="en-US" sz="600">
              <a:solidFill>
                <a:srgbClr val="252525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pic>
        <p:nvPicPr>
          <p:cNvPr id="19" name="그림 18">
            <a:extLst>
              <a:ext uri="{FF2B5EF4-FFF2-40B4-BE49-F238E27FC236}">
                <a16:creationId xmlns:a16="http://schemas.microsoft.com/office/drawing/2014/main" id="{6A414810-17BC-48D7-B58D-07EC8395119F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7800" y="482600"/>
            <a:ext cx="8940800" cy="6273800"/>
          </a:xfrm>
          <a:prstGeom prst="rect">
            <a:avLst/>
          </a:prstGeom>
        </p:spPr>
      </p:pic>
      <p:sp>
        <p:nvSpPr>
          <p:cNvPr id="20" name="직사각형 19">
            <a:extLst>
              <a:ext uri="{FF2B5EF4-FFF2-40B4-BE49-F238E27FC236}">
                <a16:creationId xmlns:a16="http://schemas.microsoft.com/office/drawing/2014/main" id="{DF667EA8-97BE-D8A6-D4C8-FD1016C34B38}"/>
              </a:ext>
            </a:extLst>
          </p:cNvPr>
          <p:cNvSpPr/>
          <p:nvPr/>
        </p:nvSpPr>
        <p:spPr>
          <a:xfrm>
            <a:off x="177800" y="482600"/>
            <a:ext cx="8940800" cy="6273800"/>
          </a:xfrm>
          <a:prstGeom prst="rect">
            <a:avLst/>
          </a:prstGeom>
          <a:solidFill>
            <a:srgbClr val="FFFFFF">
              <a:alpha val="0"/>
            </a:srgbClr>
          </a:solidFill>
          <a:ln w="7620">
            <a:solidFill>
              <a:srgbClr val="D9D9D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1" name="타원 20">
            <a:extLst>
              <a:ext uri="{FF2B5EF4-FFF2-40B4-BE49-F238E27FC236}">
                <a16:creationId xmlns:a16="http://schemas.microsoft.com/office/drawing/2014/main" id="{618612DA-8DBB-A6DF-0078-B7AD9EF9069C}"/>
              </a:ext>
            </a:extLst>
          </p:cNvPr>
          <p:cNvSpPr/>
          <p:nvPr/>
        </p:nvSpPr>
        <p:spPr>
          <a:xfrm>
            <a:off x="7421739" y="738343"/>
            <a:ext cx="165100" cy="165100"/>
          </a:xfrm>
          <a:prstGeom prst="ellipse">
            <a:avLst/>
          </a:prstGeom>
          <a:solidFill>
            <a:srgbClr val="FF2F2F"/>
          </a:solidFill>
          <a:ln w="8890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650" b="1">
                <a:solidFill>
                  <a:srgbClr val="FFFFFF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1</a:t>
            </a:r>
            <a:endParaRPr lang="ko-KR" altLang="en-US" sz="650" b="1">
              <a:solidFill>
                <a:srgbClr val="FFFFFF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22" name="타원 21">
            <a:extLst>
              <a:ext uri="{FF2B5EF4-FFF2-40B4-BE49-F238E27FC236}">
                <a16:creationId xmlns:a16="http://schemas.microsoft.com/office/drawing/2014/main" id="{CB8A9A30-7486-1402-F563-8A073193EB6C}"/>
              </a:ext>
            </a:extLst>
          </p:cNvPr>
          <p:cNvSpPr/>
          <p:nvPr/>
        </p:nvSpPr>
        <p:spPr>
          <a:xfrm>
            <a:off x="3572228" y="1476437"/>
            <a:ext cx="165100" cy="165100"/>
          </a:xfrm>
          <a:prstGeom prst="ellipse">
            <a:avLst/>
          </a:prstGeom>
          <a:solidFill>
            <a:srgbClr val="FF2F2F"/>
          </a:solidFill>
          <a:ln w="8890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650" b="1">
                <a:solidFill>
                  <a:srgbClr val="FFFFFF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2</a:t>
            </a:r>
            <a:endParaRPr lang="ko-KR" altLang="en-US" sz="650" b="1">
              <a:solidFill>
                <a:srgbClr val="FFFFFF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23" name="타원 22">
            <a:extLst>
              <a:ext uri="{FF2B5EF4-FFF2-40B4-BE49-F238E27FC236}">
                <a16:creationId xmlns:a16="http://schemas.microsoft.com/office/drawing/2014/main" id="{44D62ED7-ED56-55DD-C688-7D8315B4232F}"/>
              </a:ext>
            </a:extLst>
          </p:cNvPr>
          <p:cNvSpPr/>
          <p:nvPr/>
        </p:nvSpPr>
        <p:spPr>
          <a:xfrm>
            <a:off x="3820583" y="2060762"/>
            <a:ext cx="165100" cy="165100"/>
          </a:xfrm>
          <a:prstGeom prst="ellipse">
            <a:avLst/>
          </a:prstGeom>
          <a:solidFill>
            <a:srgbClr val="FF2F2F"/>
          </a:solidFill>
          <a:ln w="8890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650" b="1">
                <a:solidFill>
                  <a:srgbClr val="FFFFFF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3</a:t>
            </a:r>
            <a:endParaRPr lang="ko-KR" altLang="en-US" sz="650" b="1">
              <a:solidFill>
                <a:srgbClr val="FFFFFF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24" name="타원 23">
            <a:extLst>
              <a:ext uri="{FF2B5EF4-FFF2-40B4-BE49-F238E27FC236}">
                <a16:creationId xmlns:a16="http://schemas.microsoft.com/office/drawing/2014/main" id="{0A2382E0-51FC-5048-C835-4C229FB034E2}"/>
              </a:ext>
            </a:extLst>
          </p:cNvPr>
          <p:cNvSpPr/>
          <p:nvPr/>
        </p:nvSpPr>
        <p:spPr>
          <a:xfrm>
            <a:off x="3820583" y="2645086"/>
            <a:ext cx="165100" cy="165100"/>
          </a:xfrm>
          <a:prstGeom prst="ellipse">
            <a:avLst/>
          </a:prstGeom>
          <a:solidFill>
            <a:srgbClr val="FF2F2F"/>
          </a:solidFill>
          <a:ln w="8890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650" b="1">
                <a:solidFill>
                  <a:srgbClr val="FFFFFF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4</a:t>
            </a:r>
            <a:endParaRPr lang="ko-KR" altLang="en-US" sz="650" b="1">
              <a:solidFill>
                <a:srgbClr val="FFFFFF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25" name="타원 24">
            <a:extLst>
              <a:ext uri="{FF2B5EF4-FFF2-40B4-BE49-F238E27FC236}">
                <a16:creationId xmlns:a16="http://schemas.microsoft.com/office/drawing/2014/main" id="{7A1FB6A9-3191-F4A2-A374-925F39301286}"/>
              </a:ext>
            </a:extLst>
          </p:cNvPr>
          <p:cNvSpPr/>
          <p:nvPr/>
        </p:nvSpPr>
        <p:spPr>
          <a:xfrm>
            <a:off x="4876095" y="4275044"/>
            <a:ext cx="165100" cy="165100"/>
          </a:xfrm>
          <a:prstGeom prst="ellipse">
            <a:avLst/>
          </a:prstGeom>
          <a:solidFill>
            <a:srgbClr val="FF2F2F"/>
          </a:solidFill>
          <a:ln w="8890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650" b="1">
                <a:solidFill>
                  <a:srgbClr val="FFFFFF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5</a:t>
            </a:r>
            <a:endParaRPr lang="ko-KR" altLang="en-US" sz="650" b="1">
              <a:solidFill>
                <a:srgbClr val="FFFFFF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26" name="타원 25">
            <a:extLst>
              <a:ext uri="{FF2B5EF4-FFF2-40B4-BE49-F238E27FC236}">
                <a16:creationId xmlns:a16="http://schemas.microsoft.com/office/drawing/2014/main" id="{7C72F489-5DA1-EB14-776E-006727B55AEA}"/>
              </a:ext>
            </a:extLst>
          </p:cNvPr>
          <p:cNvSpPr/>
          <p:nvPr/>
        </p:nvSpPr>
        <p:spPr>
          <a:xfrm>
            <a:off x="8166805" y="6397065"/>
            <a:ext cx="165100" cy="165100"/>
          </a:xfrm>
          <a:prstGeom prst="ellipse">
            <a:avLst/>
          </a:prstGeom>
          <a:solidFill>
            <a:srgbClr val="FF2F2F"/>
          </a:solidFill>
          <a:ln w="8890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650" b="1">
                <a:solidFill>
                  <a:srgbClr val="FFFFFF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6</a:t>
            </a:r>
            <a:endParaRPr lang="ko-KR" altLang="en-US" sz="650" b="1">
              <a:solidFill>
                <a:srgbClr val="FFFFFF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27" name="직사각형 26">
            <a:extLst>
              <a:ext uri="{FF2B5EF4-FFF2-40B4-BE49-F238E27FC236}">
                <a16:creationId xmlns:a16="http://schemas.microsoft.com/office/drawing/2014/main" id="{0CCAC02F-BF39-810F-132D-D953206802B3}"/>
              </a:ext>
            </a:extLst>
          </p:cNvPr>
          <p:cNvSpPr/>
          <p:nvPr/>
        </p:nvSpPr>
        <p:spPr>
          <a:xfrm>
            <a:off x="9271000" y="482600"/>
            <a:ext cx="2743200" cy="6273800"/>
          </a:xfrm>
          <a:prstGeom prst="rect">
            <a:avLst/>
          </a:prstGeom>
          <a:solidFill>
            <a:srgbClr val="FFFFFF"/>
          </a:solidFill>
          <a:ln w="7620">
            <a:solidFill>
              <a:srgbClr val="D9D9D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8" name="직사각형 27">
            <a:extLst>
              <a:ext uri="{FF2B5EF4-FFF2-40B4-BE49-F238E27FC236}">
                <a16:creationId xmlns:a16="http://schemas.microsoft.com/office/drawing/2014/main" id="{5C9537C4-7BE6-095E-7294-CFA7FD3D536E}"/>
              </a:ext>
            </a:extLst>
          </p:cNvPr>
          <p:cNvSpPr/>
          <p:nvPr/>
        </p:nvSpPr>
        <p:spPr>
          <a:xfrm>
            <a:off x="9271000" y="482600"/>
            <a:ext cx="2743200" cy="342900"/>
          </a:xfrm>
          <a:prstGeom prst="rect">
            <a:avLst/>
          </a:prstGeom>
          <a:solidFill>
            <a:srgbClr val="3C3C3C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B815AA60-E503-7057-007E-99E942A7EAF9}"/>
              </a:ext>
            </a:extLst>
          </p:cNvPr>
          <p:cNvSpPr txBox="1"/>
          <p:nvPr/>
        </p:nvSpPr>
        <p:spPr>
          <a:xfrm>
            <a:off x="9271000" y="482600"/>
            <a:ext cx="2743200" cy="302647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ctr">
            <a:noAutofit/>
          </a:bodyPr>
          <a:lstStyle/>
          <a:p>
            <a:pPr algn="ctr"/>
            <a:r>
              <a:rPr lang="en-US" altLang="ko-KR" sz="800" b="1">
                <a:solidFill>
                  <a:srgbClr val="FFFFFF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Description</a:t>
            </a:r>
            <a:endParaRPr lang="ko-KR" altLang="en-US" sz="800" b="1">
              <a:solidFill>
                <a:srgbClr val="FFFFFF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30" name="타원 29">
            <a:extLst>
              <a:ext uri="{FF2B5EF4-FFF2-40B4-BE49-F238E27FC236}">
                <a16:creationId xmlns:a16="http://schemas.microsoft.com/office/drawing/2014/main" id="{79939380-4E3B-5E3C-94A1-C53681B455B7}"/>
              </a:ext>
            </a:extLst>
          </p:cNvPr>
          <p:cNvSpPr/>
          <p:nvPr/>
        </p:nvSpPr>
        <p:spPr>
          <a:xfrm>
            <a:off x="9347200" y="927100"/>
            <a:ext cx="152400" cy="152400"/>
          </a:xfrm>
          <a:prstGeom prst="ellipse">
            <a:avLst/>
          </a:prstGeom>
          <a:solidFill>
            <a:srgbClr val="FF2F2F"/>
          </a:solidFill>
          <a:ln w="8890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650" b="1">
                <a:solidFill>
                  <a:srgbClr val="FFFFFF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1</a:t>
            </a:r>
            <a:endParaRPr lang="ko-KR" altLang="en-US" sz="650" b="1">
              <a:solidFill>
                <a:srgbClr val="FFFFFF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B681A52F-EDDB-14BD-D282-0824438FC470}"/>
              </a:ext>
            </a:extLst>
          </p:cNvPr>
          <p:cNvSpPr txBox="1"/>
          <p:nvPr/>
        </p:nvSpPr>
        <p:spPr>
          <a:xfrm>
            <a:off x="9563100" y="901700"/>
            <a:ext cx="2374900" cy="302647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t">
            <a:noAutofit/>
          </a:bodyPr>
          <a:lstStyle/>
          <a:p>
            <a:r>
              <a:rPr lang="ko-KR" altLang="en-US" sz="700" b="1">
                <a:solidFill>
                  <a:srgbClr val="252525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관리자 접근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141CC43E-517F-691E-D333-9FDCE28EBC51}"/>
              </a:ext>
            </a:extLst>
          </p:cNvPr>
          <p:cNvSpPr txBox="1"/>
          <p:nvPr/>
        </p:nvSpPr>
        <p:spPr>
          <a:xfrm>
            <a:off x="9563100" y="1092200"/>
            <a:ext cx="2374900" cy="302647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t">
            <a:noAutofit/>
          </a:bodyPr>
          <a:lstStyle/>
          <a:p>
            <a:r>
              <a:rPr lang="en-US" altLang="ko-KR" sz="650">
                <a:solidFill>
                  <a:srgbClr val="252525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AI </a:t>
            </a:r>
            <a:r>
              <a:rPr lang="ko-KR" altLang="en-US" sz="650">
                <a:solidFill>
                  <a:srgbClr val="252525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설정 </a:t>
            </a:r>
            <a:r>
              <a:rPr lang="en-US" altLang="ko-KR" sz="650">
                <a:solidFill>
                  <a:srgbClr val="252525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API</a:t>
            </a:r>
            <a:r>
              <a:rPr lang="ko-KR" altLang="en-US" sz="650">
                <a:solidFill>
                  <a:srgbClr val="252525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는 관리자 인증을 요구한다</a:t>
            </a:r>
            <a:r>
              <a:rPr lang="en-US" altLang="ko-KR" sz="650">
                <a:solidFill>
                  <a:srgbClr val="252525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. 401</a:t>
            </a:r>
            <a:r>
              <a:rPr lang="ko-KR" altLang="en-US" sz="650">
                <a:solidFill>
                  <a:srgbClr val="252525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은 로그인</a:t>
            </a:r>
            <a:r>
              <a:rPr lang="en-US" altLang="ko-KR" sz="650">
                <a:solidFill>
                  <a:srgbClr val="252525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, 403</a:t>
            </a:r>
            <a:r>
              <a:rPr lang="ko-KR" altLang="en-US" sz="650">
                <a:solidFill>
                  <a:srgbClr val="252525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은 허용 목록 확인</a:t>
            </a:r>
            <a:r>
              <a:rPr lang="en-US" altLang="ko-KR" sz="650">
                <a:solidFill>
                  <a:srgbClr val="252525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, 503</a:t>
            </a:r>
            <a:r>
              <a:rPr lang="ko-KR" altLang="en-US" sz="650">
                <a:solidFill>
                  <a:srgbClr val="252525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은 운영 설정 필요 상태다</a:t>
            </a:r>
            <a:r>
              <a:rPr lang="en-US" altLang="ko-KR" sz="650">
                <a:solidFill>
                  <a:srgbClr val="252525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.</a:t>
            </a:r>
            <a:endParaRPr lang="ko-KR" altLang="en-US" sz="650">
              <a:solidFill>
                <a:srgbClr val="252525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cxnSp>
        <p:nvCxnSpPr>
          <p:cNvPr id="33" name="직선 연결선 32">
            <a:extLst>
              <a:ext uri="{FF2B5EF4-FFF2-40B4-BE49-F238E27FC236}">
                <a16:creationId xmlns:a16="http://schemas.microsoft.com/office/drawing/2014/main" id="{3FC7A5DD-4C3E-74F2-E289-54F2D5017E3E}"/>
              </a:ext>
            </a:extLst>
          </p:cNvPr>
          <p:cNvCxnSpPr/>
          <p:nvPr/>
        </p:nvCxnSpPr>
        <p:spPr>
          <a:xfrm>
            <a:off x="9372600" y="1833033"/>
            <a:ext cx="2540000" cy="0"/>
          </a:xfrm>
          <a:prstGeom prst="line">
            <a:avLst/>
          </a:prstGeom>
          <a:ln w="6350">
            <a:solidFill>
              <a:srgbClr val="E7E7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타원 33">
            <a:extLst>
              <a:ext uri="{FF2B5EF4-FFF2-40B4-BE49-F238E27FC236}">
                <a16:creationId xmlns:a16="http://schemas.microsoft.com/office/drawing/2014/main" id="{7159B665-48DE-726F-6048-0387417229E7}"/>
              </a:ext>
            </a:extLst>
          </p:cNvPr>
          <p:cNvSpPr/>
          <p:nvPr/>
        </p:nvSpPr>
        <p:spPr>
          <a:xfrm>
            <a:off x="9347200" y="1896533"/>
            <a:ext cx="152400" cy="152400"/>
          </a:xfrm>
          <a:prstGeom prst="ellipse">
            <a:avLst/>
          </a:prstGeom>
          <a:solidFill>
            <a:srgbClr val="FF2F2F"/>
          </a:solidFill>
          <a:ln w="8890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650" b="1">
                <a:solidFill>
                  <a:srgbClr val="FFFFFF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2</a:t>
            </a:r>
            <a:endParaRPr lang="ko-KR" altLang="en-US" sz="650" b="1">
              <a:solidFill>
                <a:srgbClr val="FFFFFF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A65C7F3C-48B2-D2DD-2912-2E4B1E2CB909}"/>
              </a:ext>
            </a:extLst>
          </p:cNvPr>
          <p:cNvSpPr txBox="1"/>
          <p:nvPr/>
        </p:nvSpPr>
        <p:spPr>
          <a:xfrm>
            <a:off x="9563100" y="1871133"/>
            <a:ext cx="2374900" cy="302647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t">
            <a:noAutofit/>
          </a:bodyPr>
          <a:lstStyle/>
          <a:p>
            <a:r>
              <a:rPr lang="ko-KR" altLang="en-US" sz="700" b="1">
                <a:solidFill>
                  <a:srgbClr val="252525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기능 탭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8418C25A-992E-C5DE-47E8-F6263A9E7C12}"/>
              </a:ext>
            </a:extLst>
          </p:cNvPr>
          <p:cNvSpPr txBox="1"/>
          <p:nvPr/>
        </p:nvSpPr>
        <p:spPr>
          <a:xfrm>
            <a:off x="9563100" y="2061633"/>
            <a:ext cx="2374900" cy="302647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t">
            <a:noAutofit/>
          </a:bodyPr>
          <a:lstStyle/>
          <a:p>
            <a:r>
              <a:rPr lang="ko-KR" altLang="en-US" sz="650">
                <a:solidFill>
                  <a:srgbClr val="252525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시스템 프롬프트</a:t>
            </a:r>
            <a:r>
              <a:rPr lang="en-US" altLang="ko-KR" sz="650">
                <a:solidFill>
                  <a:srgbClr val="252525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·</a:t>
            </a:r>
            <a:r>
              <a:rPr lang="ko-KR" altLang="en-US" sz="650">
                <a:solidFill>
                  <a:srgbClr val="252525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페르소나 설정</a:t>
            </a:r>
            <a:r>
              <a:rPr lang="en-US" altLang="ko-KR" sz="650">
                <a:solidFill>
                  <a:srgbClr val="252525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·</a:t>
            </a:r>
            <a:r>
              <a:rPr lang="ko-KR" altLang="en-US" sz="650">
                <a:solidFill>
                  <a:srgbClr val="252525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차량 사용량을 독립 탭으로 제공하고 선택 상태를 한 개만 유지한다</a:t>
            </a:r>
            <a:r>
              <a:rPr lang="en-US" altLang="ko-KR" sz="650">
                <a:solidFill>
                  <a:srgbClr val="252525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.</a:t>
            </a:r>
            <a:endParaRPr lang="ko-KR" altLang="en-US" sz="650">
              <a:solidFill>
                <a:srgbClr val="252525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cxnSp>
        <p:nvCxnSpPr>
          <p:cNvPr id="37" name="직선 연결선 36">
            <a:extLst>
              <a:ext uri="{FF2B5EF4-FFF2-40B4-BE49-F238E27FC236}">
                <a16:creationId xmlns:a16="http://schemas.microsoft.com/office/drawing/2014/main" id="{91449C8F-C728-AF3B-5F6F-3E4742D6EE7F}"/>
              </a:ext>
            </a:extLst>
          </p:cNvPr>
          <p:cNvCxnSpPr/>
          <p:nvPr/>
        </p:nvCxnSpPr>
        <p:spPr>
          <a:xfrm>
            <a:off x="9372600" y="2802467"/>
            <a:ext cx="2540000" cy="0"/>
          </a:xfrm>
          <a:prstGeom prst="line">
            <a:avLst/>
          </a:prstGeom>
          <a:ln w="6350">
            <a:solidFill>
              <a:srgbClr val="E7E7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타원 37">
            <a:extLst>
              <a:ext uri="{FF2B5EF4-FFF2-40B4-BE49-F238E27FC236}">
                <a16:creationId xmlns:a16="http://schemas.microsoft.com/office/drawing/2014/main" id="{CCC1D16B-A5B8-8AE2-F761-BECA1F653166}"/>
              </a:ext>
            </a:extLst>
          </p:cNvPr>
          <p:cNvSpPr/>
          <p:nvPr/>
        </p:nvSpPr>
        <p:spPr>
          <a:xfrm>
            <a:off x="9347200" y="2865967"/>
            <a:ext cx="152400" cy="152400"/>
          </a:xfrm>
          <a:prstGeom prst="ellipse">
            <a:avLst/>
          </a:prstGeom>
          <a:solidFill>
            <a:srgbClr val="FF2F2F"/>
          </a:solidFill>
          <a:ln w="8890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650" b="1">
                <a:solidFill>
                  <a:srgbClr val="FFFFFF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3</a:t>
            </a:r>
            <a:endParaRPr lang="ko-KR" altLang="en-US" sz="650" b="1">
              <a:solidFill>
                <a:srgbClr val="FFFFFF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DCFDFAD3-F2CA-B8AE-8F17-3D9E624FAD49}"/>
              </a:ext>
            </a:extLst>
          </p:cNvPr>
          <p:cNvSpPr txBox="1"/>
          <p:nvPr/>
        </p:nvSpPr>
        <p:spPr>
          <a:xfrm>
            <a:off x="9563100" y="2840567"/>
            <a:ext cx="2374900" cy="302647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t">
            <a:noAutofit/>
          </a:bodyPr>
          <a:lstStyle/>
          <a:p>
            <a:r>
              <a:rPr lang="ko-KR" altLang="en-US" sz="700" b="1">
                <a:solidFill>
                  <a:srgbClr val="252525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버전</a:t>
            </a:r>
            <a:r>
              <a:rPr lang="en-US" altLang="ko-KR" sz="700" b="1">
                <a:solidFill>
                  <a:srgbClr val="252525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·</a:t>
            </a:r>
            <a:r>
              <a:rPr lang="ko-KR" altLang="en-US" sz="700" b="1">
                <a:solidFill>
                  <a:srgbClr val="252525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연동 상태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C40BB3E1-E1D8-DCD7-BBA2-19961BC854B5}"/>
              </a:ext>
            </a:extLst>
          </p:cNvPr>
          <p:cNvSpPr txBox="1"/>
          <p:nvPr/>
        </p:nvSpPr>
        <p:spPr>
          <a:xfrm>
            <a:off x="9563100" y="3031067"/>
            <a:ext cx="2374900" cy="302647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t">
            <a:noAutofit/>
          </a:bodyPr>
          <a:lstStyle/>
          <a:p>
            <a:r>
              <a:rPr lang="ko-KR" altLang="en-US" sz="650">
                <a:solidFill>
                  <a:srgbClr val="252525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설정 버전과 말동무 서버 연동 상태를 표시한다</a:t>
            </a:r>
            <a:r>
              <a:rPr lang="en-US" altLang="ko-KR" sz="650">
                <a:solidFill>
                  <a:srgbClr val="252525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. </a:t>
            </a:r>
            <a:r>
              <a:rPr lang="ko-KR" altLang="en-US" sz="650">
                <a:solidFill>
                  <a:srgbClr val="252525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설정 저장만 가능한 경우 미연동 배지를 유지한다</a:t>
            </a:r>
            <a:r>
              <a:rPr lang="en-US" altLang="ko-KR" sz="650">
                <a:solidFill>
                  <a:srgbClr val="252525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.</a:t>
            </a:r>
            <a:endParaRPr lang="ko-KR" altLang="en-US" sz="650">
              <a:solidFill>
                <a:srgbClr val="252525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cxnSp>
        <p:nvCxnSpPr>
          <p:cNvPr id="41" name="직선 연결선 40">
            <a:extLst>
              <a:ext uri="{FF2B5EF4-FFF2-40B4-BE49-F238E27FC236}">
                <a16:creationId xmlns:a16="http://schemas.microsoft.com/office/drawing/2014/main" id="{67883890-5B86-B2A2-EBEB-F2E37B0EE5C3}"/>
              </a:ext>
            </a:extLst>
          </p:cNvPr>
          <p:cNvCxnSpPr/>
          <p:nvPr/>
        </p:nvCxnSpPr>
        <p:spPr>
          <a:xfrm>
            <a:off x="9372600" y="3771900"/>
            <a:ext cx="2540000" cy="0"/>
          </a:xfrm>
          <a:prstGeom prst="line">
            <a:avLst/>
          </a:prstGeom>
          <a:ln w="6350">
            <a:solidFill>
              <a:srgbClr val="E7E7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타원 41">
            <a:extLst>
              <a:ext uri="{FF2B5EF4-FFF2-40B4-BE49-F238E27FC236}">
                <a16:creationId xmlns:a16="http://schemas.microsoft.com/office/drawing/2014/main" id="{398CD6B9-2D78-60FE-1441-0523607869A6}"/>
              </a:ext>
            </a:extLst>
          </p:cNvPr>
          <p:cNvSpPr/>
          <p:nvPr/>
        </p:nvSpPr>
        <p:spPr>
          <a:xfrm>
            <a:off x="9347200" y="3835400"/>
            <a:ext cx="152400" cy="152400"/>
          </a:xfrm>
          <a:prstGeom prst="ellipse">
            <a:avLst/>
          </a:prstGeom>
          <a:solidFill>
            <a:srgbClr val="FF2F2F"/>
          </a:solidFill>
          <a:ln w="8890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650" b="1">
                <a:solidFill>
                  <a:srgbClr val="FFFFFF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4</a:t>
            </a:r>
            <a:endParaRPr lang="ko-KR" altLang="en-US" sz="650" b="1">
              <a:solidFill>
                <a:srgbClr val="FFFFFF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25A5FA18-6D5E-01B3-1165-D46A09A7EF26}"/>
              </a:ext>
            </a:extLst>
          </p:cNvPr>
          <p:cNvSpPr txBox="1"/>
          <p:nvPr/>
        </p:nvSpPr>
        <p:spPr>
          <a:xfrm>
            <a:off x="9563100" y="3810000"/>
            <a:ext cx="2374900" cy="302647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t">
            <a:noAutofit/>
          </a:bodyPr>
          <a:lstStyle/>
          <a:p>
            <a:r>
              <a:rPr lang="en-US" altLang="ko-KR" sz="700" b="1">
                <a:solidFill>
                  <a:srgbClr val="252525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Python </a:t>
            </a:r>
            <a:r>
              <a:rPr lang="ko-KR" altLang="en-US" sz="700" b="1">
                <a:solidFill>
                  <a:srgbClr val="252525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가져오기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D0D12FFE-E358-F33C-6721-901D164D6A73}"/>
              </a:ext>
            </a:extLst>
          </p:cNvPr>
          <p:cNvSpPr txBox="1"/>
          <p:nvPr/>
        </p:nvSpPr>
        <p:spPr>
          <a:xfrm>
            <a:off x="9563100" y="4000500"/>
            <a:ext cx="2374900" cy="302647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t">
            <a:noAutofit/>
          </a:bodyPr>
          <a:lstStyle/>
          <a:p>
            <a:r>
              <a:rPr lang="en-US" altLang="ko-KR" sz="650">
                <a:solidFill>
                  <a:srgbClr val="252525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UTF-8 500KB </a:t>
            </a:r>
            <a:r>
              <a:rPr lang="ko-KR" altLang="en-US" sz="650">
                <a:solidFill>
                  <a:srgbClr val="252525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이하 파일에서 지정된 문자열 리터럴만 읽으며 </a:t>
            </a:r>
            <a:r>
              <a:rPr lang="en-US" altLang="ko-KR" sz="650">
                <a:solidFill>
                  <a:srgbClr val="252525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Python </a:t>
            </a:r>
            <a:r>
              <a:rPr lang="ko-KR" altLang="en-US" sz="650">
                <a:solidFill>
                  <a:srgbClr val="252525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코드는 실행하지 않는다</a:t>
            </a:r>
            <a:r>
              <a:rPr lang="en-US" altLang="ko-KR" sz="650">
                <a:solidFill>
                  <a:srgbClr val="252525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.</a:t>
            </a:r>
            <a:endParaRPr lang="ko-KR" altLang="en-US" sz="650">
              <a:solidFill>
                <a:srgbClr val="252525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cxnSp>
        <p:nvCxnSpPr>
          <p:cNvPr id="45" name="직선 연결선 44">
            <a:extLst>
              <a:ext uri="{FF2B5EF4-FFF2-40B4-BE49-F238E27FC236}">
                <a16:creationId xmlns:a16="http://schemas.microsoft.com/office/drawing/2014/main" id="{183BB6B6-AB45-3F4D-F7EC-4545121AAB30}"/>
              </a:ext>
            </a:extLst>
          </p:cNvPr>
          <p:cNvCxnSpPr/>
          <p:nvPr/>
        </p:nvCxnSpPr>
        <p:spPr>
          <a:xfrm>
            <a:off x="9372600" y="4741333"/>
            <a:ext cx="2540000" cy="0"/>
          </a:xfrm>
          <a:prstGeom prst="line">
            <a:avLst/>
          </a:prstGeom>
          <a:ln w="6350">
            <a:solidFill>
              <a:srgbClr val="E7E7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6" name="타원 45">
            <a:extLst>
              <a:ext uri="{FF2B5EF4-FFF2-40B4-BE49-F238E27FC236}">
                <a16:creationId xmlns:a16="http://schemas.microsoft.com/office/drawing/2014/main" id="{50BAFCD7-D027-EB7B-A973-D0F25EB263B8}"/>
              </a:ext>
            </a:extLst>
          </p:cNvPr>
          <p:cNvSpPr/>
          <p:nvPr/>
        </p:nvSpPr>
        <p:spPr>
          <a:xfrm>
            <a:off x="9347200" y="4804833"/>
            <a:ext cx="152400" cy="152400"/>
          </a:xfrm>
          <a:prstGeom prst="ellipse">
            <a:avLst/>
          </a:prstGeom>
          <a:solidFill>
            <a:srgbClr val="FF2F2F"/>
          </a:solidFill>
          <a:ln w="8890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650" b="1">
                <a:solidFill>
                  <a:srgbClr val="FFFFFF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5</a:t>
            </a:r>
            <a:endParaRPr lang="ko-KR" altLang="en-US" sz="650" b="1">
              <a:solidFill>
                <a:srgbClr val="FFFFFF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2110F8EB-D617-D565-D168-A682C0A7249C}"/>
              </a:ext>
            </a:extLst>
          </p:cNvPr>
          <p:cNvSpPr txBox="1"/>
          <p:nvPr/>
        </p:nvSpPr>
        <p:spPr>
          <a:xfrm>
            <a:off x="9563100" y="4779433"/>
            <a:ext cx="2374900" cy="302647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t">
            <a:noAutofit/>
          </a:bodyPr>
          <a:lstStyle/>
          <a:p>
            <a:r>
              <a:rPr lang="ko-KR" altLang="en-US" sz="700" b="1">
                <a:solidFill>
                  <a:srgbClr val="252525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공통 프롬프트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062069B9-C5B5-005F-D5B0-3ADD76A829F5}"/>
              </a:ext>
            </a:extLst>
          </p:cNvPr>
          <p:cNvSpPr txBox="1"/>
          <p:nvPr/>
        </p:nvSpPr>
        <p:spPr>
          <a:xfrm>
            <a:off x="9563100" y="4969933"/>
            <a:ext cx="2374900" cy="302647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t">
            <a:noAutofit/>
          </a:bodyPr>
          <a:lstStyle/>
          <a:p>
            <a:r>
              <a:rPr lang="ko-KR" altLang="en-US" sz="650">
                <a:solidFill>
                  <a:srgbClr val="252525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안전 정책과 공통 대화 원칙을 입력한다</a:t>
            </a:r>
            <a:r>
              <a:rPr lang="en-US" altLang="ko-KR" sz="650">
                <a:solidFill>
                  <a:srgbClr val="252525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. </a:t>
            </a:r>
            <a:r>
              <a:rPr lang="ko-KR" altLang="en-US" sz="650">
                <a:solidFill>
                  <a:srgbClr val="252525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최근 대화 </a:t>
            </a:r>
            <a:r>
              <a:rPr lang="en-US" altLang="ko-KR" sz="650">
                <a:solidFill>
                  <a:srgbClr val="252525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6</a:t>
            </a:r>
            <a:r>
              <a:rPr lang="ko-KR" altLang="en-US" sz="650">
                <a:solidFill>
                  <a:srgbClr val="252525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개와 사용자 동의 기반 기억 정책을 적용한다</a:t>
            </a:r>
            <a:r>
              <a:rPr lang="en-US" altLang="ko-KR" sz="650">
                <a:solidFill>
                  <a:srgbClr val="252525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.</a:t>
            </a:r>
            <a:endParaRPr lang="ko-KR" altLang="en-US" sz="650">
              <a:solidFill>
                <a:srgbClr val="252525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cxnSp>
        <p:nvCxnSpPr>
          <p:cNvPr id="49" name="직선 연결선 48">
            <a:extLst>
              <a:ext uri="{FF2B5EF4-FFF2-40B4-BE49-F238E27FC236}">
                <a16:creationId xmlns:a16="http://schemas.microsoft.com/office/drawing/2014/main" id="{7570B2A8-1A3E-52B8-2CBD-327BDDF0122B}"/>
              </a:ext>
            </a:extLst>
          </p:cNvPr>
          <p:cNvCxnSpPr/>
          <p:nvPr/>
        </p:nvCxnSpPr>
        <p:spPr>
          <a:xfrm>
            <a:off x="9372600" y="5710767"/>
            <a:ext cx="2540000" cy="0"/>
          </a:xfrm>
          <a:prstGeom prst="line">
            <a:avLst/>
          </a:prstGeom>
          <a:ln w="6350">
            <a:solidFill>
              <a:srgbClr val="E7E7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0" name="타원 49">
            <a:extLst>
              <a:ext uri="{FF2B5EF4-FFF2-40B4-BE49-F238E27FC236}">
                <a16:creationId xmlns:a16="http://schemas.microsoft.com/office/drawing/2014/main" id="{0D57FCD6-07DF-7EF7-4285-2AC15E260FB7}"/>
              </a:ext>
            </a:extLst>
          </p:cNvPr>
          <p:cNvSpPr/>
          <p:nvPr/>
        </p:nvSpPr>
        <p:spPr>
          <a:xfrm>
            <a:off x="9347200" y="5774267"/>
            <a:ext cx="152400" cy="152400"/>
          </a:xfrm>
          <a:prstGeom prst="ellipse">
            <a:avLst/>
          </a:prstGeom>
          <a:solidFill>
            <a:srgbClr val="FF2F2F"/>
          </a:solidFill>
          <a:ln w="8890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650" b="1">
                <a:solidFill>
                  <a:srgbClr val="FFFFFF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6</a:t>
            </a:r>
            <a:endParaRPr lang="ko-KR" altLang="en-US" sz="650" b="1">
              <a:solidFill>
                <a:srgbClr val="FFFFFF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F25F0628-8765-3019-2B41-1C8E5C157508}"/>
              </a:ext>
            </a:extLst>
          </p:cNvPr>
          <p:cNvSpPr txBox="1"/>
          <p:nvPr/>
        </p:nvSpPr>
        <p:spPr>
          <a:xfrm>
            <a:off x="9563100" y="5748867"/>
            <a:ext cx="2374900" cy="302647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t">
            <a:noAutofit/>
          </a:bodyPr>
          <a:lstStyle/>
          <a:p>
            <a:r>
              <a:rPr lang="ko-KR" altLang="en-US" sz="700" b="1">
                <a:solidFill>
                  <a:srgbClr val="252525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저장</a:t>
            </a:r>
            <a:r>
              <a:rPr lang="en-US" altLang="ko-KR" sz="700" b="1">
                <a:solidFill>
                  <a:srgbClr val="252525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·</a:t>
            </a:r>
            <a:r>
              <a:rPr lang="ko-KR" altLang="en-US" sz="700" b="1">
                <a:solidFill>
                  <a:srgbClr val="252525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충돌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9536D868-55E5-2574-6038-B8D728CA1D99}"/>
              </a:ext>
            </a:extLst>
          </p:cNvPr>
          <p:cNvSpPr txBox="1"/>
          <p:nvPr/>
        </p:nvSpPr>
        <p:spPr>
          <a:xfrm>
            <a:off x="9563100" y="5939367"/>
            <a:ext cx="2374900" cy="302647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t">
            <a:noAutofit/>
          </a:bodyPr>
          <a:lstStyle/>
          <a:p>
            <a:r>
              <a:rPr lang="en-US" altLang="ko-KR" sz="650">
                <a:solidFill>
                  <a:srgbClr val="252525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ETag</a:t>
            </a:r>
            <a:r>
              <a:rPr lang="ko-KR" altLang="en-US" sz="650">
                <a:solidFill>
                  <a:srgbClr val="252525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와 함께 저장한다</a:t>
            </a:r>
            <a:r>
              <a:rPr lang="en-US" altLang="ko-KR" sz="650">
                <a:solidFill>
                  <a:srgbClr val="252525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. 409 </a:t>
            </a:r>
            <a:r>
              <a:rPr lang="ko-KR" altLang="en-US" sz="650">
                <a:solidFill>
                  <a:srgbClr val="252525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충돌 시 현재 편집값을 유지하고 새로고침 후 병합</a:t>
            </a:r>
            <a:r>
              <a:rPr lang="en-US" altLang="ko-KR" sz="650">
                <a:solidFill>
                  <a:srgbClr val="252525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·</a:t>
            </a:r>
            <a:r>
              <a:rPr lang="ko-KR" altLang="en-US" sz="650">
                <a:solidFill>
                  <a:srgbClr val="252525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재저장을 안내한다</a:t>
            </a:r>
            <a:r>
              <a:rPr lang="en-US" altLang="ko-KR" sz="650">
                <a:solidFill>
                  <a:srgbClr val="252525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.</a:t>
            </a:r>
            <a:endParaRPr lang="ko-KR" altLang="en-US" sz="650">
              <a:solidFill>
                <a:srgbClr val="252525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88198818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B70D52FC-A5EC-1641-0833-6ACDBC5A5578}"/>
              </a:ext>
            </a:extLst>
          </p:cNvPr>
          <p:cNvSpPr/>
          <p:nvPr/>
        </p:nvSpPr>
        <p:spPr>
          <a:xfrm>
            <a:off x="177800" y="50800"/>
            <a:ext cx="609600" cy="304800"/>
          </a:xfrm>
          <a:prstGeom prst="rect">
            <a:avLst/>
          </a:prstGeom>
          <a:solidFill>
            <a:srgbClr val="3C3C3C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19937CE-84B4-64CB-2C0A-F5E5CC1A3CAA}"/>
              </a:ext>
            </a:extLst>
          </p:cNvPr>
          <p:cNvSpPr txBox="1"/>
          <p:nvPr/>
        </p:nvSpPr>
        <p:spPr>
          <a:xfrm>
            <a:off x="177800" y="50800"/>
            <a:ext cx="609600" cy="302647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ctr">
            <a:noAutofit/>
          </a:bodyPr>
          <a:lstStyle/>
          <a:p>
            <a:pPr algn="ctr"/>
            <a:r>
              <a:rPr lang="ko-KR" altLang="en-US" sz="600" b="1">
                <a:solidFill>
                  <a:srgbClr val="FFFFFF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화면 </a:t>
            </a:r>
            <a:r>
              <a:rPr lang="en-US" altLang="ko-KR" sz="600" b="1">
                <a:solidFill>
                  <a:srgbClr val="FFFFFF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ID</a:t>
            </a:r>
            <a:endParaRPr lang="ko-KR" altLang="en-US" sz="600" b="1">
              <a:solidFill>
                <a:srgbClr val="FFFFFF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A47BA444-75D9-5A46-474A-C351038DD9C5}"/>
              </a:ext>
            </a:extLst>
          </p:cNvPr>
          <p:cNvSpPr/>
          <p:nvPr/>
        </p:nvSpPr>
        <p:spPr>
          <a:xfrm>
            <a:off x="787400" y="50800"/>
            <a:ext cx="914400" cy="304800"/>
          </a:xfrm>
          <a:prstGeom prst="rect">
            <a:avLst/>
          </a:prstGeom>
          <a:solidFill>
            <a:srgbClr val="FFFFFF"/>
          </a:solidFill>
          <a:ln w="7620">
            <a:solidFill>
              <a:srgbClr val="D9D9D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700BAF3-DDBB-9261-6E7E-51D85C862BB5}"/>
              </a:ext>
            </a:extLst>
          </p:cNvPr>
          <p:cNvSpPr txBox="1"/>
          <p:nvPr/>
        </p:nvSpPr>
        <p:spPr>
          <a:xfrm>
            <a:off x="812800" y="50800"/>
            <a:ext cx="863600" cy="302647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ctr">
            <a:noAutofit/>
          </a:bodyPr>
          <a:lstStyle/>
          <a:p>
            <a:r>
              <a:rPr lang="en-US" altLang="ko-KR" sz="600">
                <a:solidFill>
                  <a:srgbClr val="252525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SB-06</a:t>
            </a:r>
            <a:endParaRPr lang="ko-KR" altLang="en-US" sz="600">
              <a:solidFill>
                <a:srgbClr val="252525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F3DAD289-BC2B-E7C1-D1DB-37204B40CD4B}"/>
              </a:ext>
            </a:extLst>
          </p:cNvPr>
          <p:cNvSpPr/>
          <p:nvPr/>
        </p:nvSpPr>
        <p:spPr>
          <a:xfrm>
            <a:off x="1752600" y="50800"/>
            <a:ext cx="609600" cy="304800"/>
          </a:xfrm>
          <a:prstGeom prst="rect">
            <a:avLst/>
          </a:prstGeom>
          <a:solidFill>
            <a:srgbClr val="3C3C3C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F3D3342-83CC-0CCD-81DD-FB49A5C0C968}"/>
              </a:ext>
            </a:extLst>
          </p:cNvPr>
          <p:cNvSpPr txBox="1"/>
          <p:nvPr/>
        </p:nvSpPr>
        <p:spPr>
          <a:xfrm>
            <a:off x="1752600" y="50800"/>
            <a:ext cx="609600" cy="302647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ctr">
            <a:noAutofit/>
          </a:bodyPr>
          <a:lstStyle/>
          <a:p>
            <a:pPr algn="ctr"/>
            <a:r>
              <a:rPr lang="ko-KR" altLang="en-US" sz="600" b="1">
                <a:solidFill>
                  <a:srgbClr val="FFFFFF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화면명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E581A589-4AE4-4C11-239F-69ED1793AFF1}"/>
              </a:ext>
            </a:extLst>
          </p:cNvPr>
          <p:cNvSpPr/>
          <p:nvPr/>
        </p:nvSpPr>
        <p:spPr>
          <a:xfrm>
            <a:off x="2362200" y="50800"/>
            <a:ext cx="2984500" cy="304800"/>
          </a:xfrm>
          <a:prstGeom prst="rect">
            <a:avLst/>
          </a:prstGeom>
          <a:solidFill>
            <a:srgbClr val="FFFFFF"/>
          </a:solidFill>
          <a:ln w="7620">
            <a:solidFill>
              <a:srgbClr val="D9D9D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11E3A0C-66CB-E066-4F72-2A7BB0122B07}"/>
              </a:ext>
            </a:extLst>
          </p:cNvPr>
          <p:cNvSpPr txBox="1"/>
          <p:nvPr/>
        </p:nvSpPr>
        <p:spPr>
          <a:xfrm>
            <a:off x="2387600" y="50800"/>
            <a:ext cx="2933700" cy="302647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ctr">
            <a:noAutofit/>
          </a:bodyPr>
          <a:lstStyle/>
          <a:p>
            <a:r>
              <a:rPr lang="en-US" altLang="ko-KR" sz="600">
                <a:solidFill>
                  <a:srgbClr val="252525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AI </a:t>
            </a:r>
            <a:r>
              <a:rPr lang="ko-KR" altLang="en-US" sz="600">
                <a:solidFill>
                  <a:srgbClr val="252525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말동무 </a:t>
            </a:r>
            <a:r>
              <a:rPr lang="en-US" altLang="ko-KR" sz="600">
                <a:solidFill>
                  <a:srgbClr val="252525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· </a:t>
            </a:r>
            <a:r>
              <a:rPr lang="ko-KR" altLang="en-US" sz="600">
                <a:solidFill>
                  <a:srgbClr val="252525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페르소나 설정</a:t>
            </a: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D22074D1-8E06-3296-DE99-56A5A35A03A7}"/>
              </a:ext>
            </a:extLst>
          </p:cNvPr>
          <p:cNvSpPr/>
          <p:nvPr/>
        </p:nvSpPr>
        <p:spPr>
          <a:xfrm>
            <a:off x="5346700" y="50800"/>
            <a:ext cx="609600" cy="304800"/>
          </a:xfrm>
          <a:prstGeom prst="rect">
            <a:avLst/>
          </a:prstGeom>
          <a:solidFill>
            <a:srgbClr val="3C3C3C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5576A8E-CE79-DB2E-6E3A-62447EA1ED49}"/>
              </a:ext>
            </a:extLst>
          </p:cNvPr>
          <p:cNvSpPr txBox="1"/>
          <p:nvPr/>
        </p:nvSpPr>
        <p:spPr>
          <a:xfrm>
            <a:off x="5346700" y="50800"/>
            <a:ext cx="609600" cy="302647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ctr">
            <a:noAutofit/>
          </a:bodyPr>
          <a:lstStyle/>
          <a:p>
            <a:pPr algn="ctr"/>
            <a:r>
              <a:rPr lang="ko-KR" altLang="en-US" sz="600" b="1">
                <a:solidFill>
                  <a:srgbClr val="FFFFFF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화면 경로</a:t>
            </a: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9AAAFF7C-5BF9-63C9-B07F-E0347CF7C238}"/>
              </a:ext>
            </a:extLst>
          </p:cNvPr>
          <p:cNvSpPr/>
          <p:nvPr/>
        </p:nvSpPr>
        <p:spPr>
          <a:xfrm>
            <a:off x="5956300" y="50800"/>
            <a:ext cx="3098800" cy="304800"/>
          </a:xfrm>
          <a:prstGeom prst="rect">
            <a:avLst/>
          </a:prstGeom>
          <a:solidFill>
            <a:srgbClr val="FFFFFF"/>
          </a:solidFill>
          <a:ln w="7620">
            <a:solidFill>
              <a:srgbClr val="D9D9D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23618F07-AEA2-E3AC-5B63-6A7C2518D940}"/>
              </a:ext>
            </a:extLst>
          </p:cNvPr>
          <p:cNvSpPr txBox="1"/>
          <p:nvPr/>
        </p:nvSpPr>
        <p:spPr>
          <a:xfrm>
            <a:off x="5981700" y="50800"/>
            <a:ext cx="3048000" cy="302647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ctr">
            <a:noAutofit/>
          </a:bodyPr>
          <a:lstStyle/>
          <a:p>
            <a:r>
              <a:rPr lang="en-US" altLang="ko-KR" sz="600">
                <a:solidFill>
                  <a:srgbClr val="252525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#ai-companion / persona</a:t>
            </a:r>
            <a:endParaRPr lang="ko-KR" altLang="en-US" sz="600">
              <a:solidFill>
                <a:srgbClr val="252525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428C7562-0411-7578-38F5-6B03C551D42B}"/>
              </a:ext>
            </a:extLst>
          </p:cNvPr>
          <p:cNvSpPr/>
          <p:nvPr/>
        </p:nvSpPr>
        <p:spPr>
          <a:xfrm>
            <a:off x="9893300" y="50800"/>
            <a:ext cx="825500" cy="304800"/>
          </a:xfrm>
          <a:prstGeom prst="rect">
            <a:avLst/>
          </a:prstGeom>
          <a:solidFill>
            <a:srgbClr val="3C3C3C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0F7AC23A-88D2-B2E9-C797-BDF8D39D66A6}"/>
              </a:ext>
            </a:extLst>
          </p:cNvPr>
          <p:cNvSpPr txBox="1"/>
          <p:nvPr/>
        </p:nvSpPr>
        <p:spPr>
          <a:xfrm>
            <a:off x="9893300" y="50800"/>
            <a:ext cx="825500" cy="302647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ctr">
            <a:noAutofit/>
          </a:bodyPr>
          <a:lstStyle/>
          <a:p>
            <a:pPr algn="ctr"/>
            <a:r>
              <a:rPr lang="ko-KR" altLang="en-US" sz="600" b="1">
                <a:solidFill>
                  <a:srgbClr val="FFFFFF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작성 기준</a:t>
            </a: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01D34F9B-D454-993B-983D-955CD2AF6168}"/>
              </a:ext>
            </a:extLst>
          </p:cNvPr>
          <p:cNvSpPr/>
          <p:nvPr/>
        </p:nvSpPr>
        <p:spPr>
          <a:xfrm>
            <a:off x="10718800" y="50800"/>
            <a:ext cx="1295400" cy="304800"/>
          </a:xfrm>
          <a:prstGeom prst="rect">
            <a:avLst/>
          </a:prstGeom>
          <a:solidFill>
            <a:srgbClr val="FFFFFF"/>
          </a:solidFill>
          <a:ln w="7620">
            <a:solidFill>
              <a:srgbClr val="D9D9D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DBBE38C9-E782-BF73-3285-6F207220714A}"/>
              </a:ext>
            </a:extLst>
          </p:cNvPr>
          <p:cNvSpPr txBox="1"/>
          <p:nvPr/>
        </p:nvSpPr>
        <p:spPr>
          <a:xfrm>
            <a:off x="10744200" y="50800"/>
            <a:ext cx="1244600" cy="302647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ctr">
            <a:noAutofit/>
          </a:bodyPr>
          <a:lstStyle/>
          <a:p>
            <a:r>
              <a:rPr lang="ko-KR" altLang="en-US" sz="600">
                <a:solidFill>
                  <a:srgbClr val="252525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현행 구현 </a:t>
            </a:r>
            <a:r>
              <a:rPr lang="en-US" altLang="ko-KR" sz="600">
                <a:solidFill>
                  <a:srgbClr val="252525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+ </a:t>
            </a:r>
            <a:r>
              <a:rPr lang="ko-KR" altLang="en-US" sz="600">
                <a:solidFill>
                  <a:srgbClr val="252525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정책 </a:t>
            </a:r>
            <a:r>
              <a:rPr lang="en-US" altLang="ko-KR" sz="600">
                <a:solidFill>
                  <a:srgbClr val="252525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1.0</a:t>
            </a:r>
            <a:endParaRPr lang="ko-KR" altLang="en-US" sz="600">
              <a:solidFill>
                <a:srgbClr val="252525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pic>
        <p:nvPicPr>
          <p:cNvPr id="19" name="그림 18">
            <a:extLst>
              <a:ext uri="{FF2B5EF4-FFF2-40B4-BE49-F238E27FC236}">
                <a16:creationId xmlns:a16="http://schemas.microsoft.com/office/drawing/2014/main" id="{188EA01A-53BE-05F9-D6AB-86BCCF02F6BB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7800" y="482600"/>
            <a:ext cx="8940800" cy="6273800"/>
          </a:xfrm>
          <a:prstGeom prst="rect">
            <a:avLst/>
          </a:prstGeom>
        </p:spPr>
      </p:pic>
      <p:sp>
        <p:nvSpPr>
          <p:cNvPr id="20" name="직사각형 19">
            <a:extLst>
              <a:ext uri="{FF2B5EF4-FFF2-40B4-BE49-F238E27FC236}">
                <a16:creationId xmlns:a16="http://schemas.microsoft.com/office/drawing/2014/main" id="{190C31DB-2E49-481E-31A5-7C9A902E7009}"/>
              </a:ext>
            </a:extLst>
          </p:cNvPr>
          <p:cNvSpPr/>
          <p:nvPr/>
        </p:nvSpPr>
        <p:spPr>
          <a:xfrm>
            <a:off x="177800" y="482600"/>
            <a:ext cx="8940800" cy="6273800"/>
          </a:xfrm>
          <a:prstGeom prst="rect">
            <a:avLst/>
          </a:prstGeom>
          <a:solidFill>
            <a:srgbClr val="FFFFFF">
              <a:alpha val="0"/>
            </a:srgbClr>
          </a:solidFill>
          <a:ln w="7620">
            <a:solidFill>
              <a:srgbClr val="D9D9D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1" name="타원 20">
            <a:extLst>
              <a:ext uri="{FF2B5EF4-FFF2-40B4-BE49-F238E27FC236}">
                <a16:creationId xmlns:a16="http://schemas.microsoft.com/office/drawing/2014/main" id="{FCD63416-3AC9-9E20-7A83-F720B5127BCC}"/>
              </a:ext>
            </a:extLst>
          </p:cNvPr>
          <p:cNvSpPr/>
          <p:nvPr/>
        </p:nvSpPr>
        <p:spPr>
          <a:xfrm>
            <a:off x="2827161" y="2737348"/>
            <a:ext cx="165100" cy="165100"/>
          </a:xfrm>
          <a:prstGeom prst="ellipse">
            <a:avLst/>
          </a:prstGeom>
          <a:solidFill>
            <a:srgbClr val="FF2F2F"/>
          </a:solidFill>
          <a:ln w="8890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650" b="1">
                <a:solidFill>
                  <a:srgbClr val="FFFFFF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1</a:t>
            </a:r>
            <a:endParaRPr lang="ko-KR" altLang="en-US" sz="650" b="1">
              <a:solidFill>
                <a:srgbClr val="FFFFFF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22" name="타원 21">
            <a:extLst>
              <a:ext uri="{FF2B5EF4-FFF2-40B4-BE49-F238E27FC236}">
                <a16:creationId xmlns:a16="http://schemas.microsoft.com/office/drawing/2014/main" id="{1DEEF058-2197-5D64-441B-438A67A8C580}"/>
              </a:ext>
            </a:extLst>
          </p:cNvPr>
          <p:cNvSpPr/>
          <p:nvPr/>
        </p:nvSpPr>
        <p:spPr>
          <a:xfrm>
            <a:off x="5186539" y="2552825"/>
            <a:ext cx="165100" cy="165100"/>
          </a:xfrm>
          <a:prstGeom prst="ellipse">
            <a:avLst/>
          </a:prstGeom>
          <a:solidFill>
            <a:srgbClr val="FF2F2F"/>
          </a:solidFill>
          <a:ln w="8890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650" b="1">
                <a:solidFill>
                  <a:srgbClr val="FFFFFF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2</a:t>
            </a:r>
            <a:endParaRPr lang="ko-KR" altLang="en-US" sz="650" b="1">
              <a:solidFill>
                <a:srgbClr val="FFFFFF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23" name="타원 22">
            <a:extLst>
              <a:ext uri="{FF2B5EF4-FFF2-40B4-BE49-F238E27FC236}">
                <a16:creationId xmlns:a16="http://schemas.microsoft.com/office/drawing/2014/main" id="{20C7E18C-BFA7-1A67-D6C4-73E91FF5E1A2}"/>
              </a:ext>
            </a:extLst>
          </p:cNvPr>
          <p:cNvSpPr/>
          <p:nvPr/>
        </p:nvSpPr>
        <p:spPr>
          <a:xfrm>
            <a:off x="5124450" y="3137149"/>
            <a:ext cx="165100" cy="165100"/>
          </a:xfrm>
          <a:prstGeom prst="ellipse">
            <a:avLst/>
          </a:prstGeom>
          <a:solidFill>
            <a:srgbClr val="FF2F2F"/>
          </a:solidFill>
          <a:ln w="8890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650" b="1">
                <a:solidFill>
                  <a:srgbClr val="FFFFFF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3</a:t>
            </a:r>
            <a:endParaRPr lang="ko-KR" altLang="en-US" sz="650" b="1">
              <a:solidFill>
                <a:srgbClr val="FFFFFF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24" name="타원 23">
            <a:extLst>
              <a:ext uri="{FF2B5EF4-FFF2-40B4-BE49-F238E27FC236}">
                <a16:creationId xmlns:a16="http://schemas.microsoft.com/office/drawing/2014/main" id="{F3C49C0C-3F6C-4C6C-87C5-B9594EF77956}"/>
              </a:ext>
            </a:extLst>
          </p:cNvPr>
          <p:cNvSpPr/>
          <p:nvPr/>
        </p:nvSpPr>
        <p:spPr>
          <a:xfrm>
            <a:off x="5372805" y="4275044"/>
            <a:ext cx="165100" cy="165100"/>
          </a:xfrm>
          <a:prstGeom prst="ellipse">
            <a:avLst/>
          </a:prstGeom>
          <a:solidFill>
            <a:srgbClr val="FF2F2F"/>
          </a:solidFill>
          <a:ln w="8890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650" b="1">
                <a:solidFill>
                  <a:srgbClr val="FFFFFF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4</a:t>
            </a:r>
            <a:endParaRPr lang="ko-KR" altLang="en-US" sz="650" b="1">
              <a:solidFill>
                <a:srgbClr val="FFFFFF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25" name="타원 24">
            <a:extLst>
              <a:ext uri="{FF2B5EF4-FFF2-40B4-BE49-F238E27FC236}">
                <a16:creationId xmlns:a16="http://schemas.microsoft.com/office/drawing/2014/main" id="{6A118DFC-15D0-8315-C4D0-E576529ED5C4}"/>
              </a:ext>
            </a:extLst>
          </p:cNvPr>
          <p:cNvSpPr/>
          <p:nvPr/>
        </p:nvSpPr>
        <p:spPr>
          <a:xfrm>
            <a:off x="6242050" y="5382185"/>
            <a:ext cx="165100" cy="165100"/>
          </a:xfrm>
          <a:prstGeom prst="ellipse">
            <a:avLst/>
          </a:prstGeom>
          <a:solidFill>
            <a:srgbClr val="FF2F2F"/>
          </a:solidFill>
          <a:ln w="8890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650" b="1">
                <a:solidFill>
                  <a:srgbClr val="FFFFFF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5</a:t>
            </a:r>
            <a:endParaRPr lang="ko-KR" altLang="en-US" sz="650" b="1">
              <a:solidFill>
                <a:srgbClr val="FFFFFF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26" name="타원 25">
            <a:extLst>
              <a:ext uri="{FF2B5EF4-FFF2-40B4-BE49-F238E27FC236}">
                <a16:creationId xmlns:a16="http://schemas.microsoft.com/office/drawing/2014/main" id="{8B4464AD-A1D0-D617-2482-D797D4ACBE96}"/>
              </a:ext>
            </a:extLst>
          </p:cNvPr>
          <p:cNvSpPr/>
          <p:nvPr/>
        </p:nvSpPr>
        <p:spPr>
          <a:xfrm>
            <a:off x="8228895" y="6397065"/>
            <a:ext cx="165100" cy="165100"/>
          </a:xfrm>
          <a:prstGeom prst="ellipse">
            <a:avLst/>
          </a:prstGeom>
          <a:solidFill>
            <a:srgbClr val="FF2F2F"/>
          </a:solidFill>
          <a:ln w="8890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650" b="1">
                <a:solidFill>
                  <a:srgbClr val="FFFFFF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6</a:t>
            </a:r>
            <a:endParaRPr lang="ko-KR" altLang="en-US" sz="650" b="1">
              <a:solidFill>
                <a:srgbClr val="FFFFFF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27" name="직사각형 26">
            <a:extLst>
              <a:ext uri="{FF2B5EF4-FFF2-40B4-BE49-F238E27FC236}">
                <a16:creationId xmlns:a16="http://schemas.microsoft.com/office/drawing/2014/main" id="{D5398041-2944-0F16-ABFF-7CC5100F3352}"/>
              </a:ext>
            </a:extLst>
          </p:cNvPr>
          <p:cNvSpPr/>
          <p:nvPr/>
        </p:nvSpPr>
        <p:spPr>
          <a:xfrm>
            <a:off x="9271000" y="482600"/>
            <a:ext cx="2743200" cy="6273800"/>
          </a:xfrm>
          <a:prstGeom prst="rect">
            <a:avLst/>
          </a:prstGeom>
          <a:solidFill>
            <a:srgbClr val="FFFFFF"/>
          </a:solidFill>
          <a:ln w="7620">
            <a:solidFill>
              <a:srgbClr val="D9D9D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8" name="직사각형 27">
            <a:extLst>
              <a:ext uri="{FF2B5EF4-FFF2-40B4-BE49-F238E27FC236}">
                <a16:creationId xmlns:a16="http://schemas.microsoft.com/office/drawing/2014/main" id="{3B4816DD-AA93-53F8-C1DD-7A1FEBCE7F5F}"/>
              </a:ext>
            </a:extLst>
          </p:cNvPr>
          <p:cNvSpPr/>
          <p:nvPr/>
        </p:nvSpPr>
        <p:spPr>
          <a:xfrm>
            <a:off x="9271000" y="482600"/>
            <a:ext cx="2743200" cy="342900"/>
          </a:xfrm>
          <a:prstGeom prst="rect">
            <a:avLst/>
          </a:prstGeom>
          <a:solidFill>
            <a:srgbClr val="3C3C3C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4F5AA9AF-31F3-2972-855E-D67E15592A58}"/>
              </a:ext>
            </a:extLst>
          </p:cNvPr>
          <p:cNvSpPr txBox="1"/>
          <p:nvPr/>
        </p:nvSpPr>
        <p:spPr>
          <a:xfrm>
            <a:off x="9271000" y="482600"/>
            <a:ext cx="2743200" cy="302647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ctr">
            <a:noAutofit/>
          </a:bodyPr>
          <a:lstStyle/>
          <a:p>
            <a:pPr algn="ctr"/>
            <a:r>
              <a:rPr lang="en-US" altLang="ko-KR" sz="800" b="1">
                <a:solidFill>
                  <a:srgbClr val="FFFFFF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Description</a:t>
            </a:r>
            <a:endParaRPr lang="ko-KR" altLang="en-US" sz="800" b="1">
              <a:solidFill>
                <a:srgbClr val="FFFFFF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30" name="타원 29">
            <a:extLst>
              <a:ext uri="{FF2B5EF4-FFF2-40B4-BE49-F238E27FC236}">
                <a16:creationId xmlns:a16="http://schemas.microsoft.com/office/drawing/2014/main" id="{0C2EDE2C-8A4B-519D-9AB8-15DDAE620528}"/>
              </a:ext>
            </a:extLst>
          </p:cNvPr>
          <p:cNvSpPr/>
          <p:nvPr/>
        </p:nvSpPr>
        <p:spPr>
          <a:xfrm>
            <a:off x="9347200" y="927100"/>
            <a:ext cx="152400" cy="152400"/>
          </a:xfrm>
          <a:prstGeom prst="ellipse">
            <a:avLst/>
          </a:prstGeom>
          <a:solidFill>
            <a:srgbClr val="FF2F2F"/>
          </a:solidFill>
          <a:ln w="8890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650" b="1">
                <a:solidFill>
                  <a:srgbClr val="FFFFFF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1</a:t>
            </a:r>
            <a:endParaRPr lang="ko-KR" altLang="en-US" sz="650" b="1">
              <a:solidFill>
                <a:srgbClr val="FFFFFF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345C6832-AE1B-0F54-8D3E-66C7E3957889}"/>
              </a:ext>
            </a:extLst>
          </p:cNvPr>
          <p:cNvSpPr txBox="1"/>
          <p:nvPr/>
        </p:nvSpPr>
        <p:spPr>
          <a:xfrm>
            <a:off x="9563100" y="901700"/>
            <a:ext cx="2374900" cy="302647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t">
            <a:noAutofit/>
          </a:bodyPr>
          <a:lstStyle/>
          <a:p>
            <a:r>
              <a:rPr lang="ko-KR" altLang="en-US" sz="700" b="1">
                <a:solidFill>
                  <a:srgbClr val="252525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페르소나 목록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5DEF604D-3806-F8A1-BBC8-E59BA9FE893A}"/>
              </a:ext>
            </a:extLst>
          </p:cNvPr>
          <p:cNvSpPr txBox="1"/>
          <p:nvPr/>
        </p:nvSpPr>
        <p:spPr>
          <a:xfrm>
            <a:off x="9563100" y="1092200"/>
            <a:ext cx="2374900" cy="302647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t">
            <a:noAutofit/>
          </a:bodyPr>
          <a:lstStyle/>
          <a:p>
            <a:r>
              <a:rPr lang="ko-KR" altLang="en-US" sz="650">
                <a:solidFill>
                  <a:srgbClr val="252525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무브</a:t>
            </a:r>
            <a:r>
              <a:rPr lang="en-US" altLang="ko-KR" sz="650">
                <a:solidFill>
                  <a:srgbClr val="252525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, </a:t>
            </a:r>
            <a:r>
              <a:rPr lang="ko-KR" altLang="en-US" sz="650">
                <a:solidFill>
                  <a:srgbClr val="252525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토닥이</a:t>
            </a:r>
            <a:r>
              <a:rPr lang="en-US" altLang="ko-KR" sz="650">
                <a:solidFill>
                  <a:srgbClr val="252525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, </a:t>
            </a:r>
            <a:r>
              <a:rPr lang="ko-KR" altLang="en-US" sz="650">
                <a:solidFill>
                  <a:srgbClr val="252525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척척박사</a:t>
            </a:r>
            <a:r>
              <a:rPr lang="en-US" altLang="ko-KR" sz="650">
                <a:solidFill>
                  <a:srgbClr val="252525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, </a:t>
            </a:r>
            <a:r>
              <a:rPr lang="ko-KR" altLang="en-US" sz="650">
                <a:solidFill>
                  <a:srgbClr val="252525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링고를 고정 </a:t>
            </a:r>
            <a:r>
              <a:rPr lang="en-US" altLang="ko-KR" sz="650">
                <a:solidFill>
                  <a:srgbClr val="252525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ID</a:t>
            </a:r>
            <a:r>
              <a:rPr lang="ko-KR" altLang="en-US" sz="650">
                <a:solidFill>
                  <a:srgbClr val="252525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로 관리한다</a:t>
            </a:r>
            <a:r>
              <a:rPr lang="en-US" altLang="ko-KR" sz="650">
                <a:solidFill>
                  <a:srgbClr val="252525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. </a:t>
            </a:r>
            <a:r>
              <a:rPr lang="ko-KR" altLang="en-US" sz="650">
                <a:solidFill>
                  <a:srgbClr val="252525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선택 항목의 설정만 우측 편집 영역에 연결한다</a:t>
            </a:r>
            <a:r>
              <a:rPr lang="en-US" altLang="ko-KR" sz="650">
                <a:solidFill>
                  <a:srgbClr val="252525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.</a:t>
            </a:r>
            <a:endParaRPr lang="ko-KR" altLang="en-US" sz="650">
              <a:solidFill>
                <a:srgbClr val="252525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cxnSp>
        <p:nvCxnSpPr>
          <p:cNvPr id="33" name="직선 연결선 32">
            <a:extLst>
              <a:ext uri="{FF2B5EF4-FFF2-40B4-BE49-F238E27FC236}">
                <a16:creationId xmlns:a16="http://schemas.microsoft.com/office/drawing/2014/main" id="{DA855CDB-92ED-3BEB-C031-8F38337A42D2}"/>
              </a:ext>
            </a:extLst>
          </p:cNvPr>
          <p:cNvCxnSpPr/>
          <p:nvPr/>
        </p:nvCxnSpPr>
        <p:spPr>
          <a:xfrm>
            <a:off x="9372600" y="1833033"/>
            <a:ext cx="2540000" cy="0"/>
          </a:xfrm>
          <a:prstGeom prst="line">
            <a:avLst/>
          </a:prstGeom>
          <a:ln w="6350">
            <a:solidFill>
              <a:srgbClr val="E7E7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타원 33">
            <a:extLst>
              <a:ext uri="{FF2B5EF4-FFF2-40B4-BE49-F238E27FC236}">
                <a16:creationId xmlns:a16="http://schemas.microsoft.com/office/drawing/2014/main" id="{32011287-F92A-C001-EC08-D32FD9A56FC2}"/>
              </a:ext>
            </a:extLst>
          </p:cNvPr>
          <p:cNvSpPr/>
          <p:nvPr/>
        </p:nvSpPr>
        <p:spPr>
          <a:xfrm>
            <a:off x="9347200" y="1896533"/>
            <a:ext cx="152400" cy="152400"/>
          </a:xfrm>
          <a:prstGeom prst="ellipse">
            <a:avLst/>
          </a:prstGeom>
          <a:solidFill>
            <a:srgbClr val="FF2F2F"/>
          </a:solidFill>
          <a:ln w="8890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650" b="1">
                <a:solidFill>
                  <a:srgbClr val="FFFFFF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2</a:t>
            </a:r>
            <a:endParaRPr lang="ko-KR" altLang="en-US" sz="650" b="1">
              <a:solidFill>
                <a:srgbClr val="FFFFFF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E6417029-B805-01D2-4627-924DA5D11017}"/>
              </a:ext>
            </a:extLst>
          </p:cNvPr>
          <p:cNvSpPr txBox="1"/>
          <p:nvPr/>
        </p:nvSpPr>
        <p:spPr>
          <a:xfrm>
            <a:off x="9563100" y="1871133"/>
            <a:ext cx="2374900" cy="302647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t">
            <a:noAutofit/>
          </a:bodyPr>
          <a:lstStyle/>
          <a:p>
            <a:r>
              <a:rPr lang="ko-KR" altLang="en-US" sz="700" b="1">
                <a:solidFill>
                  <a:srgbClr val="252525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이름</a:t>
            </a:r>
            <a:r>
              <a:rPr lang="en-US" altLang="ko-KR" sz="700" b="1">
                <a:solidFill>
                  <a:srgbClr val="252525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·</a:t>
            </a:r>
            <a:r>
              <a:rPr lang="ko-KR" altLang="en-US" sz="700" b="1">
                <a:solidFill>
                  <a:srgbClr val="252525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음성 </a:t>
            </a:r>
            <a:r>
              <a:rPr lang="en-US" altLang="ko-KR" sz="700" b="1">
                <a:solidFill>
                  <a:srgbClr val="252525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ID</a:t>
            </a:r>
            <a:endParaRPr lang="ko-KR" altLang="en-US" sz="700" b="1">
              <a:solidFill>
                <a:srgbClr val="252525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4C366717-6A8A-D80C-D83D-53B317D8886E}"/>
              </a:ext>
            </a:extLst>
          </p:cNvPr>
          <p:cNvSpPr txBox="1"/>
          <p:nvPr/>
        </p:nvSpPr>
        <p:spPr>
          <a:xfrm>
            <a:off x="9563100" y="2061633"/>
            <a:ext cx="2374900" cy="302647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t">
            <a:noAutofit/>
          </a:bodyPr>
          <a:lstStyle/>
          <a:p>
            <a:r>
              <a:rPr lang="ko-KR" altLang="en-US" sz="650">
                <a:solidFill>
                  <a:srgbClr val="252525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고객 앱 표시명과 공급자가 지원하는 음성 </a:t>
            </a:r>
            <a:r>
              <a:rPr lang="en-US" altLang="ko-KR" sz="650">
                <a:solidFill>
                  <a:srgbClr val="252525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ID</a:t>
            </a:r>
            <a:r>
              <a:rPr lang="ko-KR" altLang="en-US" sz="650">
                <a:solidFill>
                  <a:srgbClr val="252525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를 입력한다</a:t>
            </a:r>
            <a:r>
              <a:rPr lang="en-US" altLang="ko-KR" sz="650">
                <a:solidFill>
                  <a:srgbClr val="252525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. </a:t>
            </a:r>
            <a:r>
              <a:rPr lang="ko-KR" altLang="en-US" sz="650">
                <a:solidFill>
                  <a:srgbClr val="252525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지원하지 않는 </a:t>
            </a:r>
            <a:r>
              <a:rPr lang="en-US" altLang="ko-KR" sz="650">
                <a:solidFill>
                  <a:srgbClr val="252525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ID</a:t>
            </a:r>
            <a:r>
              <a:rPr lang="ko-KR" altLang="en-US" sz="650">
                <a:solidFill>
                  <a:srgbClr val="252525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는 저장 전에 검증한다</a:t>
            </a:r>
            <a:r>
              <a:rPr lang="en-US" altLang="ko-KR" sz="650">
                <a:solidFill>
                  <a:srgbClr val="252525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.</a:t>
            </a:r>
            <a:endParaRPr lang="ko-KR" altLang="en-US" sz="650">
              <a:solidFill>
                <a:srgbClr val="252525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cxnSp>
        <p:nvCxnSpPr>
          <p:cNvPr id="37" name="직선 연결선 36">
            <a:extLst>
              <a:ext uri="{FF2B5EF4-FFF2-40B4-BE49-F238E27FC236}">
                <a16:creationId xmlns:a16="http://schemas.microsoft.com/office/drawing/2014/main" id="{879F5C81-416C-9EAD-2C8C-13EF77227862}"/>
              </a:ext>
            </a:extLst>
          </p:cNvPr>
          <p:cNvCxnSpPr/>
          <p:nvPr/>
        </p:nvCxnSpPr>
        <p:spPr>
          <a:xfrm>
            <a:off x="9372600" y="2802467"/>
            <a:ext cx="2540000" cy="0"/>
          </a:xfrm>
          <a:prstGeom prst="line">
            <a:avLst/>
          </a:prstGeom>
          <a:ln w="6350">
            <a:solidFill>
              <a:srgbClr val="E7E7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타원 37">
            <a:extLst>
              <a:ext uri="{FF2B5EF4-FFF2-40B4-BE49-F238E27FC236}">
                <a16:creationId xmlns:a16="http://schemas.microsoft.com/office/drawing/2014/main" id="{CCBF12A6-49AD-AF1D-C859-882F51172108}"/>
              </a:ext>
            </a:extLst>
          </p:cNvPr>
          <p:cNvSpPr/>
          <p:nvPr/>
        </p:nvSpPr>
        <p:spPr>
          <a:xfrm>
            <a:off x="9347200" y="2865967"/>
            <a:ext cx="152400" cy="152400"/>
          </a:xfrm>
          <a:prstGeom prst="ellipse">
            <a:avLst/>
          </a:prstGeom>
          <a:solidFill>
            <a:srgbClr val="FF2F2F"/>
          </a:solidFill>
          <a:ln w="8890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650" b="1">
                <a:solidFill>
                  <a:srgbClr val="FFFFFF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3</a:t>
            </a:r>
            <a:endParaRPr lang="ko-KR" altLang="en-US" sz="650" b="1">
              <a:solidFill>
                <a:srgbClr val="FFFFFF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F47280D4-0C65-6E6B-0968-C3E38C4E0B58}"/>
              </a:ext>
            </a:extLst>
          </p:cNvPr>
          <p:cNvSpPr txBox="1"/>
          <p:nvPr/>
        </p:nvSpPr>
        <p:spPr>
          <a:xfrm>
            <a:off x="9563100" y="2840567"/>
            <a:ext cx="2374900" cy="302647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t">
            <a:noAutofit/>
          </a:bodyPr>
          <a:lstStyle/>
          <a:p>
            <a:r>
              <a:rPr lang="ko-KR" altLang="en-US" sz="700" b="1">
                <a:solidFill>
                  <a:srgbClr val="252525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활성 상태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6807B0C2-5704-AC7E-9FA8-8941D77B31CF}"/>
              </a:ext>
            </a:extLst>
          </p:cNvPr>
          <p:cNvSpPr txBox="1"/>
          <p:nvPr/>
        </p:nvSpPr>
        <p:spPr>
          <a:xfrm>
            <a:off x="9563100" y="3031067"/>
            <a:ext cx="2374900" cy="302647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t">
            <a:noAutofit/>
          </a:bodyPr>
          <a:lstStyle/>
          <a:p>
            <a:r>
              <a:rPr lang="ko-KR" altLang="en-US" sz="650">
                <a:solidFill>
                  <a:srgbClr val="252525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비활성 페르소나는 신규 선택 목록에서 숨기되 기존 설정과 자산은 보존한다</a:t>
            </a:r>
            <a:r>
              <a:rPr lang="en-US" altLang="ko-KR" sz="650">
                <a:solidFill>
                  <a:srgbClr val="252525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.</a:t>
            </a:r>
            <a:endParaRPr lang="ko-KR" altLang="en-US" sz="650">
              <a:solidFill>
                <a:srgbClr val="252525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cxnSp>
        <p:nvCxnSpPr>
          <p:cNvPr id="41" name="직선 연결선 40">
            <a:extLst>
              <a:ext uri="{FF2B5EF4-FFF2-40B4-BE49-F238E27FC236}">
                <a16:creationId xmlns:a16="http://schemas.microsoft.com/office/drawing/2014/main" id="{82F78CC5-5F9E-1888-13BE-546D842F2BFE}"/>
              </a:ext>
            </a:extLst>
          </p:cNvPr>
          <p:cNvCxnSpPr/>
          <p:nvPr/>
        </p:nvCxnSpPr>
        <p:spPr>
          <a:xfrm>
            <a:off x="9372600" y="3771900"/>
            <a:ext cx="2540000" cy="0"/>
          </a:xfrm>
          <a:prstGeom prst="line">
            <a:avLst/>
          </a:prstGeom>
          <a:ln w="6350">
            <a:solidFill>
              <a:srgbClr val="E7E7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타원 41">
            <a:extLst>
              <a:ext uri="{FF2B5EF4-FFF2-40B4-BE49-F238E27FC236}">
                <a16:creationId xmlns:a16="http://schemas.microsoft.com/office/drawing/2014/main" id="{2E5102F7-3D5B-1C98-3EBC-2C8D303C7F38}"/>
              </a:ext>
            </a:extLst>
          </p:cNvPr>
          <p:cNvSpPr/>
          <p:nvPr/>
        </p:nvSpPr>
        <p:spPr>
          <a:xfrm>
            <a:off x="9347200" y="3835400"/>
            <a:ext cx="152400" cy="152400"/>
          </a:xfrm>
          <a:prstGeom prst="ellipse">
            <a:avLst/>
          </a:prstGeom>
          <a:solidFill>
            <a:srgbClr val="FF2F2F"/>
          </a:solidFill>
          <a:ln w="8890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650" b="1">
                <a:solidFill>
                  <a:srgbClr val="FFFFFF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4</a:t>
            </a:r>
            <a:endParaRPr lang="ko-KR" altLang="en-US" sz="650" b="1">
              <a:solidFill>
                <a:srgbClr val="FFFFFF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94920761-6829-F6FB-A56B-C1876ACF89D0}"/>
              </a:ext>
            </a:extLst>
          </p:cNvPr>
          <p:cNvSpPr txBox="1"/>
          <p:nvPr/>
        </p:nvSpPr>
        <p:spPr>
          <a:xfrm>
            <a:off x="9563100" y="3810000"/>
            <a:ext cx="2374900" cy="302647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t">
            <a:noAutofit/>
          </a:bodyPr>
          <a:lstStyle/>
          <a:p>
            <a:r>
              <a:rPr lang="ko-KR" altLang="en-US" sz="700" b="1">
                <a:solidFill>
                  <a:srgbClr val="252525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대표 이미지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D4E69868-527C-C2FC-9637-8F05234E9CC7}"/>
              </a:ext>
            </a:extLst>
          </p:cNvPr>
          <p:cNvSpPr txBox="1"/>
          <p:nvPr/>
        </p:nvSpPr>
        <p:spPr>
          <a:xfrm>
            <a:off x="9563100" y="4000500"/>
            <a:ext cx="2374900" cy="302647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t">
            <a:noAutofit/>
          </a:bodyPr>
          <a:lstStyle/>
          <a:p>
            <a:r>
              <a:rPr lang="ko-KR" altLang="en-US" sz="650">
                <a:solidFill>
                  <a:srgbClr val="252525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이미지 파일 </a:t>
            </a:r>
            <a:r>
              <a:rPr lang="en-US" altLang="ko-KR" sz="650">
                <a:solidFill>
                  <a:srgbClr val="252525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20MB </a:t>
            </a:r>
            <a:r>
              <a:rPr lang="ko-KR" altLang="en-US" sz="650">
                <a:solidFill>
                  <a:srgbClr val="252525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이하만 업로드한다</a:t>
            </a:r>
            <a:r>
              <a:rPr lang="en-US" altLang="ko-KR" sz="650">
                <a:solidFill>
                  <a:srgbClr val="252525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. </a:t>
            </a:r>
            <a:r>
              <a:rPr lang="ko-KR" altLang="en-US" sz="650">
                <a:solidFill>
                  <a:srgbClr val="252525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업로드 성공 후 설정 저장까지 완료해야 앱에 적용된다</a:t>
            </a:r>
            <a:r>
              <a:rPr lang="en-US" altLang="ko-KR" sz="650">
                <a:solidFill>
                  <a:srgbClr val="252525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.</a:t>
            </a:r>
            <a:endParaRPr lang="ko-KR" altLang="en-US" sz="650">
              <a:solidFill>
                <a:srgbClr val="252525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cxnSp>
        <p:nvCxnSpPr>
          <p:cNvPr id="45" name="직선 연결선 44">
            <a:extLst>
              <a:ext uri="{FF2B5EF4-FFF2-40B4-BE49-F238E27FC236}">
                <a16:creationId xmlns:a16="http://schemas.microsoft.com/office/drawing/2014/main" id="{D639B324-D7AB-B056-8F7E-1DD136F45006}"/>
              </a:ext>
            </a:extLst>
          </p:cNvPr>
          <p:cNvCxnSpPr/>
          <p:nvPr/>
        </p:nvCxnSpPr>
        <p:spPr>
          <a:xfrm>
            <a:off x="9372600" y="4741333"/>
            <a:ext cx="2540000" cy="0"/>
          </a:xfrm>
          <a:prstGeom prst="line">
            <a:avLst/>
          </a:prstGeom>
          <a:ln w="6350">
            <a:solidFill>
              <a:srgbClr val="E7E7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6" name="타원 45">
            <a:extLst>
              <a:ext uri="{FF2B5EF4-FFF2-40B4-BE49-F238E27FC236}">
                <a16:creationId xmlns:a16="http://schemas.microsoft.com/office/drawing/2014/main" id="{B4FDDD43-FDA3-27FB-0D83-217950730D75}"/>
              </a:ext>
            </a:extLst>
          </p:cNvPr>
          <p:cNvSpPr/>
          <p:nvPr/>
        </p:nvSpPr>
        <p:spPr>
          <a:xfrm>
            <a:off x="9347200" y="4804833"/>
            <a:ext cx="152400" cy="152400"/>
          </a:xfrm>
          <a:prstGeom prst="ellipse">
            <a:avLst/>
          </a:prstGeom>
          <a:solidFill>
            <a:srgbClr val="FF2F2F"/>
          </a:solidFill>
          <a:ln w="8890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650" b="1">
                <a:solidFill>
                  <a:srgbClr val="FFFFFF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5</a:t>
            </a:r>
            <a:endParaRPr lang="ko-KR" altLang="en-US" sz="650" b="1">
              <a:solidFill>
                <a:srgbClr val="FFFFFF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1672A921-E9C6-1A2D-0A32-82E84A293B8E}"/>
              </a:ext>
            </a:extLst>
          </p:cNvPr>
          <p:cNvSpPr txBox="1"/>
          <p:nvPr/>
        </p:nvSpPr>
        <p:spPr>
          <a:xfrm>
            <a:off x="9563100" y="4779433"/>
            <a:ext cx="2374900" cy="302647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t">
            <a:noAutofit/>
          </a:bodyPr>
          <a:lstStyle/>
          <a:p>
            <a:r>
              <a:rPr lang="ko-KR" altLang="en-US" sz="700" b="1">
                <a:solidFill>
                  <a:srgbClr val="252525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배경</a:t>
            </a:r>
            <a:r>
              <a:rPr lang="en-US" altLang="ko-KR" sz="700" b="1">
                <a:solidFill>
                  <a:srgbClr val="252525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·</a:t>
            </a:r>
            <a:r>
              <a:rPr lang="ko-KR" altLang="en-US" sz="700" b="1">
                <a:solidFill>
                  <a:srgbClr val="252525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음성 샘플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662A4416-59D3-9086-0037-40CE5EE22B6B}"/>
              </a:ext>
            </a:extLst>
          </p:cNvPr>
          <p:cNvSpPr txBox="1"/>
          <p:nvPr/>
        </p:nvSpPr>
        <p:spPr>
          <a:xfrm>
            <a:off x="9563100" y="4969933"/>
            <a:ext cx="2374900" cy="302647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t">
            <a:noAutofit/>
          </a:bodyPr>
          <a:lstStyle/>
          <a:p>
            <a:r>
              <a:rPr lang="ko-KR" altLang="en-US" sz="650">
                <a:solidFill>
                  <a:srgbClr val="252525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배경 이미지와 오디오 샘플을 개별 관리한다</a:t>
            </a:r>
            <a:r>
              <a:rPr lang="en-US" altLang="ko-KR" sz="650">
                <a:solidFill>
                  <a:srgbClr val="252525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. </a:t>
            </a:r>
            <a:r>
              <a:rPr lang="ko-KR" altLang="en-US" sz="650">
                <a:solidFill>
                  <a:srgbClr val="252525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자산 해제는 연결만 제거하며 원본 삭제는 수명주기 정책을 따른다</a:t>
            </a:r>
            <a:r>
              <a:rPr lang="en-US" altLang="ko-KR" sz="650">
                <a:solidFill>
                  <a:srgbClr val="252525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.</a:t>
            </a:r>
            <a:endParaRPr lang="ko-KR" altLang="en-US" sz="650">
              <a:solidFill>
                <a:srgbClr val="252525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cxnSp>
        <p:nvCxnSpPr>
          <p:cNvPr id="49" name="직선 연결선 48">
            <a:extLst>
              <a:ext uri="{FF2B5EF4-FFF2-40B4-BE49-F238E27FC236}">
                <a16:creationId xmlns:a16="http://schemas.microsoft.com/office/drawing/2014/main" id="{DCA9FECE-6F8C-5F4F-A6F6-4DD2B0FFFCC9}"/>
              </a:ext>
            </a:extLst>
          </p:cNvPr>
          <p:cNvCxnSpPr/>
          <p:nvPr/>
        </p:nvCxnSpPr>
        <p:spPr>
          <a:xfrm>
            <a:off x="9372600" y="5710767"/>
            <a:ext cx="2540000" cy="0"/>
          </a:xfrm>
          <a:prstGeom prst="line">
            <a:avLst/>
          </a:prstGeom>
          <a:ln w="6350">
            <a:solidFill>
              <a:srgbClr val="E7E7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0" name="타원 49">
            <a:extLst>
              <a:ext uri="{FF2B5EF4-FFF2-40B4-BE49-F238E27FC236}">
                <a16:creationId xmlns:a16="http://schemas.microsoft.com/office/drawing/2014/main" id="{6489F8A4-1554-4E3B-A3CA-617545C85CCB}"/>
              </a:ext>
            </a:extLst>
          </p:cNvPr>
          <p:cNvSpPr/>
          <p:nvPr/>
        </p:nvSpPr>
        <p:spPr>
          <a:xfrm>
            <a:off x="9347200" y="5774267"/>
            <a:ext cx="152400" cy="152400"/>
          </a:xfrm>
          <a:prstGeom prst="ellipse">
            <a:avLst/>
          </a:prstGeom>
          <a:solidFill>
            <a:srgbClr val="FF2F2F"/>
          </a:solidFill>
          <a:ln w="8890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650" b="1">
                <a:solidFill>
                  <a:srgbClr val="FFFFFF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6</a:t>
            </a:r>
            <a:endParaRPr lang="ko-KR" altLang="en-US" sz="650" b="1">
              <a:solidFill>
                <a:srgbClr val="FFFFFF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502DDFF5-0BEA-D79B-B126-3124C97ABF12}"/>
              </a:ext>
            </a:extLst>
          </p:cNvPr>
          <p:cNvSpPr txBox="1"/>
          <p:nvPr/>
        </p:nvSpPr>
        <p:spPr>
          <a:xfrm>
            <a:off x="9563100" y="5748867"/>
            <a:ext cx="2374900" cy="302647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t">
            <a:noAutofit/>
          </a:bodyPr>
          <a:lstStyle/>
          <a:p>
            <a:r>
              <a:rPr lang="ko-KR" altLang="en-US" sz="700" b="1">
                <a:solidFill>
                  <a:srgbClr val="252525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저장 피드백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9BF5DD25-9A34-263F-96FD-B120F6583691}"/>
              </a:ext>
            </a:extLst>
          </p:cNvPr>
          <p:cNvSpPr txBox="1"/>
          <p:nvPr/>
        </p:nvSpPr>
        <p:spPr>
          <a:xfrm>
            <a:off x="9563100" y="5939367"/>
            <a:ext cx="2374900" cy="302647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t">
            <a:noAutofit/>
          </a:bodyPr>
          <a:lstStyle/>
          <a:p>
            <a:r>
              <a:rPr lang="ko-KR" altLang="en-US" sz="650">
                <a:solidFill>
                  <a:srgbClr val="252525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저장하지 않은 변경을 표시하고 이탈 전에 경고한다</a:t>
            </a:r>
            <a:r>
              <a:rPr lang="en-US" altLang="ko-KR" sz="650">
                <a:solidFill>
                  <a:srgbClr val="252525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. </a:t>
            </a:r>
            <a:r>
              <a:rPr lang="ko-KR" altLang="en-US" sz="650">
                <a:solidFill>
                  <a:srgbClr val="252525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실패 시 편집값을 유지해 재시도할 수 있게 한다</a:t>
            </a:r>
            <a:r>
              <a:rPr lang="en-US" altLang="ko-KR" sz="650">
                <a:solidFill>
                  <a:srgbClr val="252525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.</a:t>
            </a:r>
            <a:endParaRPr lang="ko-KR" altLang="en-US" sz="650">
              <a:solidFill>
                <a:srgbClr val="252525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03991211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CF3947E9-AECE-EE50-44F6-1AF394C8AA8B}"/>
              </a:ext>
            </a:extLst>
          </p:cNvPr>
          <p:cNvSpPr/>
          <p:nvPr/>
        </p:nvSpPr>
        <p:spPr>
          <a:xfrm>
            <a:off x="177800" y="50800"/>
            <a:ext cx="609600" cy="304800"/>
          </a:xfrm>
          <a:prstGeom prst="rect">
            <a:avLst/>
          </a:prstGeom>
          <a:solidFill>
            <a:srgbClr val="3C3C3C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44CC72B-D1E6-2E86-4AB4-00D55BD88BA8}"/>
              </a:ext>
            </a:extLst>
          </p:cNvPr>
          <p:cNvSpPr txBox="1"/>
          <p:nvPr/>
        </p:nvSpPr>
        <p:spPr>
          <a:xfrm>
            <a:off x="177800" y="50800"/>
            <a:ext cx="609600" cy="302647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ctr">
            <a:noAutofit/>
          </a:bodyPr>
          <a:lstStyle/>
          <a:p>
            <a:pPr algn="ctr"/>
            <a:r>
              <a:rPr lang="ko-KR" altLang="en-US" sz="600" b="1">
                <a:solidFill>
                  <a:srgbClr val="FFFFFF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화면 </a:t>
            </a:r>
            <a:r>
              <a:rPr lang="en-US" altLang="ko-KR" sz="600" b="1">
                <a:solidFill>
                  <a:srgbClr val="FFFFFF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ID</a:t>
            </a:r>
            <a:endParaRPr lang="ko-KR" altLang="en-US" sz="600" b="1">
              <a:solidFill>
                <a:srgbClr val="FFFFFF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87A8A684-9251-547C-9066-2F1C9CA2EC24}"/>
              </a:ext>
            </a:extLst>
          </p:cNvPr>
          <p:cNvSpPr/>
          <p:nvPr/>
        </p:nvSpPr>
        <p:spPr>
          <a:xfrm>
            <a:off x="787400" y="50800"/>
            <a:ext cx="914400" cy="304800"/>
          </a:xfrm>
          <a:prstGeom prst="rect">
            <a:avLst/>
          </a:prstGeom>
          <a:solidFill>
            <a:srgbClr val="FFFFFF"/>
          </a:solidFill>
          <a:ln w="7620">
            <a:solidFill>
              <a:srgbClr val="D9D9D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01099E4-9754-A757-53E0-512F408699B4}"/>
              </a:ext>
            </a:extLst>
          </p:cNvPr>
          <p:cNvSpPr txBox="1"/>
          <p:nvPr/>
        </p:nvSpPr>
        <p:spPr>
          <a:xfrm>
            <a:off x="812800" y="50800"/>
            <a:ext cx="863600" cy="302647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ctr">
            <a:noAutofit/>
          </a:bodyPr>
          <a:lstStyle/>
          <a:p>
            <a:r>
              <a:rPr lang="en-US" altLang="ko-KR" sz="600">
                <a:solidFill>
                  <a:srgbClr val="252525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SB-07</a:t>
            </a:r>
            <a:endParaRPr lang="ko-KR" altLang="en-US" sz="600">
              <a:solidFill>
                <a:srgbClr val="252525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DBFDB052-AD3F-867E-6E61-9C4A09AD82DC}"/>
              </a:ext>
            </a:extLst>
          </p:cNvPr>
          <p:cNvSpPr/>
          <p:nvPr/>
        </p:nvSpPr>
        <p:spPr>
          <a:xfrm>
            <a:off x="1752600" y="50800"/>
            <a:ext cx="609600" cy="304800"/>
          </a:xfrm>
          <a:prstGeom prst="rect">
            <a:avLst/>
          </a:prstGeom>
          <a:solidFill>
            <a:srgbClr val="3C3C3C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3AB0C85-5A75-EB36-8A93-4BA9591836FA}"/>
              </a:ext>
            </a:extLst>
          </p:cNvPr>
          <p:cNvSpPr txBox="1"/>
          <p:nvPr/>
        </p:nvSpPr>
        <p:spPr>
          <a:xfrm>
            <a:off x="1752600" y="50800"/>
            <a:ext cx="609600" cy="302647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ctr">
            <a:noAutofit/>
          </a:bodyPr>
          <a:lstStyle/>
          <a:p>
            <a:pPr algn="ctr"/>
            <a:r>
              <a:rPr lang="ko-KR" altLang="en-US" sz="600" b="1">
                <a:solidFill>
                  <a:srgbClr val="FFFFFF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화면명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CCE363C0-E1A0-B9E8-FFEA-40149CC3C14D}"/>
              </a:ext>
            </a:extLst>
          </p:cNvPr>
          <p:cNvSpPr/>
          <p:nvPr/>
        </p:nvSpPr>
        <p:spPr>
          <a:xfrm>
            <a:off x="2362200" y="50800"/>
            <a:ext cx="2984500" cy="304800"/>
          </a:xfrm>
          <a:prstGeom prst="rect">
            <a:avLst/>
          </a:prstGeom>
          <a:solidFill>
            <a:srgbClr val="FFFFFF"/>
          </a:solidFill>
          <a:ln w="7620">
            <a:solidFill>
              <a:srgbClr val="D9D9D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2FF1333-030F-5CFB-2215-BB0DDD313A3A}"/>
              </a:ext>
            </a:extLst>
          </p:cNvPr>
          <p:cNvSpPr txBox="1"/>
          <p:nvPr/>
        </p:nvSpPr>
        <p:spPr>
          <a:xfrm>
            <a:off x="2387600" y="50800"/>
            <a:ext cx="2933700" cy="302647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ctr">
            <a:noAutofit/>
          </a:bodyPr>
          <a:lstStyle/>
          <a:p>
            <a:r>
              <a:rPr lang="en-US" altLang="ko-KR" sz="600">
                <a:solidFill>
                  <a:srgbClr val="252525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AI </a:t>
            </a:r>
            <a:r>
              <a:rPr lang="ko-KR" altLang="en-US" sz="600">
                <a:solidFill>
                  <a:srgbClr val="252525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말동무 </a:t>
            </a:r>
            <a:r>
              <a:rPr lang="en-US" altLang="ko-KR" sz="600">
                <a:solidFill>
                  <a:srgbClr val="252525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· </a:t>
            </a:r>
            <a:r>
              <a:rPr lang="ko-KR" altLang="en-US" sz="600">
                <a:solidFill>
                  <a:srgbClr val="252525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차량 사용량</a:t>
            </a: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4C83B3DB-E20D-055B-D9CF-CF1AC3A5AABD}"/>
              </a:ext>
            </a:extLst>
          </p:cNvPr>
          <p:cNvSpPr/>
          <p:nvPr/>
        </p:nvSpPr>
        <p:spPr>
          <a:xfrm>
            <a:off x="5346700" y="50800"/>
            <a:ext cx="609600" cy="304800"/>
          </a:xfrm>
          <a:prstGeom prst="rect">
            <a:avLst/>
          </a:prstGeom>
          <a:solidFill>
            <a:srgbClr val="3C3C3C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7F331D1-B3A1-1711-CF6C-67F160C76FC4}"/>
              </a:ext>
            </a:extLst>
          </p:cNvPr>
          <p:cNvSpPr txBox="1"/>
          <p:nvPr/>
        </p:nvSpPr>
        <p:spPr>
          <a:xfrm>
            <a:off x="5346700" y="50800"/>
            <a:ext cx="609600" cy="302647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ctr">
            <a:noAutofit/>
          </a:bodyPr>
          <a:lstStyle/>
          <a:p>
            <a:pPr algn="ctr"/>
            <a:r>
              <a:rPr lang="ko-KR" altLang="en-US" sz="600" b="1">
                <a:solidFill>
                  <a:srgbClr val="FFFFFF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화면 경로</a:t>
            </a: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B6617C6E-E350-8012-A1DB-C50FB5F5AD92}"/>
              </a:ext>
            </a:extLst>
          </p:cNvPr>
          <p:cNvSpPr/>
          <p:nvPr/>
        </p:nvSpPr>
        <p:spPr>
          <a:xfrm>
            <a:off x="5956300" y="50800"/>
            <a:ext cx="3098800" cy="304800"/>
          </a:xfrm>
          <a:prstGeom prst="rect">
            <a:avLst/>
          </a:prstGeom>
          <a:solidFill>
            <a:srgbClr val="FFFFFF"/>
          </a:solidFill>
          <a:ln w="7620">
            <a:solidFill>
              <a:srgbClr val="D9D9D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1DE14B4C-80D0-46D6-AE2D-76231F34744B}"/>
              </a:ext>
            </a:extLst>
          </p:cNvPr>
          <p:cNvSpPr txBox="1"/>
          <p:nvPr/>
        </p:nvSpPr>
        <p:spPr>
          <a:xfrm>
            <a:off x="5981700" y="50800"/>
            <a:ext cx="3048000" cy="302647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ctr">
            <a:noAutofit/>
          </a:bodyPr>
          <a:lstStyle/>
          <a:p>
            <a:r>
              <a:rPr lang="en-US" altLang="ko-KR" sz="600">
                <a:solidFill>
                  <a:srgbClr val="252525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#ai-companion / usage</a:t>
            </a:r>
            <a:endParaRPr lang="ko-KR" altLang="en-US" sz="600">
              <a:solidFill>
                <a:srgbClr val="252525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C5F6CDA7-F8D0-FFEA-285C-F403FCD7F35E}"/>
              </a:ext>
            </a:extLst>
          </p:cNvPr>
          <p:cNvSpPr/>
          <p:nvPr/>
        </p:nvSpPr>
        <p:spPr>
          <a:xfrm>
            <a:off x="9893300" y="50800"/>
            <a:ext cx="825500" cy="304800"/>
          </a:xfrm>
          <a:prstGeom prst="rect">
            <a:avLst/>
          </a:prstGeom>
          <a:solidFill>
            <a:srgbClr val="3C3C3C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FFA448FE-93CC-0389-ED10-115D80A27236}"/>
              </a:ext>
            </a:extLst>
          </p:cNvPr>
          <p:cNvSpPr txBox="1"/>
          <p:nvPr/>
        </p:nvSpPr>
        <p:spPr>
          <a:xfrm>
            <a:off x="9893300" y="50800"/>
            <a:ext cx="825500" cy="302647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ctr">
            <a:noAutofit/>
          </a:bodyPr>
          <a:lstStyle/>
          <a:p>
            <a:pPr algn="ctr"/>
            <a:r>
              <a:rPr lang="ko-KR" altLang="en-US" sz="600" b="1">
                <a:solidFill>
                  <a:srgbClr val="FFFFFF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작성 기준</a:t>
            </a: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4C9E8182-AC97-A4B0-C833-7B99433577EC}"/>
              </a:ext>
            </a:extLst>
          </p:cNvPr>
          <p:cNvSpPr/>
          <p:nvPr/>
        </p:nvSpPr>
        <p:spPr>
          <a:xfrm>
            <a:off x="10718800" y="50800"/>
            <a:ext cx="1295400" cy="304800"/>
          </a:xfrm>
          <a:prstGeom prst="rect">
            <a:avLst/>
          </a:prstGeom>
          <a:solidFill>
            <a:srgbClr val="FFFFFF"/>
          </a:solidFill>
          <a:ln w="7620">
            <a:solidFill>
              <a:srgbClr val="D9D9D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A0F6F1D0-851D-308E-0940-84D2D4CBC59C}"/>
              </a:ext>
            </a:extLst>
          </p:cNvPr>
          <p:cNvSpPr txBox="1"/>
          <p:nvPr/>
        </p:nvSpPr>
        <p:spPr>
          <a:xfrm>
            <a:off x="10744200" y="50800"/>
            <a:ext cx="1244600" cy="302647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ctr">
            <a:noAutofit/>
          </a:bodyPr>
          <a:lstStyle/>
          <a:p>
            <a:r>
              <a:rPr lang="ko-KR" altLang="en-US" sz="600">
                <a:solidFill>
                  <a:srgbClr val="252525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현행 구현 </a:t>
            </a:r>
            <a:r>
              <a:rPr lang="en-US" altLang="ko-KR" sz="600">
                <a:solidFill>
                  <a:srgbClr val="252525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+ </a:t>
            </a:r>
            <a:r>
              <a:rPr lang="ko-KR" altLang="en-US" sz="600">
                <a:solidFill>
                  <a:srgbClr val="252525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정책 </a:t>
            </a:r>
            <a:r>
              <a:rPr lang="en-US" altLang="ko-KR" sz="600">
                <a:solidFill>
                  <a:srgbClr val="252525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1.0</a:t>
            </a:r>
            <a:endParaRPr lang="ko-KR" altLang="en-US" sz="600">
              <a:solidFill>
                <a:srgbClr val="252525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pic>
        <p:nvPicPr>
          <p:cNvPr id="19" name="그림 18">
            <a:extLst>
              <a:ext uri="{FF2B5EF4-FFF2-40B4-BE49-F238E27FC236}">
                <a16:creationId xmlns:a16="http://schemas.microsoft.com/office/drawing/2014/main" id="{48EC3EDF-D3DE-F549-707F-1707892FEE76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7800" y="482600"/>
            <a:ext cx="8940800" cy="6273800"/>
          </a:xfrm>
          <a:prstGeom prst="rect">
            <a:avLst/>
          </a:prstGeom>
        </p:spPr>
      </p:pic>
      <p:sp>
        <p:nvSpPr>
          <p:cNvPr id="20" name="직사각형 19">
            <a:extLst>
              <a:ext uri="{FF2B5EF4-FFF2-40B4-BE49-F238E27FC236}">
                <a16:creationId xmlns:a16="http://schemas.microsoft.com/office/drawing/2014/main" id="{09BE2841-A5DC-AA70-DAD5-FDD516F14858}"/>
              </a:ext>
            </a:extLst>
          </p:cNvPr>
          <p:cNvSpPr/>
          <p:nvPr/>
        </p:nvSpPr>
        <p:spPr>
          <a:xfrm>
            <a:off x="177800" y="482600"/>
            <a:ext cx="8940800" cy="6273800"/>
          </a:xfrm>
          <a:prstGeom prst="rect">
            <a:avLst/>
          </a:prstGeom>
          <a:solidFill>
            <a:srgbClr val="FFFFFF">
              <a:alpha val="0"/>
            </a:srgbClr>
          </a:solidFill>
          <a:ln w="7620">
            <a:solidFill>
              <a:srgbClr val="D9D9D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1" name="타원 20">
            <a:extLst>
              <a:ext uri="{FF2B5EF4-FFF2-40B4-BE49-F238E27FC236}">
                <a16:creationId xmlns:a16="http://schemas.microsoft.com/office/drawing/2014/main" id="{1703E88D-FABF-B36D-FA53-BB4D270178D1}"/>
              </a:ext>
            </a:extLst>
          </p:cNvPr>
          <p:cNvSpPr/>
          <p:nvPr/>
        </p:nvSpPr>
        <p:spPr>
          <a:xfrm>
            <a:off x="4565650" y="1937746"/>
            <a:ext cx="165100" cy="165100"/>
          </a:xfrm>
          <a:prstGeom prst="ellipse">
            <a:avLst/>
          </a:prstGeom>
          <a:solidFill>
            <a:srgbClr val="FF2F2F"/>
          </a:solidFill>
          <a:ln w="8890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650" b="1">
                <a:solidFill>
                  <a:srgbClr val="FFFFFF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1</a:t>
            </a:r>
            <a:endParaRPr lang="ko-KR" altLang="en-US" sz="650" b="1">
              <a:solidFill>
                <a:srgbClr val="FFFFFF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22" name="타원 21">
            <a:extLst>
              <a:ext uri="{FF2B5EF4-FFF2-40B4-BE49-F238E27FC236}">
                <a16:creationId xmlns:a16="http://schemas.microsoft.com/office/drawing/2014/main" id="{898C02EB-97FD-5CFB-06EE-40055F898F17}"/>
              </a:ext>
            </a:extLst>
          </p:cNvPr>
          <p:cNvSpPr/>
          <p:nvPr/>
        </p:nvSpPr>
        <p:spPr>
          <a:xfrm>
            <a:off x="2827161" y="2614332"/>
            <a:ext cx="165100" cy="165100"/>
          </a:xfrm>
          <a:prstGeom prst="ellipse">
            <a:avLst/>
          </a:prstGeom>
          <a:solidFill>
            <a:srgbClr val="FF2F2F"/>
          </a:solidFill>
          <a:ln w="8890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650" b="1">
                <a:solidFill>
                  <a:srgbClr val="FFFFFF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2</a:t>
            </a:r>
            <a:endParaRPr lang="ko-KR" altLang="en-US" sz="650" b="1">
              <a:solidFill>
                <a:srgbClr val="FFFFFF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23" name="타원 22">
            <a:extLst>
              <a:ext uri="{FF2B5EF4-FFF2-40B4-BE49-F238E27FC236}">
                <a16:creationId xmlns:a16="http://schemas.microsoft.com/office/drawing/2014/main" id="{969355D5-5914-8CE0-D4CE-FEC2345BA715}"/>
              </a:ext>
            </a:extLst>
          </p:cNvPr>
          <p:cNvSpPr/>
          <p:nvPr/>
        </p:nvSpPr>
        <p:spPr>
          <a:xfrm>
            <a:off x="5186539" y="2614332"/>
            <a:ext cx="165100" cy="165100"/>
          </a:xfrm>
          <a:prstGeom prst="ellipse">
            <a:avLst/>
          </a:prstGeom>
          <a:solidFill>
            <a:srgbClr val="FF2F2F"/>
          </a:solidFill>
          <a:ln w="8890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650" b="1">
                <a:solidFill>
                  <a:srgbClr val="FFFFFF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3</a:t>
            </a:r>
            <a:endParaRPr lang="ko-KR" altLang="en-US" sz="650" b="1">
              <a:solidFill>
                <a:srgbClr val="FFFFFF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24" name="타원 23">
            <a:extLst>
              <a:ext uri="{FF2B5EF4-FFF2-40B4-BE49-F238E27FC236}">
                <a16:creationId xmlns:a16="http://schemas.microsoft.com/office/drawing/2014/main" id="{015AEBF1-61D4-FFB1-2646-97B642F902D1}"/>
              </a:ext>
            </a:extLst>
          </p:cNvPr>
          <p:cNvSpPr/>
          <p:nvPr/>
        </p:nvSpPr>
        <p:spPr>
          <a:xfrm>
            <a:off x="3820583" y="3475442"/>
            <a:ext cx="165100" cy="165100"/>
          </a:xfrm>
          <a:prstGeom prst="ellipse">
            <a:avLst/>
          </a:prstGeom>
          <a:solidFill>
            <a:srgbClr val="FF2F2F"/>
          </a:solidFill>
          <a:ln w="8890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650" b="1">
                <a:solidFill>
                  <a:srgbClr val="FFFFFF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4</a:t>
            </a:r>
            <a:endParaRPr lang="ko-KR" altLang="en-US" sz="650" b="1">
              <a:solidFill>
                <a:srgbClr val="FFFFFF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25" name="타원 24">
            <a:extLst>
              <a:ext uri="{FF2B5EF4-FFF2-40B4-BE49-F238E27FC236}">
                <a16:creationId xmlns:a16="http://schemas.microsoft.com/office/drawing/2014/main" id="{38FAE447-D93E-5ADD-2C3E-58D7A8C606C4}"/>
              </a:ext>
            </a:extLst>
          </p:cNvPr>
          <p:cNvSpPr/>
          <p:nvPr/>
        </p:nvSpPr>
        <p:spPr>
          <a:xfrm>
            <a:off x="5062361" y="4920876"/>
            <a:ext cx="165100" cy="165100"/>
          </a:xfrm>
          <a:prstGeom prst="ellipse">
            <a:avLst/>
          </a:prstGeom>
          <a:solidFill>
            <a:srgbClr val="FF2F2F"/>
          </a:solidFill>
          <a:ln w="8890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650" b="1">
                <a:solidFill>
                  <a:srgbClr val="FFFFFF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5</a:t>
            </a:r>
            <a:endParaRPr lang="ko-KR" altLang="en-US" sz="650" b="1">
              <a:solidFill>
                <a:srgbClr val="FFFFFF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26" name="타원 25">
            <a:extLst>
              <a:ext uri="{FF2B5EF4-FFF2-40B4-BE49-F238E27FC236}">
                <a16:creationId xmlns:a16="http://schemas.microsoft.com/office/drawing/2014/main" id="{0570DA77-75C0-3D3F-15E4-A7ACCEFECD89}"/>
              </a:ext>
            </a:extLst>
          </p:cNvPr>
          <p:cNvSpPr/>
          <p:nvPr/>
        </p:nvSpPr>
        <p:spPr>
          <a:xfrm>
            <a:off x="6987117" y="6427819"/>
            <a:ext cx="165100" cy="165100"/>
          </a:xfrm>
          <a:prstGeom prst="ellipse">
            <a:avLst/>
          </a:prstGeom>
          <a:solidFill>
            <a:srgbClr val="FF2F2F"/>
          </a:solidFill>
          <a:ln w="8890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650" b="1">
                <a:solidFill>
                  <a:srgbClr val="FFFFFF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6</a:t>
            </a:r>
            <a:endParaRPr lang="ko-KR" altLang="en-US" sz="650" b="1">
              <a:solidFill>
                <a:srgbClr val="FFFFFF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27" name="직사각형 26">
            <a:extLst>
              <a:ext uri="{FF2B5EF4-FFF2-40B4-BE49-F238E27FC236}">
                <a16:creationId xmlns:a16="http://schemas.microsoft.com/office/drawing/2014/main" id="{CB89D865-752B-05E4-C52A-7B6C49913D49}"/>
              </a:ext>
            </a:extLst>
          </p:cNvPr>
          <p:cNvSpPr/>
          <p:nvPr/>
        </p:nvSpPr>
        <p:spPr>
          <a:xfrm>
            <a:off x="9271000" y="482600"/>
            <a:ext cx="2743200" cy="6273800"/>
          </a:xfrm>
          <a:prstGeom prst="rect">
            <a:avLst/>
          </a:prstGeom>
          <a:solidFill>
            <a:srgbClr val="FFFFFF"/>
          </a:solidFill>
          <a:ln w="7620">
            <a:solidFill>
              <a:srgbClr val="D9D9D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8" name="직사각형 27">
            <a:extLst>
              <a:ext uri="{FF2B5EF4-FFF2-40B4-BE49-F238E27FC236}">
                <a16:creationId xmlns:a16="http://schemas.microsoft.com/office/drawing/2014/main" id="{F69BCDAB-167F-A144-6CCE-CC759FC6BC17}"/>
              </a:ext>
            </a:extLst>
          </p:cNvPr>
          <p:cNvSpPr/>
          <p:nvPr/>
        </p:nvSpPr>
        <p:spPr>
          <a:xfrm>
            <a:off x="9271000" y="482600"/>
            <a:ext cx="2743200" cy="342900"/>
          </a:xfrm>
          <a:prstGeom prst="rect">
            <a:avLst/>
          </a:prstGeom>
          <a:solidFill>
            <a:srgbClr val="3C3C3C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AFC07F4C-7909-7ED4-9C3B-892A8D57704E}"/>
              </a:ext>
            </a:extLst>
          </p:cNvPr>
          <p:cNvSpPr txBox="1"/>
          <p:nvPr/>
        </p:nvSpPr>
        <p:spPr>
          <a:xfrm>
            <a:off x="9271000" y="482600"/>
            <a:ext cx="2743200" cy="302647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ctr">
            <a:noAutofit/>
          </a:bodyPr>
          <a:lstStyle/>
          <a:p>
            <a:pPr algn="ctr"/>
            <a:r>
              <a:rPr lang="en-US" altLang="ko-KR" sz="800" b="1">
                <a:solidFill>
                  <a:srgbClr val="FFFFFF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Description</a:t>
            </a:r>
            <a:endParaRPr lang="ko-KR" altLang="en-US" sz="800" b="1">
              <a:solidFill>
                <a:srgbClr val="FFFFFF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30" name="타원 29">
            <a:extLst>
              <a:ext uri="{FF2B5EF4-FFF2-40B4-BE49-F238E27FC236}">
                <a16:creationId xmlns:a16="http://schemas.microsoft.com/office/drawing/2014/main" id="{45304E53-3ABA-8926-B372-C2E8759189FD}"/>
              </a:ext>
            </a:extLst>
          </p:cNvPr>
          <p:cNvSpPr/>
          <p:nvPr/>
        </p:nvSpPr>
        <p:spPr>
          <a:xfrm>
            <a:off x="9347200" y="927100"/>
            <a:ext cx="152400" cy="152400"/>
          </a:xfrm>
          <a:prstGeom prst="ellipse">
            <a:avLst/>
          </a:prstGeom>
          <a:solidFill>
            <a:srgbClr val="FF2F2F"/>
          </a:solidFill>
          <a:ln w="8890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650" b="1">
                <a:solidFill>
                  <a:srgbClr val="FFFFFF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1</a:t>
            </a:r>
            <a:endParaRPr lang="ko-KR" altLang="en-US" sz="650" b="1">
              <a:solidFill>
                <a:srgbClr val="FFFFFF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F5BB56E8-B90B-B87C-E9CC-7F70116BBB4F}"/>
              </a:ext>
            </a:extLst>
          </p:cNvPr>
          <p:cNvSpPr txBox="1"/>
          <p:nvPr/>
        </p:nvSpPr>
        <p:spPr>
          <a:xfrm>
            <a:off x="9563100" y="901700"/>
            <a:ext cx="2374900" cy="302647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t">
            <a:noAutofit/>
          </a:bodyPr>
          <a:lstStyle/>
          <a:p>
            <a:r>
              <a:rPr lang="ko-KR" altLang="en-US" sz="700" b="1">
                <a:solidFill>
                  <a:srgbClr val="252525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수집 상태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FF16896C-A46F-BB26-F965-07892E073B4E}"/>
              </a:ext>
            </a:extLst>
          </p:cNvPr>
          <p:cNvSpPr txBox="1"/>
          <p:nvPr/>
        </p:nvSpPr>
        <p:spPr>
          <a:xfrm>
            <a:off x="9563100" y="1092200"/>
            <a:ext cx="2374900" cy="302647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t">
            <a:noAutofit/>
          </a:bodyPr>
          <a:lstStyle/>
          <a:p>
            <a:r>
              <a:rPr lang="ko-KR" altLang="en-US" sz="650">
                <a:solidFill>
                  <a:srgbClr val="252525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외부 차량 자동 수집이 미연동이면 정상 대신 미연동으로 표시한다</a:t>
            </a:r>
            <a:r>
              <a:rPr lang="en-US" altLang="ko-KR" sz="650">
                <a:solidFill>
                  <a:srgbClr val="252525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. JSON </a:t>
            </a:r>
            <a:r>
              <a:rPr lang="ko-KR" altLang="en-US" sz="650">
                <a:solidFill>
                  <a:srgbClr val="252525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가져오기와 앱 이벤트는 보조 경로다</a:t>
            </a:r>
            <a:r>
              <a:rPr lang="en-US" altLang="ko-KR" sz="650">
                <a:solidFill>
                  <a:srgbClr val="252525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.</a:t>
            </a:r>
            <a:endParaRPr lang="ko-KR" altLang="en-US" sz="650">
              <a:solidFill>
                <a:srgbClr val="252525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cxnSp>
        <p:nvCxnSpPr>
          <p:cNvPr id="33" name="직선 연결선 32">
            <a:extLst>
              <a:ext uri="{FF2B5EF4-FFF2-40B4-BE49-F238E27FC236}">
                <a16:creationId xmlns:a16="http://schemas.microsoft.com/office/drawing/2014/main" id="{9C007B0A-4D39-D437-17A4-CC283394FF2C}"/>
              </a:ext>
            </a:extLst>
          </p:cNvPr>
          <p:cNvCxnSpPr/>
          <p:nvPr/>
        </p:nvCxnSpPr>
        <p:spPr>
          <a:xfrm>
            <a:off x="9372600" y="1833033"/>
            <a:ext cx="2540000" cy="0"/>
          </a:xfrm>
          <a:prstGeom prst="line">
            <a:avLst/>
          </a:prstGeom>
          <a:ln w="6350">
            <a:solidFill>
              <a:srgbClr val="E7E7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타원 33">
            <a:extLst>
              <a:ext uri="{FF2B5EF4-FFF2-40B4-BE49-F238E27FC236}">
                <a16:creationId xmlns:a16="http://schemas.microsoft.com/office/drawing/2014/main" id="{090AE6F3-DF45-2933-2432-B86BCB40E1F4}"/>
              </a:ext>
            </a:extLst>
          </p:cNvPr>
          <p:cNvSpPr/>
          <p:nvPr/>
        </p:nvSpPr>
        <p:spPr>
          <a:xfrm>
            <a:off x="9347200" y="1896533"/>
            <a:ext cx="152400" cy="152400"/>
          </a:xfrm>
          <a:prstGeom prst="ellipse">
            <a:avLst/>
          </a:prstGeom>
          <a:solidFill>
            <a:srgbClr val="FF2F2F"/>
          </a:solidFill>
          <a:ln w="8890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650" b="1">
                <a:solidFill>
                  <a:srgbClr val="FFFFFF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2</a:t>
            </a:r>
            <a:endParaRPr lang="ko-KR" altLang="en-US" sz="650" b="1">
              <a:solidFill>
                <a:srgbClr val="FFFFFF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D5A8B472-3111-38BB-E7EC-A3293CA8383A}"/>
              </a:ext>
            </a:extLst>
          </p:cNvPr>
          <p:cNvSpPr txBox="1"/>
          <p:nvPr/>
        </p:nvSpPr>
        <p:spPr>
          <a:xfrm>
            <a:off x="9563100" y="1871133"/>
            <a:ext cx="2374900" cy="302647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t">
            <a:noAutofit/>
          </a:bodyPr>
          <a:lstStyle/>
          <a:p>
            <a:r>
              <a:rPr lang="ko-KR" altLang="en-US" sz="700" b="1">
                <a:solidFill>
                  <a:srgbClr val="252525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조회 기간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6CF23BC8-3612-51A1-3E98-55A9847B2EC0}"/>
              </a:ext>
            </a:extLst>
          </p:cNvPr>
          <p:cNvSpPr txBox="1"/>
          <p:nvPr/>
        </p:nvSpPr>
        <p:spPr>
          <a:xfrm>
            <a:off x="9563100" y="2061633"/>
            <a:ext cx="2374900" cy="302647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t">
            <a:noAutofit/>
          </a:bodyPr>
          <a:lstStyle/>
          <a:p>
            <a:r>
              <a:rPr lang="en-US" altLang="ko-KR" sz="650">
                <a:solidFill>
                  <a:srgbClr val="252525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1</a:t>
            </a:r>
            <a:r>
              <a:rPr lang="ko-KR" altLang="en-US" sz="650">
                <a:solidFill>
                  <a:srgbClr val="252525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일</a:t>
            </a:r>
            <a:r>
              <a:rPr lang="en-US" altLang="ko-KR" sz="650">
                <a:solidFill>
                  <a:srgbClr val="252525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·7</a:t>
            </a:r>
            <a:r>
              <a:rPr lang="ko-KR" altLang="en-US" sz="650">
                <a:solidFill>
                  <a:srgbClr val="252525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일</a:t>
            </a:r>
            <a:r>
              <a:rPr lang="en-US" altLang="ko-KR" sz="650">
                <a:solidFill>
                  <a:srgbClr val="252525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·30</a:t>
            </a:r>
            <a:r>
              <a:rPr lang="ko-KR" altLang="en-US" sz="650">
                <a:solidFill>
                  <a:srgbClr val="252525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일</a:t>
            </a:r>
            <a:r>
              <a:rPr lang="en-US" altLang="ko-KR" sz="650">
                <a:solidFill>
                  <a:srgbClr val="252525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·90</a:t>
            </a:r>
            <a:r>
              <a:rPr lang="ko-KR" altLang="en-US" sz="650">
                <a:solidFill>
                  <a:srgbClr val="252525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일 범위를 제공하고 기간 밖 이벤트를 제외한다</a:t>
            </a:r>
            <a:r>
              <a:rPr lang="en-US" altLang="ko-KR" sz="650">
                <a:solidFill>
                  <a:srgbClr val="252525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.</a:t>
            </a:r>
            <a:endParaRPr lang="ko-KR" altLang="en-US" sz="650">
              <a:solidFill>
                <a:srgbClr val="252525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cxnSp>
        <p:nvCxnSpPr>
          <p:cNvPr id="37" name="직선 연결선 36">
            <a:extLst>
              <a:ext uri="{FF2B5EF4-FFF2-40B4-BE49-F238E27FC236}">
                <a16:creationId xmlns:a16="http://schemas.microsoft.com/office/drawing/2014/main" id="{8FA7AD7D-7615-80A7-80F0-4A2C8237959C}"/>
              </a:ext>
            </a:extLst>
          </p:cNvPr>
          <p:cNvCxnSpPr/>
          <p:nvPr/>
        </p:nvCxnSpPr>
        <p:spPr>
          <a:xfrm>
            <a:off x="9372600" y="2802467"/>
            <a:ext cx="2540000" cy="0"/>
          </a:xfrm>
          <a:prstGeom prst="line">
            <a:avLst/>
          </a:prstGeom>
          <a:ln w="6350">
            <a:solidFill>
              <a:srgbClr val="E7E7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타원 37">
            <a:extLst>
              <a:ext uri="{FF2B5EF4-FFF2-40B4-BE49-F238E27FC236}">
                <a16:creationId xmlns:a16="http://schemas.microsoft.com/office/drawing/2014/main" id="{F9DEE25B-2847-5DD3-9A15-06616CB7660E}"/>
              </a:ext>
            </a:extLst>
          </p:cNvPr>
          <p:cNvSpPr/>
          <p:nvPr/>
        </p:nvSpPr>
        <p:spPr>
          <a:xfrm>
            <a:off x="9347200" y="2865967"/>
            <a:ext cx="152400" cy="152400"/>
          </a:xfrm>
          <a:prstGeom prst="ellipse">
            <a:avLst/>
          </a:prstGeom>
          <a:solidFill>
            <a:srgbClr val="FF2F2F"/>
          </a:solidFill>
          <a:ln w="8890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650" b="1">
                <a:solidFill>
                  <a:srgbClr val="FFFFFF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3</a:t>
            </a:r>
            <a:endParaRPr lang="ko-KR" altLang="en-US" sz="650" b="1">
              <a:solidFill>
                <a:srgbClr val="FFFFFF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0C6664FA-65C0-1762-EABF-93DFF8ADA0D7}"/>
              </a:ext>
            </a:extLst>
          </p:cNvPr>
          <p:cNvSpPr txBox="1"/>
          <p:nvPr/>
        </p:nvSpPr>
        <p:spPr>
          <a:xfrm>
            <a:off x="9563100" y="2840567"/>
            <a:ext cx="2374900" cy="302647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t">
            <a:noAutofit/>
          </a:bodyPr>
          <a:lstStyle/>
          <a:p>
            <a:r>
              <a:rPr lang="ko-KR" altLang="en-US" sz="700" b="1">
                <a:solidFill>
                  <a:srgbClr val="252525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차량 필터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9FFC4866-D023-5DEA-D0B4-C7D22E56D9C7}"/>
              </a:ext>
            </a:extLst>
          </p:cNvPr>
          <p:cNvSpPr txBox="1"/>
          <p:nvPr/>
        </p:nvSpPr>
        <p:spPr>
          <a:xfrm>
            <a:off x="9563100" y="3031067"/>
            <a:ext cx="2374900" cy="302647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t">
            <a:noAutofit/>
          </a:bodyPr>
          <a:lstStyle/>
          <a:p>
            <a:r>
              <a:rPr lang="ko-KR" altLang="en-US" sz="650">
                <a:solidFill>
                  <a:srgbClr val="252525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전체 또는 단일 차량을 선택한다</a:t>
            </a:r>
            <a:r>
              <a:rPr lang="en-US" altLang="ko-KR" sz="650">
                <a:solidFill>
                  <a:srgbClr val="252525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. </a:t>
            </a:r>
            <a:r>
              <a:rPr lang="ko-KR" altLang="en-US" sz="650">
                <a:solidFill>
                  <a:srgbClr val="252525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등록 전 차량 </a:t>
            </a:r>
            <a:r>
              <a:rPr lang="en-US" altLang="ko-KR" sz="650">
                <a:solidFill>
                  <a:srgbClr val="252525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ID</a:t>
            </a:r>
            <a:r>
              <a:rPr lang="ko-KR" altLang="en-US" sz="650">
                <a:solidFill>
                  <a:srgbClr val="252525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도 이벤트에 있으면 목록에 포함한다</a:t>
            </a:r>
            <a:r>
              <a:rPr lang="en-US" altLang="ko-KR" sz="650">
                <a:solidFill>
                  <a:srgbClr val="252525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.</a:t>
            </a:r>
            <a:endParaRPr lang="ko-KR" altLang="en-US" sz="650">
              <a:solidFill>
                <a:srgbClr val="252525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cxnSp>
        <p:nvCxnSpPr>
          <p:cNvPr id="41" name="직선 연결선 40">
            <a:extLst>
              <a:ext uri="{FF2B5EF4-FFF2-40B4-BE49-F238E27FC236}">
                <a16:creationId xmlns:a16="http://schemas.microsoft.com/office/drawing/2014/main" id="{F581B1F2-FEF6-6D35-995C-2C829478EA5B}"/>
              </a:ext>
            </a:extLst>
          </p:cNvPr>
          <p:cNvCxnSpPr/>
          <p:nvPr/>
        </p:nvCxnSpPr>
        <p:spPr>
          <a:xfrm>
            <a:off x="9372600" y="3771900"/>
            <a:ext cx="2540000" cy="0"/>
          </a:xfrm>
          <a:prstGeom prst="line">
            <a:avLst/>
          </a:prstGeom>
          <a:ln w="6350">
            <a:solidFill>
              <a:srgbClr val="E7E7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타원 41">
            <a:extLst>
              <a:ext uri="{FF2B5EF4-FFF2-40B4-BE49-F238E27FC236}">
                <a16:creationId xmlns:a16="http://schemas.microsoft.com/office/drawing/2014/main" id="{F53EF5F8-1168-AF1C-EC92-57B88D72466D}"/>
              </a:ext>
            </a:extLst>
          </p:cNvPr>
          <p:cNvSpPr/>
          <p:nvPr/>
        </p:nvSpPr>
        <p:spPr>
          <a:xfrm>
            <a:off x="9347200" y="3835400"/>
            <a:ext cx="152400" cy="152400"/>
          </a:xfrm>
          <a:prstGeom prst="ellipse">
            <a:avLst/>
          </a:prstGeom>
          <a:solidFill>
            <a:srgbClr val="FF2F2F"/>
          </a:solidFill>
          <a:ln w="8890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650" b="1">
                <a:solidFill>
                  <a:srgbClr val="FFFFFF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4</a:t>
            </a:r>
            <a:endParaRPr lang="ko-KR" altLang="en-US" sz="650" b="1">
              <a:solidFill>
                <a:srgbClr val="FFFFFF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ABD56584-51E5-40F8-33CD-BE98BB6A3D8E}"/>
              </a:ext>
            </a:extLst>
          </p:cNvPr>
          <p:cNvSpPr txBox="1"/>
          <p:nvPr/>
        </p:nvSpPr>
        <p:spPr>
          <a:xfrm>
            <a:off x="9563100" y="3810000"/>
            <a:ext cx="2374900" cy="302647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t">
            <a:noAutofit/>
          </a:bodyPr>
          <a:lstStyle/>
          <a:p>
            <a:r>
              <a:rPr lang="ko-KR" altLang="en-US" sz="700" b="1">
                <a:solidFill>
                  <a:srgbClr val="252525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사용량 </a:t>
            </a:r>
            <a:r>
              <a:rPr lang="en-US" altLang="ko-KR" sz="700" b="1">
                <a:solidFill>
                  <a:srgbClr val="252525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KPI</a:t>
            </a:r>
            <a:endParaRPr lang="ko-KR" altLang="en-US" sz="700" b="1">
              <a:solidFill>
                <a:srgbClr val="252525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3C5E295F-D3F4-D5A3-F0B4-5F372A278D08}"/>
              </a:ext>
            </a:extLst>
          </p:cNvPr>
          <p:cNvSpPr txBox="1"/>
          <p:nvPr/>
        </p:nvSpPr>
        <p:spPr>
          <a:xfrm>
            <a:off x="9563100" y="4000500"/>
            <a:ext cx="2374900" cy="302647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t">
            <a:noAutofit/>
          </a:bodyPr>
          <a:lstStyle/>
          <a:p>
            <a:r>
              <a:rPr lang="ko-KR" altLang="en-US" sz="650">
                <a:solidFill>
                  <a:srgbClr val="252525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대화 건수</a:t>
            </a:r>
            <a:r>
              <a:rPr lang="en-US" altLang="ko-KR" sz="650">
                <a:solidFill>
                  <a:srgbClr val="252525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·</a:t>
            </a:r>
            <a:r>
              <a:rPr lang="ko-KR" altLang="en-US" sz="650">
                <a:solidFill>
                  <a:srgbClr val="252525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대화 시간</a:t>
            </a:r>
            <a:r>
              <a:rPr lang="en-US" altLang="ko-KR" sz="650">
                <a:solidFill>
                  <a:srgbClr val="252525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·</a:t>
            </a:r>
            <a:r>
              <a:rPr lang="ko-KR" altLang="en-US" sz="650">
                <a:solidFill>
                  <a:srgbClr val="252525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입력 토큰</a:t>
            </a:r>
            <a:r>
              <a:rPr lang="en-US" altLang="ko-KR" sz="650">
                <a:solidFill>
                  <a:srgbClr val="252525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·</a:t>
            </a:r>
            <a:r>
              <a:rPr lang="ko-KR" altLang="en-US" sz="650">
                <a:solidFill>
                  <a:srgbClr val="252525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출력 토큰을 합산한다</a:t>
            </a:r>
            <a:r>
              <a:rPr lang="en-US" altLang="ko-KR" sz="650">
                <a:solidFill>
                  <a:srgbClr val="252525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. </a:t>
            </a:r>
            <a:r>
              <a:rPr lang="ko-KR" altLang="en-US" sz="650">
                <a:solidFill>
                  <a:srgbClr val="252525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조회 실패는 대시와 실패 문구로 표시한다</a:t>
            </a:r>
            <a:r>
              <a:rPr lang="en-US" altLang="ko-KR" sz="650">
                <a:solidFill>
                  <a:srgbClr val="252525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.</a:t>
            </a:r>
            <a:endParaRPr lang="ko-KR" altLang="en-US" sz="650">
              <a:solidFill>
                <a:srgbClr val="252525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cxnSp>
        <p:nvCxnSpPr>
          <p:cNvPr id="45" name="직선 연결선 44">
            <a:extLst>
              <a:ext uri="{FF2B5EF4-FFF2-40B4-BE49-F238E27FC236}">
                <a16:creationId xmlns:a16="http://schemas.microsoft.com/office/drawing/2014/main" id="{5CF23348-F2FB-D2E6-5FD3-CCFA1893AB83}"/>
              </a:ext>
            </a:extLst>
          </p:cNvPr>
          <p:cNvCxnSpPr/>
          <p:nvPr/>
        </p:nvCxnSpPr>
        <p:spPr>
          <a:xfrm>
            <a:off x="9372600" y="4741333"/>
            <a:ext cx="2540000" cy="0"/>
          </a:xfrm>
          <a:prstGeom prst="line">
            <a:avLst/>
          </a:prstGeom>
          <a:ln w="6350">
            <a:solidFill>
              <a:srgbClr val="E7E7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6" name="타원 45">
            <a:extLst>
              <a:ext uri="{FF2B5EF4-FFF2-40B4-BE49-F238E27FC236}">
                <a16:creationId xmlns:a16="http://schemas.microsoft.com/office/drawing/2014/main" id="{37A15767-188B-FBFC-3F56-2601B9813550}"/>
              </a:ext>
            </a:extLst>
          </p:cNvPr>
          <p:cNvSpPr/>
          <p:nvPr/>
        </p:nvSpPr>
        <p:spPr>
          <a:xfrm>
            <a:off x="9347200" y="4804833"/>
            <a:ext cx="152400" cy="152400"/>
          </a:xfrm>
          <a:prstGeom prst="ellipse">
            <a:avLst/>
          </a:prstGeom>
          <a:solidFill>
            <a:srgbClr val="FF2F2F"/>
          </a:solidFill>
          <a:ln w="8890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650" b="1">
                <a:solidFill>
                  <a:srgbClr val="FFFFFF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5</a:t>
            </a:r>
            <a:endParaRPr lang="ko-KR" altLang="en-US" sz="650" b="1">
              <a:solidFill>
                <a:srgbClr val="FFFFFF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33131A14-A71B-62E2-9E6E-337E0D44B268}"/>
              </a:ext>
            </a:extLst>
          </p:cNvPr>
          <p:cNvSpPr txBox="1"/>
          <p:nvPr/>
        </p:nvSpPr>
        <p:spPr>
          <a:xfrm>
            <a:off x="9563100" y="4779433"/>
            <a:ext cx="2374900" cy="302647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t">
            <a:noAutofit/>
          </a:bodyPr>
          <a:lstStyle/>
          <a:p>
            <a:r>
              <a:rPr lang="ko-KR" altLang="en-US" sz="700" b="1">
                <a:solidFill>
                  <a:srgbClr val="252525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구성요소 상태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66FF2BE3-3262-AC1E-5F46-70432A3066D7}"/>
              </a:ext>
            </a:extLst>
          </p:cNvPr>
          <p:cNvSpPr txBox="1"/>
          <p:nvPr/>
        </p:nvSpPr>
        <p:spPr>
          <a:xfrm>
            <a:off x="9563100" y="4969933"/>
            <a:ext cx="2374900" cy="302647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t">
            <a:noAutofit/>
          </a:bodyPr>
          <a:lstStyle/>
          <a:p>
            <a:r>
              <a:rPr lang="en-US" altLang="ko-KR" sz="650">
                <a:solidFill>
                  <a:srgbClr val="252525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STT·LLM·TTS·device </a:t>
            </a:r>
            <a:r>
              <a:rPr lang="ko-KR" altLang="en-US" sz="650">
                <a:solidFill>
                  <a:srgbClr val="252525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상태와 최근 보고 시각을 표시한다</a:t>
            </a:r>
            <a:r>
              <a:rPr lang="en-US" altLang="ko-KR" sz="650">
                <a:solidFill>
                  <a:srgbClr val="252525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. 5</a:t>
            </a:r>
            <a:r>
              <a:rPr lang="ko-KR" altLang="en-US" sz="650">
                <a:solidFill>
                  <a:srgbClr val="252525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분 초과 또는 누락은 확인 필요다</a:t>
            </a:r>
            <a:r>
              <a:rPr lang="en-US" altLang="ko-KR" sz="650">
                <a:solidFill>
                  <a:srgbClr val="252525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.</a:t>
            </a:r>
            <a:endParaRPr lang="ko-KR" altLang="en-US" sz="650">
              <a:solidFill>
                <a:srgbClr val="252525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cxnSp>
        <p:nvCxnSpPr>
          <p:cNvPr id="49" name="직선 연결선 48">
            <a:extLst>
              <a:ext uri="{FF2B5EF4-FFF2-40B4-BE49-F238E27FC236}">
                <a16:creationId xmlns:a16="http://schemas.microsoft.com/office/drawing/2014/main" id="{F2239F1A-99DA-FAFB-04C3-A7C60564260F}"/>
              </a:ext>
            </a:extLst>
          </p:cNvPr>
          <p:cNvCxnSpPr/>
          <p:nvPr/>
        </p:nvCxnSpPr>
        <p:spPr>
          <a:xfrm>
            <a:off x="9372600" y="5710767"/>
            <a:ext cx="2540000" cy="0"/>
          </a:xfrm>
          <a:prstGeom prst="line">
            <a:avLst/>
          </a:prstGeom>
          <a:ln w="6350">
            <a:solidFill>
              <a:srgbClr val="E7E7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0" name="타원 49">
            <a:extLst>
              <a:ext uri="{FF2B5EF4-FFF2-40B4-BE49-F238E27FC236}">
                <a16:creationId xmlns:a16="http://schemas.microsoft.com/office/drawing/2014/main" id="{342E7367-7425-D9B4-249D-0FDBA9A4AE55}"/>
              </a:ext>
            </a:extLst>
          </p:cNvPr>
          <p:cNvSpPr/>
          <p:nvPr/>
        </p:nvSpPr>
        <p:spPr>
          <a:xfrm>
            <a:off x="9347200" y="5774267"/>
            <a:ext cx="152400" cy="152400"/>
          </a:xfrm>
          <a:prstGeom prst="ellipse">
            <a:avLst/>
          </a:prstGeom>
          <a:solidFill>
            <a:srgbClr val="FF2F2F"/>
          </a:solidFill>
          <a:ln w="8890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650" b="1">
                <a:solidFill>
                  <a:srgbClr val="FFFFFF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6</a:t>
            </a:r>
            <a:endParaRPr lang="ko-KR" altLang="en-US" sz="650" b="1">
              <a:solidFill>
                <a:srgbClr val="FFFFFF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B4CEF960-8D81-B40F-CE74-7ABD767073C9}"/>
              </a:ext>
            </a:extLst>
          </p:cNvPr>
          <p:cNvSpPr txBox="1"/>
          <p:nvPr/>
        </p:nvSpPr>
        <p:spPr>
          <a:xfrm>
            <a:off x="9563100" y="5748867"/>
            <a:ext cx="2374900" cy="302647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t">
            <a:noAutofit/>
          </a:bodyPr>
          <a:lstStyle/>
          <a:p>
            <a:r>
              <a:rPr lang="ko-KR" altLang="en-US" sz="700" b="1">
                <a:solidFill>
                  <a:srgbClr val="252525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이벤트 예외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C4ECE209-8393-1CCA-9E93-1710F84F37A2}"/>
              </a:ext>
            </a:extLst>
          </p:cNvPr>
          <p:cNvSpPr txBox="1"/>
          <p:nvPr/>
        </p:nvSpPr>
        <p:spPr>
          <a:xfrm>
            <a:off x="9563100" y="5939367"/>
            <a:ext cx="2374900" cy="302647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t">
            <a:noAutofit/>
          </a:bodyPr>
          <a:lstStyle/>
          <a:p>
            <a:r>
              <a:rPr lang="en-US" altLang="ko-KR" sz="650">
                <a:solidFill>
                  <a:srgbClr val="252525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event ID </a:t>
            </a:r>
            <a:r>
              <a:rPr lang="ko-KR" altLang="en-US" sz="650">
                <a:solidFill>
                  <a:srgbClr val="252525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중복을 재집계하지 않는다</a:t>
            </a:r>
            <a:r>
              <a:rPr lang="en-US" altLang="ko-KR" sz="650">
                <a:solidFill>
                  <a:srgbClr val="252525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. </a:t>
            </a:r>
            <a:r>
              <a:rPr lang="ko-KR" altLang="en-US" sz="650">
                <a:solidFill>
                  <a:srgbClr val="252525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개인정보 보호를 위해 사용량 이벤트에 대화 원문이나 인증 정보를 넣지 않는다</a:t>
            </a:r>
            <a:r>
              <a:rPr lang="en-US" altLang="ko-KR" sz="650">
                <a:solidFill>
                  <a:srgbClr val="252525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.</a:t>
            </a:r>
            <a:endParaRPr lang="ko-KR" altLang="en-US" sz="650">
              <a:solidFill>
                <a:srgbClr val="252525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54860734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4E069743-9247-6451-DBE4-FFE8DC18E8A3}"/>
              </a:ext>
            </a:extLst>
          </p:cNvPr>
          <p:cNvSpPr/>
          <p:nvPr/>
        </p:nvSpPr>
        <p:spPr>
          <a:xfrm>
            <a:off x="177800" y="50800"/>
            <a:ext cx="609600" cy="304800"/>
          </a:xfrm>
          <a:prstGeom prst="rect">
            <a:avLst/>
          </a:prstGeom>
          <a:solidFill>
            <a:srgbClr val="3C3C3C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999A54A-3BDA-502B-3EBE-0F4381D2CD8E}"/>
              </a:ext>
            </a:extLst>
          </p:cNvPr>
          <p:cNvSpPr txBox="1"/>
          <p:nvPr/>
        </p:nvSpPr>
        <p:spPr>
          <a:xfrm>
            <a:off x="177800" y="50800"/>
            <a:ext cx="609600" cy="302647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ctr">
            <a:noAutofit/>
          </a:bodyPr>
          <a:lstStyle/>
          <a:p>
            <a:pPr algn="ctr"/>
            <a:r>
              <a:rPr lang="ko-KR" altLang="en-US" sz="600" b="1">
                <a:solidFill>
                  <a:srgbClr val="FFFFFF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화면 </a:t>
            </a:r>
            <a:r>
              <a:rPr lang="en-US" altLang="ko-KR" sz="600" b="1">
                <a:solidFill>
                  <a:srgbClr val="FFFFFF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ID</a:t>
            </a:r>
            <a:endParaRPr lang="ko-KR" altLang="en-US" sz="600" b="1">
              <a:solidFill>
                <a:srgbClr val="FFFFFF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82B497D9-0E08-3E41-DD68-F159A3685D3A}"/>
              </a:ext>
            </a:extLst>
          </p:cNvPr>
          <p:cNvSpPr/>
          <p:nvPr/>
        </p:nvSpPr>
        <p:spPr>
          <a:xfrm>
            <a:off x="787400" y="50800"/>
            <a:ext cx="914400" cy="304800"/>
          </a:xfrm>
          <a:prstGeom prst="rect">
            <a:avLst/>
          </a:prstGeom>
          <a:solidFill>
            <a:srgbClr val="FFFFFF"/>
          </a:solidFill>
          <a:ln w="7620">
            <a:solidFill>
              <a:srgbClr val="D9D9D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0882F0F-DF6E-CD1A-FADC-4E95F318E121}"/>
              </a:ext>
            </a:extLst>
          </p:cNvPr>
          <p:cNvSpPr txBox="1"/>
          <p:nvPr/>
        </p:nvSpPr>
        <p:spPr>
          <a:xfrm>
            <a:off x="812800" y="50800"/>
            <a:ext cx="863600" cy="302647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ctr">
            <a:noAutofit/>
          </a:bodyPr>
          <a:lstStyle/>
          <a:p>
            <a:r>
              <a:rPr lang="en-US" altLang="ko-KR" sz="600">
                <a:solidFill>
                  <a:srgbClr val="252525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SB-08</a:t>
            </a:r>
            <a:endParaRPr lang="ko-KR" altLang="en-US" sz="600">
              <a:solidFill>
                <a:srgbClr val="252525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E4637A02-4008-1F0F-B64D-4196BF7108DD}"/>
              </a:ext>
            </a:extLst>
          </p:cNvPr>
          <p:cNvSpPr/>
          <p:nvPr/>
        </p:nvSpPr>
        <p:spPr>
          <a:xfrm>
            <a:off x="1752600" y="50800"/>
            <a:ext cx="609600" cy="304800"/>
          </a:xfrm>
          <a:prstGeom prst="rect">
            <a:avLst/>
          </a:prstGeom>
          <a:solidFill>
            <a:srgbClr val="3C3C3C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D417BF0-8CC2-16A5-20F3-AD005CE0A7E9}"/>
              </a:ext>
            </a:extLst>
          </p:cNvPr>
          <p:cNvSpPr txBox="1"/>
          <p:nvPr/>
        </p:nvSpPr>
        <p:spPr>
          <a:xfrm>
            <a:off x="1752600" y="50800"/>
            <a:ext cx="609600" cy="302647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ctr">
            <a:noAutofit/>
          </a:bodyPr>
          <a:lstStyle/>
          <a:p>
            <a:pPr algn="ctr"/>
            <a:r>
              <a:rPr lang="ko-KR" altLang="en-US" sz="600" b="1">
                <a:solidFill>
                  <a:srgbClr val="FFFFFF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화면명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F862E0EE-1931-D712-87B3-A3E43E5D0528}"/>
              </a:ext>
            </a:extLst>
          </p:cNvPr>
          <p:cNvSpPr/>
          <p:nvPr/>
        </p:nvSpPr>
        <p:spPr>
          <a:xfrm>
            <a:off x="2362200" y="50800"/>
            <a:ext cx="2984500" cy="304800"/>
          </a:xfrm>
          <a:prstGeom prst="rect">
            <a:avLst/>
          </a:prstGeom>
          <a:solidFill>
            <a:srgbClr val="FFFFFF"/>
          </a:solidFill>
          <a:ln w="7620">
            <a:solidFill>
              <a:srgbClr val="D9D9D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13BD81F-5327-63A2-5AAE-2C5641638DB8}"/>
              </a:ext>
            </a:extLst>
          </p:cNvPr>
          <p:cNvSpPr txBox="1"/>
          <p:nvPr/>
        </p:nvSpPr>
        <p:spPr>
          <a:xfrm>
            <a:off x="2387600" y="50800"/>
            <a:ext cx="2933700" cy="302647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ctr">
            <a:noAutofit/>
          </a:bodyPr>
          <a:lstStyle/>
          <a:p>
            <a:r>
              <a:rPr lang="ko-KR" altLang="en-US" sz="600">
                <a:solidFill>
                  <a:srgbClr val="252525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공간 테마 </a:t>
            </a:r>
            <a:r>
              <a:rPr lang="en-US" altLang="ko-KR" sz="600">
                <a:solidFill>
                  <a:srgbClr val="252525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· OTT</a:t>
            </a:r>
            <a:endParaRPr lang="ko-KR" altLang="en-US" sz="600">
              <a:solidFill>
                <a:srgbClr val="252525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BE4144FB-C5ED-DC2C-3A7D-A4BBD4DB635C}"/>
              </a:ext>
            </a:extLst>
          </p:cNvPr>
          <p:cNvSpPr/>
          <p:nvPr/>
        </p:nvSpPr>
        <p:spPr>
          <a:xfrm>
            <a:off x="5346700" y="50800"/>
            <a:ext cx="609600" cy="304800"/>
          </a:xfrm>
          <a:prstGeom prst="rect">
            <a:avLst/>
          </a:prstGeom>
          <a:solidFill>
            <a:srgbClr val="3C3C3C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F563D6E-3988-D7C6-6A45-9E07AB905BEC}"/>
              </a:ext>
            </a:extLst>
          </p:cNvPr>
          <p:cNvSpPr txBox="1"/>
          <p:nvPr/>
        </p:nvSpPr>
        <p:spPr>
          <a:xfrm>
            <a:off x="5346700" y="50800"/>
            <a:ext cx="609600" cy="302647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ctr">
            <a:noAutofit/>
          </a:bodyPr>
          <a:lstStyle/>
          <a:p>
            <a:pPr algn="ctr"/>
            <a:r>
              <a:rPr lang="ko-KR" altLang="en-US" sz="600" b="1">
                <a:solidFill>
                  <a:srgbClr val="FFFFFF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화면 경로</a:t>
            </a: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B4CB00B8-3ECB-A919-2B61-541552953011}"/>
              </a:ext>
            </a:extLst>
          </p:cNvPr>
          <p:cNvSpPr/>
          <p:nvPr/>
        </p:nvSpPr>
        <p:spPr>
          <a:xfrm>
            <a:off x="5956300" y="50800"/>
            <a:ext cx="3098800" cy="304800"/>
          </a:xfrm>
          <a:prstGeom prst="rect">
            <a:avLst/>
          </a:prstGeom>
          <a:solidFill>
            <a:srgbClr val="FFFFFF"/>
          </a:solidFill>
          <a:ln w="7620">
            <a:solidFill>
              <a:srgbClr val="D9D9D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0969ED5-518D-9993-4451-B1FD64323682}"/>
              </a:ext>
            </a:extLst>
          </p:cNvPr>
          <p:cNvSpPr txBox="1"/>
          <p:nvPr/>
        </p:nvSpPr>
        <p:spPr>
          <a:xfrm>
            <a:off x="5981700" y="50800"/>
            <a:ext cx="3048000" cy="302647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ctr">
            <a:noAutofit/>
          </a:bodyPr>
          <a:lstStyle/>
          <a:p>
            <a:r>
              <a:rPr lang="en-US" altLang="ko-KR" sz="600">
                <a:solidFill>
                  <a:srgbClr val="252525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#themes / OTT</a:t>
            </a:r>
            <a:endParaRPr lang="ko-KR" altLang="en-US" sz="600">
              <a:solidFill>
                <a:srgbClr val="252525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F00684E4-5F56-525D-B6F8-3B2E1F33250C}"/>
              </a:ext>
            </a:extLst>
          </p:cNvPr>
          <p:cNvSpPr/>
          <p:nvPr/>
        </p:nvSpPr>
        <p:spPr>
          <a:xfrm>
            <a:off x="9893300" y="50800"/>
            <a:ext cx="825500" cy="304800"/>
          </a:xfrm>
          <a:prstGeom prst="rect">
            <a:avLst/>
          </a:prstGeom>
          <a:solidFill>
            <a:srgbClr val="3C3C3C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E27C9EA6-BA30-03EC-86B4-1CEFCC7197D1}"/>
              </a:ext>
            </a:extLst>
          </p:cNvPr>
          <p:cNvSpPr txBox="1"/>
          <p:nvPr/>
        </p:nvSpPr>
        <p:spPr>
          <a:xfrm>
            <a:off x="9893300" y="50800"/>
            <a:ext cx="825500" cy="302647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ctr">
            <a:noAutofit/>
          </a:bodyPr>
          <a:lstStyle/>
          <a:p>
            <a:pPr algn="ctr"/>
            <a:r>
              <a:rPr lang="ko-KR" altLang="en-US" sz="600" b="1">
                <a:solidFill>
                  <a:srgbClr val="FFFFFF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작성 기준</a:t>
            </a: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59EEAD7E-21FB-4467-E0E5-EA5F62F2FEC4}"/>
              </a:ext>
            </a:extLst>
          </p:cNvPr>
          <p:cNvSpPr/>
          <p:nvPr/>
        </p:nvSpPr>
        <p:spPr>
          <a:xfrm>
            <a:off x="10718800" y="50800"/>
            <a:ext cx="1295400" cy="304800"/>
          </a:xfrm>
          <a:prstGeom prst="rect">
            <a:avLst/>
          </a:prstGeom>
          <a:solidFill>
            <a:srgbClr val="FFFFFF"/>
          </a:solidFill>
          <a:ln w="7620">
            <a:solidFill>
              <a:srgbClr val="D9D9D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A08B8AFB-1747-747D-196C-455FC3829BF3}"/>
              </a:ext>
            </a:extLst>
          </p:cNvPr>
          <p:cNvSpPr txBox="1"/>
          <p:nvPr/>
        </p:nvSpPr>
        <p:spPr>
          <a:xfrm>
            <a:off x="10744200" y="50800"/>
            <a:ext cx="1244600" cy="302647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ctr">
            <a:noAutofit/>
          </a:bodyPr>
          <a:lstStyle/>
          <a:p>
            <a:r>
              <a:rPr lang="ko-KR" altLang="en-US" sz="600">
                <a:solidFill>
                  <a:srgbClr val="252525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현행 구현 </a:t>
            </a:r>
            <a:r>
              <a:rPr lang="en-US" altLang="ko-KR" sz="600">
                <a:solidFill>
                  <a:srgbClr val="252525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+ </a:t>
            </a:r>
            <a:r>
              <a:rPr lang="ko-KR" altLang="en-US" sz="600">
                <a:solidFill>
                  <a:srgbClr val="252525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정책 </a:t>
            </a:r>
            <a:r>
              <a:rPr lang="en-US" altLang="ko-KR" sz="600">
                <a:solidFill>
                  <a:srgbClr val="252525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1.0</a:t>
            </a:r>
            <a:endParaRPr lang="ko-KR" altLang="en-US" sz="600">
              <a:solidFill>
                <a:srgbClr val="252525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pic>
        <p:nvPicPr>
          <p:cNvPr id="19" name="그림 18">
            <a:extLst>
              <a:ext uri="{FF2B5EF4-FFF2-40B4-BE49-F238E27FC236}">
                <a16:creationId xmlns:a16="http://schemas.microsoft.com/office/drawing/2014/main" id="{652C8093-B60D-15CD-329F-3A5B4B410C3D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7800" y="482600"/>
            <a:ext cx="8940800" cy="6273800"/>
          </a:xfrm>
          <a:prstGeom prst="rect">
            <a:avLst/>
          </a:prstGeom>
        </p:spPr>
      </p:pic>
      <p:sp>
        <p:nvSpPr>
          <p:cNvPr id="20" name="직사각형 19">
            <a:extLst>
              <a:ext uri="{FF2B5EF4-FFF2-40B4-BE49-F238E27FC236}">
                <a16:creationId xmlns:a16="http://schemas.microsoft.com/office/drawing/2014/main" id="{3F17436C-EF0B-8098-7DD2-980AFF0B84CF}"/>
              </a:ext>
            </a:extLst>
          </p:cNvPr>
          <p:cNvSpPr/>
          <p:nvPr/>
        </p:nvSpPr>
        <p:spPr>
          <a:xfrm>
            <a:off x="177800" y="482600"/>
            <a:ext cx="8940800" cy="6273800"/>
          </a:xfrm>
          <a:prstGeom prst="rect">
            <a:avLst/>
          </a:prstGeom>
          <a:solidFill>
            <a:srgbClr val="FFFFFF">
              <a:alpha val="0"/>
            </a:srgbClr>
          </a:solidFill>
          <a:ln w="7620">
            <a:solidFill>
              <a:srgbClr val="D9D9D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1" name="타원 20">
            <a:extLst>
              <a:ext uri="{FF2B5EF4-FFF2-40B4-BE49-F238E27FC236}">
                <a16:creationId xmlns:a16="http://schemas.microsoft.com/office/drawing/2014/main" id="{8B365F86-1E91-6F49-5A3A-94714574D6C8}"/>
              </a:ext>
            </a:extLst>
          </p:cNvPr>
          <p:cNvSpPr/>
          <p:nvPr/>
        </p:nvSpPr>
        <p:spPr>
          <a:xfrm>
            <a:off x="3075517" y="1568699"/>
            <a:ext cx="165100" cy="165100"/>
          </a:xfrm>
          <a:prstGeom prst="ellipse">
            <a:avLst/>
          </a:prstGeom>
          <a:solidFill>
            <a:srgbClr val="FF2F2F"/>
          </a:solidFill>
          <a:ln w="8890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650" b="1">
                <a:solidFill>
                  <a:srgbClr val="FFFFFF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1</a:t>
            </a:r>
            <a:endParaRPr lang="ko-KR" altLang="en-US" sz="650" b="1">
              <a:solidFill>
                <a:srgbClr val="FFFFFF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22" name="타원 21">
            <a:extLst>
              <a:ext uri="{FF2B5EF4-FFF2-40B4-BE49-F238E27FC236}">
                <a16:creationId xmlns:a16="http://schemas.microsoft.com/office/drawing/2014/main" id="{64FF0A78-62C8-AF8F-F793-673C5BAC66D5}"/>
              </a:ext>
            </a:extLst>
          </p:cNvPr>
          <p:cNvSpPr/>
          <p:nvPr/>
        </p:nvSpPr>
        <p:spPr>
          <a:xfrm>
            <a:off x="4441472" y="2060762"/>
            <a:ext cx="165100" cy="165100"/>
          </a:xfrm>
          <a:prstGeom prst="ellipse">
            <a:avLst/>
          </a:prstGeom>
          <a:solidFill>
            <a:srgbClr val="FF2F2F"/>
          </a:solidFill>
          <a:ln w="8890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650" b="1">
                <a:solidFill>
                  <a:srgbClr val="FFFFFF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2</a:t>
            </a:r>
            <a:endParaRPr lang="ko-KR" altLang="en-US" sz="650" b="1">
              <a:solidFill>
                <a:srgbClr val="FFFFFF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23" name="타원 22">
            <a:extLst>
              <a:ext uri="{FF2B5EF4-FFF2-40B4-BE49-F238E27FC236}">
                <a16:creationId xmlns:a16="http://schemas.microsoft.com/office/drawing/2014/main" id="{77287C55-74BA-8F2F-1B5B-9DFA615F756B}"/>
              </a:ext>
            </a:extLst>
          </p:cNvPr>
          <p:cNvSpPr/>
          <p:nvPr/>
        </p:nvSpPr>
        <p:spPr>
          <a:xfrm>
            <a:off x="3013428" y="2368301"/>
            <a:ext cx="165100" cy="165100"/>
          </a:xfrm>
          <a:prstGeom prst="ellipse">
            <a:avLst/>
          </a:prstGeom>
          <a:solidFill>
            <a:srgbClr val="FF2F2F"/>
          </a:solidFill>
          <a:ln w="8890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650" b="1">
                <a:solidFill>
                  <a:srgbClr val="FFFFFF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3</a:t>
            </a:r>
            <a:endParaRPr lang="ko-KR" altLang="en-US" sz="650" b="1">
              <a:solidFill>
                <a:srgbClr val="FFFFFF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24" name="타원 23">
            <a:extLst>
              <a:ext uri="{FF2B5EF4-FFF2-40B4-BE49-F238E27FC236}">
                <a16:creationId xmlns:a16="http://schemas.microsoft.com/office/drawing/2014/main" id="{E2C1F253-0CFB-B683-3DF4-619DD57DD9B7}"/>
              </a:ext>
            </a:extLst>
          </p:cNvPr>
          <p:cNvSpPr/>
          <p:nvPr/>
        </p:nvSpPr>
        <p:spPr>
          <a:xfrm>
            <a:off x="3820583" y="3290919"/>
            <a:ext cx="165100" cy="165100"/>
          </a:xfrm>
          <a:prstGeom prst="ellipse">
            <a:avLst/>
          </a:prstGeom>
          <a:solidFill>
            <a:srgbClr val="FF2F2F"/>
          </a:solidFill>
          <a:ln w="8890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650" b="1">
                <a:solidFill>
                  <a:srgbClr val="FFFFFF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4</a:t>
            </a:r>
            <a:endParaRPr lang="ko-KR" altLang="en-US" sz="650" b="1">
              <a:solidFill>
                <a:srgbClr val="FFFFFF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25" name="타원 24">
            <a:extLst>
              <a:ext uri="{FF2B5EF4-FFF2-40B4-BE49-F238E27FC236}">
                <a16:creationId xmlns:a16="http://schemas.microsoft.com/office/drawing/2014/main" id="{00DABD96-B7FF-1948-BBE2-DD57861F5C5C}"/>
              </a:ext>
            </a:extLst>
          </p:cNvPr>
          <p:cNvSpPr/>
          <p:nvPr/>
        </p:nvSpPr>
        <p:spPr>
          <a:xfrm>
            <a:off x="7111295" y="3475442"/>
            <a:ext cx="165100" cy="165100"/>
          </a:xfrm>
          <a:prstGeom prst="ellipse">
            <a:avLst/>
          </a:prstGeom>
          <a:solidFill>
            <a:srgbClr val="FF2F2F"/>
          </a:solidFill>
          <a:ln w="8890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650" b="1">
                <a:solidFill>
                  <a:srgbClr val="FFFFFF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5</a:t>
            </a:r>
            <a:endParaRPr lang="ko-KR" altLang="en-US" sz="650" b="1">
              <a:solidFill>
                <a:srgbClr val="FFFFFF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26" name="타원 25">
            <a:extLst>
              <a:ext uri="{FF2B5EF4-FFF2-40B4-BE49-F238E27FC236}">
                <a16:creationId xmlns:a16="http://schemas.microsoft.com/office/drawing/2014/main" id="{064A6C1A-2CEB-C7B0-3EBE-438D1C9A188F}"/>
              </a:ext>
            </a:extLst>
          </p:cNvPr>
          <p:cNvSpPr/>
          <p:nvPr/>
        </p:nvSpPr>
        <p:spPr>
          <a:xfrm>
            <a:off x="8166805" y="6427819"/>
            <a:ext cx="165100" cy="165100"/>
          </a:xfrm>
          <a:prstGeom prst="ellipse">
            <a:avLst/>
          </a:prstGeom>
          <a:solidFill>
            <a:srgbClr val="FF2F2F"/>
          </a:solidFill>
          <a:ln w="8890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650" b="1">
                <a:solidFill>
                  <a:srgbClr val="FFFFFF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6</a:t>
            </a:r>
            <a:endParaRPr lang="ko-KR" altLang="en-US" sz="650" b="1">
              <a:solidFill>
                <a:srgbClr val="FFFFFF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27" name="직사각형 26">
            <a:extLst>
              <a:ext uri="{FF2B5EF4-FFF2-40B4-BE49-F238E27FC236}">
                <a16:creationId xmlns:a16="http://schemas.microsoft.com/office/drawing/2014/main" id="{BFDEA05F-B1D5-6880-82A3-B7704B4A988A}"/>
              </a:ext>
            </a:extLst>
          </p:cNvPr>
          <p:cNvSpPr/>
          <p:nvPr/>
        </p:nvSpPr>
        <p:spPr>
          <a:xfrm>
            <a:off x="9271000" y="482600"/>
            <a:ext cx="2743200" cy="6273800"/>
          </a:xfrm>
          <a:prstGeom prst="rect">
            <a:avLst/>
          </a:prstGeom>
          <a:solidFill>
            <a:srgbClr val="FFFFFF"/>
          </a:solidFill>
          <a:ln w="7620">
            <a:solidFill>
              <a:srgbClr val="D9D9D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8" name="직사각형 27">
            <a:extLst>
              <a:ext uri="{FF2B5EF4-FFF2-40B4-BE49-F238E27FC236}">
                <a16:creationId xmlns:a16="http://schemas.microsoft.com/office/drawing/2014/main" id="{723DF495-637B-B9B2-D986-D84898026263}"/>
              </a:ext>
            </a:extLst>
          </p:cNvPr>
          <p:cNvSpPr/>
          <p:nvPr/>
        </p:nvSpPr>
        <p:spPr>
          <a:xfrm>
            <a:off x="9271000" y="482600"/>
            <a:ext cx="2743200" cy="342900"/>
          </a:xfrm>
          <a:prstGeom prst="rect">
            <a:avLst/>
          </a:prstGeom>
          <a:solidFill>
            <a:srgbClr val="3C3C3C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0771D530-C249-0802-8ACD-8A290430FA65}"/>
              </a:ext>
            </a:extLst>
          </p:cNvPr>
          <p:cNvSpPr txBox="1"/>
          <p:nvPr/>
        </p:nvSpPr>
        <p:spPr>
          <a:xfrm>
            <a:off x="9271000" y="482600"/>
            <a:ext cx="2743200" cy="302647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ctr">
            <a:noAutofit/>
          </a:bodyPr>
          <a:lstStyle/>
          <a:p>
            <a:pPr algn="ctr"/>
            <a:r>
              <a:rPr lang="en-US" altLang="ko-KR" sz="800" b="1">
                <a:solidFill>
                  <a:srgbClr val="FFFFFF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Description</a:t>
            </a:r>
            <a:endParaRPr lang="ko-KR" altLang="en-US" sz="800" b="1">
              <a:solidFill>
                <a:srgbClr val="FFFFFF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30" name="타원 29">
            <a:extLst>
              <a:ext uri="{FF2B5EF4-FFF2-40B4-BE49-F238E27FC236}">
                <a16:creationId xmlns:a16="http://schemas.microsoft.com/office/drawing/2014/main" id="{46F1217A-C3D8-6F6E-AEA3-8FEC91EB5FAA}"/>
              </a:ext>
            </a:extLst>
          </p:cNvPr>
          <p:cNvSpPr/>
          <p:nvPr/>
        </p:nvSpPr>
        <p:spPr>
          <a:xfrm>
            <a:off x="9347200" y="927100"/>
            <a:ext cx="152400" cy="152400"/>
          </a:xfrm>
          <a:prstGeom prst="ellipse">
            <a:avLst/>
          </a:prstGeom>
          <a:solidFill>
            <a:srgbClr val="FF2F2F"/>
          </a:solidFill>
          <a:ln w="8890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650" b="1">
                <a:solidFill>
                  <a:srgbClr val="FFFFFF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1</a:t>
            </a:r>
            <a:endParaRPr lang="ko-KR" altLang="en-US" sz="650" b="1">
              <a:solidFill>
                <a:srgbClr val="FFFFFF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73586EAE-B096-E189-551E-D2986F78B4AA}"/>
              </a:ext>
            </a:extLst>
          </p:cNvPr>
          <p:cNvSpPr txBox="1"/>
          <p:nvPr/>
        </p:nvSpPr>
        <p:spPr>
          <a:xfrm>
            <a:off x="9563100" y="901700"/>
            <a:ext cx="2374900" cy="302647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t">
            <a:noAutofit/>
          </a:bodyPr>
          <a:lstStyle/>
          <a:p>
            <a:r>
              <a:rPr lang="ko-KR" altLang="en-US" sz="700" b="1">
                <a:solidFill>
                  <a:srgbClr val="252525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콘텐츠 탭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BBB089B7-E8A7-171B-4E0F-075E5B4E34E3}"/>
              </a:ext>
            </a:extLst>
          </p:cNvPr>
          <p:cNvSpPr txBox="1"/>
          <p:nvPr/>
        </p:nvSpPr>
        <p:spPr>
          <a:xfrm>
            <a:off x="9563100" y="1092200"/>
            <a:ext cx="2374900" cy="302647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t">
            <a:noAutofit/>
          </a:bodyPr>
          <a:lstStyle/>
          <a:p>
            <a:r>
              <a:rPr lang="en-US" altLang="ko-KR" sz="650">
                <a:solidFill>
                  <a:srgbClr val="252525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OTT·Wellness·Thema </a:t>
            </a:r>
            <a:r>
              <a:rPr lang="ko-KR" altLang="en-US" sz="650">
                <a:solidFill>
                  <a:srgbClr val="252525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중 하나를 선택한다</a:t>
            </a:r>
            <a:r>
              <a:rPr lang="en-US" altLang="ko-KR" sz="650">
                <a:solidFill>
                  <a:srgbClr val="252525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. </a:t>
            </a:r>
            <a:r>
              <a:rPr lang="ko-KR" altLang="en-US" sz="650">
                <a:solidFill>
                  <a:srgbClr val="252525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탭별 저장 단위를 분리해 다른 유형의 편집값을 덮어쓰지 않는다</a:t>
            </a:r>
            <a:r>
              <a:rPr lang="en-US" altLang="ko-KR" sz="650">
                <a:solidFill>
                  <a:srgbClr val="252525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.</a:t>
            </a:r>
            <a:endParaRPr lang="ko-KR" altLang="en-US" sz="650">
              <a:solidFill>
                <a:srgbClr val="252525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cxnSp>
        <p:nvCxnSpPr>
          <p:cNvPr id="33" name="직선 연결선 32">
            <a:extLst>
              <a:ext uri="{FF2B5EF4-FFF2-40B4-BE49-F238E27FC236}">
                <a16:creationId xmlns:a16="http://schemas.microsoft.com/office/drawing/2014/main" id="{4359786D-61F3-DDA7-9FE1-3FE816550937}"/>
              </a:ext>
            </a:extLst>
          </p:cNvPr>
          <p:cNvCxnSpPr/>
          <p:nvPr/>
        </p:nvCxnSpPr>
        <p:spPr>
          <a:xfrm>
            <a:off x="9372600" y="1833033"/>
            <a:ext cx="2540000" cy="0"/>
          </a:xfrm>
          <a:prstGeom prst="line">
            <a:avLst/>
          </a:prstGeom>
          <a:ln w="6350">
            <a:solidFill>
              <a:srgbClr val="E7E7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타원 33">
            <a:extLst>
              <a:ext uri="{FF2B5EF4-FFF2-40B4-BE49-F238E27FC236}">
                <a16:creationId xmlns:a16="http://schemas.microsoft.com/office/drawing/2014/main" id="{75CA7266-AF47-8B7B-0BB3-C43F99EDA894}"/>
              </a:ext>
            </a:extLst>
          </p:cNvPr>
          <p:cNvSpPr/>
          <p:nvPr/>
        </p:nvSpPr>
        <p:spPr>
          <a:xfrm>
            <a:off x="9347200" y="1896533"/>
            <a:ext cx="152400" cy="152400"/>
          </a:xfrm>
          <a:prstGeom prst="ellipse">
            <a:avLst/>
          </a:prstGeom>
          <a:solidFill>
            <a:srgbClr val="FF2F2F"/>
          </a:solidFill>
          <a:ln w="8890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650" b="1">
                <a:solidFill>
                  <a:srgbClr val="FFFFFF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2</a:t>
            </a:r>
            <a:endParaRPr lang="ko-KR" altLang="en-US" sz="650" b="1">
              <a:solidFill>
                <a:srgbClr val="FFFFFF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2AA5FB97-93D7-C2CE-FEB8-6705B1FB159C}"/>
              </a:ext>
            </a:extLst>
          </p:cNvPr>
          <p:cNvSpPr txBox="1"/>
          <p:nvPr/>
        </p:nvSpPr>
        <p:spPr>
          <a:xfrm>
            <a:off x="9563100" y="1871133"/>
            <a:ext cx="2374900" cy="302647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t">
            <a:noAutofit/>
          </a:bodyPr>
          <a:lstStyle/>
          <a:p>
            <a:r>
              <a:rPr lang="ko-KR" altLang="en-US" sz="700" b="1">
                <a:solidFill>
                  <a:srgbClr val="252525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앱 반영 상태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788E5732-217D-A839-F58A-52F61A94D340}"/>
              </a:ext>
            </a:extLst>
          </p:cNvPr>
          <p:cNvSpPr txBox="1"/>
          <p:nvPr/>
        </p:nvSpPr>
        <p:spPr>
          <a:xfrm>
            <a:off x="9563100" y="2061633"/>
            <a:ext cx="2374900" cy="302647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t">
            <a:noAutofit/>
          </a:bodyPr>
          <a:lstStyle/>
          <a:p>
            <a:r>
              <a:rPr lang="ko-KR" altLang="en-US" sz="650">
                <a:solidFill>
                  <a:srgbClr val="252525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서버 저장 여부와 다음 앱 동기화 반영 안내를 표시한다</a:t>
            </a:r>
            <a:r>
              <a:rPr lang="en-US" altLang="ko-KR" sz="650">
                <a:solidFill>
                  <a:srgbClr val="252525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. </a:t>
            </a:r>
            <a:r>
              <a:rPr lang="ko-KR" altLang="en-US" sz="650">
                <a:solidFill>
                  <a:srgbClr val="252525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저장 전 변경은 앱에 노출하지 않는다</a:t>
            </a:r>
            <a:r>
              <a:rPr lang="en-US" altLang="ko-KR" sz="650">
                <a:solidFill>
                  <a:srgbClr val="252525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.</a:t>
            </a:r>
            <a:endParaRPr lang="ko-KR" altLang="en-US" sz="650">
              <a:solidFill>
                <a:srgbClr val="252525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cxnSp>
        <p:nvCxnSpPr>
          <p:cNvPr id="37" name="직선 연결선 36">
            <a:extLst>
              <a:ext uri="{FF2B5EF4-FFF2-40B4-BE49-F238E27FC236}">
                <a16:creationId xmlns:a16="http://schemas.microsoft.com/office/drawing/2014/main" id="{C76A220C-A758-B9A7-6249-8F1FC53DC4E5}"/>
              </a:ext>
            </a:extLst>
          </p:cNvPr>
          <p:cNvCxnSpPr/>
          <p:nvPr/>
        </p:nvCxnSpPr>
        <p:spPr>
          <a:xfrm>
            <a:off x="9372600" y="2802467"/>
            <a:ext cx="2540000" cy="0"/>
          </a:xfrm>
          <a:prstGeom prst="line">
            <a:avLst/>
          </a:prstGeom>
          <a:ln w="6350">
            <a:solidFill>
              <a:srgbClr val="E7E7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타원 37">
            <a:extLst>
              <a:ext uri="{FF2B5EF4-FFF2-40B4-BE49-F238E27FC236}">
                <a16:creationId xmlns:a16="http://schemas.microsoft.com/office/drawing/2014/main" id="{2A9D99A3-0483-FAC8-CF44-DF1B07572688}"/>
              </a:ext>
            </a:extLst>
          </p:cNvPr>
          <p:cNvSpPr/>
          <p:nvPr/>
        </p:nvSpPr>
        <p:spPr>
          <a:xfrm>
            <a:off x="9347200" y="2865967"/>
            <a:ext cx="152400" cy="152400"/>
          </a:xfrm>
          <a:prstGeom prst="ellipse">
            <a:avLst/>
          </a:prstGeom>
          <a:solidFill>
            <a:srgbClr val="FF2F2F"/>
          </a:solidFill>
          <a:ln w="8890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650" b="1">
                <a:solidFill>
                  <a:srgbClr val="FFFFFF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3</a:t>
            </a:r>
            <a:endParaRPr lang="ko-KR" altLang="en-US" sz="650" b="1">
              <a:solidFill>
                <a:srgbClr val="FFFFFF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538EA2D0-629C-0F51-2AF8-04AD3DB9CDC2}"/>
              </a:ext>
            </a:extLst>
          </p:cNvPr>
          <p:cNvSpPr txBox="1"/>
          <p:nvPr/>
        </p:nvSpPr>
        <p:spPr>
          <a:xfrm>
            <a:off x="9563100" y="2840567"/>
            <a:ext cx="2374900" cy="302647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t">
            <a:noAutofit/>
          </a:bodyPr>
          <a:lstStyle/>
          <a:p>
            <a:r>
              <a:rPr lang="ko-KR" altLang="en-US" sz="700" b="1">
                <a:solidFill>
                  <a:srgbClr val="252525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서비스 추가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B16AE84D-7864-5CAB-B879-78E43543D527}"/>
              </a:ext>
            </a:extLst>
          </p:cNvPr>
          <p:cNvSpPr txBox="1"/>
          <p:nvPr/>
        </p:nvSpPr>
        <p:spPr>
          <a:xfrm>
            <a:off x="9563100" y="3031067"/>
            <a:ext cx="2374900" cy="302647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t">
            <a:noAutofit/>
          </a:bodyPr>
          <a:lstStyle/>
          <a:p>
            <a:r>
              <a:rPr lang="ko-KR" altLang="en-US" sz="650">
                <a:solidFill>
                  <a:srgbClr val="252525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새 </a:t>
            </a:r>
            <a:r>
              <a:rPr lang="en-US" altLang="ko-KR" sz="650">
                <a:solidFill>
                  <a:srgbClr val="252525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OTT </a:t>
            </a:r>
            <a:r>
              <a:rPr lang="ko-KR" altLang="en-US" sz="650">
                <a:solidFill>
                  <a:srgbClr val="252525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카드를 기본값으로 만든다</a:t>
            </a:r>
            <a:r>
              <a:rPr lang="en-US" altLang="ko-KR" sz="650">
                <a:solidFill>
                  <a:srgbClr val="252525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. </a:t>
            </a:r>
            <a:r>
              <a:rPr lang="ko-KR" altLang="en-US" sz="650">
                <a:solidFill>
                  <a:srgbClr val="252525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필수 서비스명이 비어 있으면 저장을 차단한다</a:t>
            </a:r>
            <a:r>
              <a:rPr lang="en-US" altLang="ko-KR" sz="650">
                <a:solidFill>
                  <a:srgbClr val="252525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.</a:t>
            </a:r>
            <a:endParaRPr lang="ko-KR" altLang="en-US" sz="650">
              <a:solidFill>
                <a:srgbClr val="252525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cxnSp>
        <p:nvCxnSpPr>
          <p:cNvPr id="41" name="직선 연결선 40">
            <a:extLst>
              <a:ext uri="{FF2B5EF4-FFF2-40B4-BE49-F238E27FC236}">
                <a16:creationId xmlns:a16="http://schemas.microsoft.com/office/drawing/2014/main" id="{7ACD9397-27A5-A4F2-24DA-686EB41A3FE5}"/>
              </a:ext>
            </a:extLst>
          </p:cNvPr>
          <p:cNvCxnSpPr/>
          <p:nvPr/>
        </p:nvCxnSpPr>
        <p:spPr>
          <a:xfrm>
            <a:off x="9372600" y="3771900"/>
            <a:ext cx="2540000" cy="0"/>
          </a:xfrm>
          <a:prstGeom prst="line">
            <a:avLst/>
          </a:prstGeom>
          <a:ln w="6350">
            <a:solidFill>
              <a:srgbClr val="E7E7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타원 41">
            <a:extLst>
              <a:ext uri="{FF2B5EF4-FFF2-40B4-BE49-F238E27FC236}">
                <a16:creationId xmlns:a16="http://schemas.microsoft.com/office/drawing/2014/main" id="{F3AD8251-93B4-9678-6561-96E87E560ADE}"/>
              </a:ext>
            </a:extLst>
          </p:cNvPr>
          <p:cNvSpPr/>
          <p:nvPr/>
        </p:nvSpPr>
        <p:spPr>
          <a:xfrm>
            <a:off x="9347200" y="3835400"/>
            <a:ext cx="152400" cy="152400"/>
          </a:xfrm>
          <a:prstGeom prst="ellipse">
            <a:avLst/>
          </a:prstGeom>
          <a:solidFill>
            <a:srgbClr val="FF2F2F"/>
          </a:solidFill>
          <a:ln w="8890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650" b="1">
                <a:solidFill>
                  <a:srgbClr val="FFFFFF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4</a:t>
            </a:r>
            <a:endParaRPr lang="ko-KR" altLang="en-US" sz="650" b="1">
              <a:solidFill>
                <a:srgbClr val="FFFFFF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0888B5A7-ABE5-DFD1-FD50-3453A6B20A84}"/>
              </a:ext>
            </a:extLst>
          </p:cNvPr>
          <p:cNvSpPr txBox="1"/>
          <p:nvPr/>
        </p:nvSpPr>
        <p:spPr>
          <a:xfrm>
            <a:off x="9563100" y="3810000"/>
            <a:ext cx="2374900" cy="302647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t">
            <a:noAutofit/>
          </a:bodyPr>
          <a:lstStyle/>
          <a:p>
            <a:r>
              <a:rPr lang="ko-KR" altLang="en-US" sz="700" b="1">
                <a:solidFill>
                  <a:srgbClr val="252525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서비스 정보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E425A079-C1D2-DC26-4F88-78E5E0533078}"/>
              </a:ext>
            </a:extLst>
          </p:cNvPr>
          <p:cNvSpPr txBox="1"/>
          <p:nvPr/>
        </p:nvSpPr>
        <p:spPr>
          <a:xfrm>
            <a:off x="9563100" y="4000500"/>
            <a:ext cx="2374900" cy="302647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t">
            <a:noAutofit/>
          </a:bodyPr>
          <a:lstStyle/>
          <a:p>
            <a:r>
              <a:rPr lang="ko-KR" altLang="en-US" sz="650">
                <a:solidFill>
                  <a:srgbClr val="252525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서비스명과 공급사</a:t>
            </a:r>
            <a:r>
              <a:rPr lang="en-US" altLang="ko-KR" sz="650">
                <a:solidFill>
                  <a:srgbClr val="252525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, </a:t>
            </a:r>
            <a:r>
              <a:rPr lang="ko-KR" altLang="en-US" sz="650">
                <a:solidFill>
                  <a:srgbClr val="252525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지원 차량 범위를 관리한다</a:t>
            </a:r>
            <a:r>
              <a:rPr lang="en-US" altLang="ko-KR" sz="650">
                <a:solidFill>
                  <a:srgbClr val="252525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. </a:t>
            </a:r>
            <a:r>
              <a:rPr lang="ko-KR" altLang="en-US" sz="650">
                <a:solidFill>
                  <a:srgbClr val="252525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지정 차량 검증은 차량 연동 후 강화한다</a:t>
            </a:r>
            <a:r>
              <a:rPr lang="en-US" altLang="ko-KR" sz="650">
                <a:solidFill>
                  <a:srgbClr val="252525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.</a:t>
            </a:r>
            <a:endParaRPr lang="ko-KR" altLang="en-US" sz="650">
              <a:solidFill>
                <a:srgbClr val="252525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cxnSp>
        <p:nvCxnSpPr>
          <p:cNvPr id="45" name="직선 연결선 44">
            <a:extLst>
              <a:ext uri="{FF2B5EF4-FFF2-40B4-BE49-F238E27FC236}">
                <a16:creationId xmlns:a16="http://schemas.microsoft.com/office/drawing/2014/main" id="{93235759-3E7B-B8BA-C66B-DF9E04B27FFC}"/>
              </a:ext>
            </a:extLst>
          </p:cNvPr>
          <p:cNvCxnSpPr/>
          <p:nvPr/>
        </p:nvCxnSpPr>
        <p:spPr>
          <a:xfrm>
            <a:off x="9372600" y="4741333"/>
            <a:ext cx="2540000" cy="0"/>
          </a:xfrm>
          <a:prstGeom prst="line">
            <a:avLst/>
          </a:prstGeom>
          <a:ln w="6350">
            <a:solidFill>
              <a:srgbClr val="E7E7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6" name="타원 45">
            <a:extLst>
              <a:ext uri="{FF2B5EF4-FFF2-40B4-BE49-F238E27FC236}">
                <a16:creationId xmlns:a16="http://schemas.microsoft.com/office/drawing/2014/main" id="{80DAA045-D3E8-F655-762F-7A578AADEB46}"/>
              </a:ext>
            </a:extLst>
          </p:cNvPr>
          <p:cNvSpPr/>
          <p:nvPr/>
        </p:nvSpPr>
        <p:spPr>
          <a:xfrm>
            <a:off x="9347200" y="4804833"/>
            <a:ext cx="152400" cy="152400"/>
          </a:xfrm>
          <a:prstGeom prst="ellipse">
            <a:avLst/>
          </a:prstGeom>
          <a:solidFill>
            <a:srgbClr val="FF2F2F"/>
          </a:solidFill>
          <a:ln w="8890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650" b="1">
                <a:solidFill>
                  <a:srgbClr val="FFFFFF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5</a:t>
            </a:r>
            <a:endParaRPr lang="ko-KR" altLang="en-US" sz="650" b="1">
              <a:solidFill>
                <a:srgbClr val="FFFFFF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D1C563B7-CD2D-F4E1-57D6-46BB35DFD1BC}"/>
              </a:ext>
            </a:extLst>
          </p:cNvPr>
          <p:cNvSpPr txBox="1"/>
          <p:nvPr/>
        </p:nvSpPr>
        <p:spPr>
          <a:xfrm>
            <a:off x="9563100" y="4779433"/>
            <a:ext cx="2374900" cy="302647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t">
            <a:noAutofit/>
          </a:bodyPr>
          <a:lstStyle/>
          <a:p>
            <a:r>
              <a:rPr lang="ko-KR" altLang="en-US" sz="700" b="1">
                <a:solidFill>
                  <a:srgbClr val="252525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노출</a:t>
            </a:r>
            <a:r>
              <a:rPr lang="en-US" altLang="ko-KR" sz="700" b="1">
                <a:solidFill>
                  <a:srgbClr val="252525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·</a:t>
            </a:r>
            <a:r>
              <a:rPr lang="ko-KR" altLang="en-US" sz="700" b="1">
                <a:solidFill>
                  <a:srgbClr val="252525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삭제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24801330-EDA4-B40E-7FA9-9F6621F4300B}"/>
              </a:ext>
            </a:extLst>
          </p:cNvPr>
          <p:cNvSpPr txBox="1"/>
          <p:nvPr/>
        </p:nvSpPr>
        <p:spPr>
          <a:xfrm>
            <a:off x="9563100" y="4969933"/>
            <a:ext cx="2374900" cy="302647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t">
            <a:noAutofit/>
          </a:bodyPr>
          <a:lstStyle/>
          <a:p>
            <a:r>
              <a:rPr lang="ko-KR" altLang="en-US" sz="650">
                <a:solidFill>
                  <a:srgbClr val="252525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활성 서비스만 앱에 노출한다</a:t>
            </a:r>
            <a:r>
              <a:rPr lang="en-US" altLang="ko-KR" sz="650">
                <a:solidFill>
                  <a:srgbClr val="252525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. </a:t>
            </a:r>
            <a:r>
              <a:rPr lang="ko-KR" altLang="en-US" sz="650">
                <a:solidFill>
                  <a:srgbClr val="252525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사용 중 서비스 삭제는 확인 단계를 거치고 비활성 전환을 우선한다</a:t>
            </a:r>
            <a:r>
              <a:rPr lang="en-US" altLang="ko-KR" sz="650">
                <a:solidFill>
                  <a:srgbClr val="252525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.</a:t>
            </a:r>
            <a:endParaRPr lang="ko-KR" altLang="en-US" sz="650">
              <a:solidFill>
                <a:srgbClr val="252525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cxnSp>
        <p:nvCxnSpPr>
          <p:cNvPr id="49" name="직선 연결선 48">
            <a:extLst>
              <a:ext uri="{FF2B5EF4-FFF2-40B4-BE49-F238E27FC236}">
                <a16:creationId xmlns:a16="http://schemas.microsoft.com/office/drawing/2014/main" id="{24C19E3A-892F-826D-0F9A-B43466ADBF2D}"/>
              </a:ext>
            </a:extLst>
          </p:cNvPr>
          <p:cNvCxnSpPr/>
          <p:nvPr/>
        </p:nvCxnSpPr>
        <p:spPr>
          <a:xfrm>
            <a:off x="9372600" y="5710767"/>
            <a:ext cx="2540000" cy="0"/>
          </a:xfrm>
          <a:prstGeom prst="line">
            <a:avLst/>
          </a:prstGeom>
          <a:ln w="6350">
            <a:solidFill>
              <a:srgbClr val="E7E7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0" name="타원 49">
            <a:extLst>
              <a:ext uri="{FF2B5EF4-FFF2-40B4-BE49-F238E27FC236}">
                <a16:creationId xmlns:a16="http://schemas.microsoft.com/office/drawing/2014/main" id="{C6497561-6F66-C1C1-ADFB-19D6B7876E23}"/>
              </a:ext>
            </a:extLst>
          </p:cNvPr>
          <p:cNvSpPr/>
          <p:nvPr/>
        </p:nvSpPr>
        <p:spPr>
          <a:xfrm>
            <a:off x="9347200" y="5774267"/>
            <a:ext cx="152400" cy="152400"/>
          </a:xfrm>
          <a:prstGeom prst="ellipse">
            <a:avLst/>
          </a:prstGeom>
          <a:solidFill>
            <a:srgbClr val="FF2F2F"/>
          </a:solidFill>
          <a:ln w="8890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650" b="1">
                <a:solidFill>
                  <a:srgbClr val="FFFFFF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6</a:t>
            </a:r>
            <a:endParaRPr lang="ko-KR" altLang="en-US" sz="650" b="1">
              <a:solidFill>
                <a:srgbClr val="FFFFFF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3299BA83-5CE6-FB81-213A-51BDA81C1571}"/>
              </a:ext>
            </a:extLst>
          </p:cNvPr>
          <p:cNvSpPr txBox="1"/>
          <p:nvPr/>
        </p:nvSpPr>
        <p:spPr>
          <a:xfrm>
            <a:off x="9563100" y="5748867"/>
            <a:ext cx="2374900" cy="302647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t">
            <a:noAutofit/>
          </a:bodyPr>
          <a:lstStyle/>
          <a:p>
            <a:r>
              <a:rPr lang="ko-KR" altLang="en-US" sz="700" b="1">
                <a:solidFill>
                  <a:srgbClr val="252525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저장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7FC015EB-EF21-C615-5D5A-20AA11FCBE9F}"/>
              </a:ext>
            </a:extLst>
          </p:cNvPr>
          <p:cNvSpPr txBox="1"/>
          <p:nvPr/>
        </p:nvSpPr>
        <p:spPr>
          <a:xfrm>
            <a:off x="9563100" y="5939367"/>
            <a:ext cx="2374900" cy="302647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t">
            <a:noAutofit/>
          </a:bodyPr>
          <a:lstStyle/>
          <a:p>
            <a:r>
              <a:rPr lang="ko-KR" altLang="en-US" sz="650">
                <a:solidFill>
                  <a:srgbClr val="252525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콘텐츠 설정을 섹션 단위로 저장하고 성공 시점과 변경 해제 상태를 표시한다</a:t>
            </a:r>
            <a:r>
              <a:rPr lang="en-US" altLang="ko-KR" sz="650">
                <a:solidFill>
                  <a:srgbClr val="252525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.</a:t>
            </a:r>
            <a:endParaRPr lang="ko-KR" altLang="en-US" sz="650">
              <a:solidFill>
                <a:srgbClr val="252525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05632120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1AA0A94E-B81F-AE44-3390-9D77F63D97D4}"/>
              </a:ext>
            </a:extLst>
          </p:cNvPr>
          <p:cNvSpPr/>
          <p:nvPr/>
        </p:nvSpPr>
        <p:spPr>
          <a:xfrm>
            <a:off x="177800" y="50800"/>
            <a:ext cx="609600" cy="304800"/>
          </a:xfrm>
          <a:prstGeom prst="rect">
            <a:avLst/>
          </a:prstGeom>
          <a:solidFill>
            <a:srgbClr val="3C3C3C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A6D00A8-BD0C-B753-F035-ACF880A45EC5}"/>
              </a:ext>
            </a:extLst>
          </p:cNvPr>
          <p:cNvSpPr txBox="1"/>
          <p:nvPr/>
        </p:nvSpPr>
        <p:spPr>
          <a:xfrm>
            <a:off x="177800" y="50800"/>
            <a:ext cx="609600" cy="302647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ctr">
            <a:noAutofit/>
          </a:bodyPr>
          <a:lstStyle/>
          <a:p>
            <a:pPr algn="ctr"/>
            <a:r>
              <a:rPr lang="ko-KR" altLang="en-US" sz="600" b="1">
                <a:solidFill>
                  <a:srgbClr val="FFFFFF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화면 </a:t>
            </a:r>
            <a:r>
              <a:rPr lang="en-US" altLang="ko-KR" sz="600" b="1">
                <a:solidFill>
                  <a:srgbClr val="FFFFFF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ID</a:t>
            </a:r>
            <a:endParaRPr lang="ko-KR" altLang="en-US" sz="600" b="1">
              <a:solidFill>
                <a:srgbClr val="FFFFFF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8CF39400-AEE7-48AA-D667-DA22A3198CAC}"/>
              </a:ext>
            </a:extLst>
          </p:cNvPr>
          <p:cNvSpPr/>
          <p:nvPr/>
        </p:nvSpPr>
        <p:spPr>
          <a:xfrm>
            <a:off x="787400" y="50800"/>
            <a:ext cx="914400" cy="304800"/>
          </a:xfrm>
          <a:prstGeom prst="rect">
            <a:avLst/>
          </a:prstGeom>
          <a:solidFill>
            <a:srgbClr val="FFFFFF"/>
          </a:solidFill>
          <a:ln w="7620">
            <a:solidFill>
              <a:srgbClr val="D9D9D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BFAC9D6-FE55-7E87-021E-9AF21632EF7E}"/>
              </a:ext>
            </a:extLst>
          </p:cNvPr>
          <p:cNvSpPr txBox="1"/>
          <p:nvPr/>
        </p:nvSpPr>
        <p:spPr>
          <a:xfrm>
            <a:off x="812800" y="50800"/>
            <a:ext cx="863600" cy="302647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ctr">
            <a:noAutofit/>
          </a:bodyPr>
          <a:lstStyle/>
          <a:p>
            <a:r>
              <a:rPr lang="en-US" altLang="ko-KR" sz="600">
                <a:solidFill>
                  <a:srgbClr val="252525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SB-09</a:t>
            </a:r>
            <a:endParaRPr lang="ko-KR" altLang="en-US" sz="600">
              <a:solidFill>
                <a:srgbClr val="252525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C58B76F8-1BD3-0D41-8C28-AEF34F05DE1B}"/>
              </a:ext>
            </a:extLst>
          </p:cNvPr>
          <p:cNvSpPr/>
          <p:nvPr/>
        </p:nvSpPr>
        <p:spPr>
          <a:xfrm>
            <a:off x="1752600" y="50800"/>
            <a:ext cx="609600" cy="304800"/>
          </a:xfrm>
          <a:prstGeom prst="rect">
            <a:avLst/>
          </a:prstGeom>
          <a:solidFill>
            <a:srgbClr val="3C3C3C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DEF4961-EB32-6BF1-84E2-E63784F2DAA6}"/>
              </a:ext>
            </a:extLst>
          </p:cNvPr>
          <p:cNvSpPr txBox="1"/>
          <p:nvPr/>
        </p:nvSpPr>
        <p:spPr>
          <a:xfrm>
            <a:off x="1752600" y="50800"/>
            <a:ext cx="609600" cy="302647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ctr">
            <a:noAutofit/>
          </a:bodyPr>
          <a:lstStyle/>
          <a:p>
            <a:pPr algn="ctr"/>
            <a:r>
              <a:rPr lang="ko-KR" altLang="en-US" sz="600" b="1">
                <a:solidFill>
                  <a:srgbClr val="FFFFFF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화면명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8097E1DC-2E10-81EA-9779-48350685A8B1}"/>
              </a:ext>
            </a:extLst>
          </p:cNvPr>
          <p:cNvSpPr/>
          <p:nvPr/>
        </p:nvSpPr>
        <p:spPr>
          <a:xfrm>
            <a:off x="2362200" y="50800"/>
            <a:ext cx="2984500" cy="304800"/>
          </a:xfrm>
          <a:prstGeom prst="rect">
            <a:avLst/>
          </a:prstGeom>
          <a:solidFill>
            <a:srgbClr val="FFFFFF"/>
          </a:solidFill>
          <a:ln w="7620">
            <a:solidFill>
              <a:srgbClr val="D9D9D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7205709-DD98-968D-E649-F97448BECB03}"/>
              </a:ext>
            </a:extLst>
          </p:cNvPr>
          <p:cNvSpPr txBox="1"/>
          <p:nvPr/>
        </p:nvSpPr>
        <p:spPr>
          <a:xfrm>
            <a:off x="2387600" y="50800"/>
            <a:ext cx="2933700" cy="302647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ctr">
            <a:noAutofit/>
          </a:bodyPr>
          <a:lstStyle/>
          <a:p>
            <a:r>
              <a:rPr lang="ko-KR" altLang="en-US" sz="600">
                <a:solidFill>
                  <a:srgbClr val="252525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공간 테마 </a:t>
            </a:r>
            <a:r>
              <a:rPr lang="en-US" altLang="ko-KR" sz="600">
                <a:solidFill>
                  <a:srgbClr val="252525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· Wellness</a:t>
            </a:r>
            <a:endParaRPr lang="ko-KR" altLang="en-US" sz="600">
              <a:solidFill>
                <a:srgbClr val="252525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007DBF73-8AC8-6951-BD52-F3B0CFA71D2F}"/>
              </a:ext>
            </a:extLst>
          </p:cNvPr>
          <p:cNvSpPr/>
          <p:nvPr/>
        </p:nvSpPr>
        <p:spPr>
          <a:xfrm>
            <a:off x="5346700" y="50800"/>
            <a:ext cx="609600" cy="304800"/>
          </a:xfrm>
          <a:prstGeom prst="rect">
            <a:avLst/>
          </a:prstGeom>
          <a:solidFill>
            <a:srgbClr val="3C3C3C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1BC9A38-4948-65F3-45F2-7B5658EBC742}"/>
              </a:ext>
            </a:extLst>
          </p:cNvPr>
          <p:cNvSpPr txBox="1"/>
          <p:nvPr/>
        </p:nvSpPr>
        <p:spPr>
          <a:xfrm>
            <a:off x="5346700" y="50800"/>
            <a:ext cx="609600" cy="302647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ctr">
            <a:noAutofit/>
          </a:bodyPr>
          <a:lstStyle/>
          <a:p>
            <a:pPr algn="ctr"/>
            <a:r>
              <a:rPr lang="ko-KR" altLang="en-US" sz="600" b="1">
                <a:solidFill>
                  <a:srgbClr val="FFFFFF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화면 경로</a:t>
            </a: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DBF322AD-2425-F317-BD16-09011436C6F8}"/>
              </a:ext>
            </a:extLst>
          </p:cNvPr>
          <p:cNvSpPr/>
          <p:nvPr/>
        </p:nvSpPr>
        <p:spPr>
          <a:xfrm>
            <a:off x="5956300" y="50800"/>
            <a:ext cx="3098800" cy="304800"/>
          </a:xfrm>
          <a:prstGeom prst="rect">
            <a:avLst/>
          </a:prstGeom>
          <a:solidFill>
            <a:srgbClr val="FFFFFF"/>
          </a:solidFill>
          <a:ln w="7620">
            <a:solidFill>
              <a:srgbClr val="D9D9D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232CFDB4-8DDA-8E25-EFDF-2FE539168167}"/>
              </a:ext>
            </a:extLst>
          </p:cNvPr>
          <p:cNvSpPr txBox="1"/>
          <p:nvPr/>
        </p:nvSpPr>
        <p:spPr>
          <a:xfrm>
            <a:off x="5981700" y="50800"/>
            <a:ext cx="3048000" cy="302647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ctr">
            <a:noAutofit/>
          </a:bodyPr>
          <a:lstStyle/>
          <a:p>
            <a:r>
              <a:rPr lang="en-US" altLang="ko-KR" sz="600">
                <a:solidFill>
                  <a:srgbClr val="252525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#themes / Wellness</a:t>
            </a:r>
            <a:endParaRPr lang="ko-KR" altLang="en-US" sz="600">
              <a:solidFill>
                <a:srgbClr val="252525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EBA2143D-D46C-52C8-1220-F3E5389A1E2B}"/>
              </a:ext>
            </a:extLst>
          </p:cNvPr>
          <p:cNvSpPr/>
          <p:nvPr/>
        </p:nvSpPr>
        <p:spPr>
          <a:xfrm>
            <a:off x="9893300" y="50800"/>
            <a:ext cx="825500" cy="304800"/>
          </a:xfrm>
          <a:prstGeom prst="rect">
            <a:avLst/>
          </a:prstGeom>
          <a:solidFill>
            <a:srgbClr val="3C3C3C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7FBFB95C-AD99-F0F4-156D-8AA031C2F9C0}"/>
              </a:ext>
            </a:extLst>
          </p:cNvPr>
          <p:cNvSpPr txBox="1"/>
          <p:nvPr/>
        </p:nvSpPr>
        <p:spPr>
          <a:xfrm>
            <a:off x="9893300" y="50800"/>
            <a:ext cx="825500" cy="302647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ctr">
            <a:noAutofit/>
          </a:bodyPr>
          <a:lstStyle/>
          <a:p>
            <a:pPr algn="ctr"/>
            <a:r>
              <a:rPr lang="ko-KR" altLang="en-US" sz="600" b="1">
                <a:solidFill>
                  <a:srgbClr val="FFFFFF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작성 기준</a:t>
            </a: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48644F90-A871-3F7C-E8BD-781FE7728F44}"/>
              </a:ext>
            </a:extLst>
          </p:cNvPr>
          <p:cNvSpPr/>
          <p:nvPr/>
        </p:nvSpPr>
        <p:spPr>
          <a:xfrm>
            <a:off x="10718800" y="50800"/>
            <a:ext cx="1295400" cy="304800"/>
          </a:xfrm>
          <a:prstGeom prst="rect">
            <a:avLst/>
          </a:prstGeom>
          <a:solidFill>
            <a:srgbClr val="FFFFFF"/>
          </a:solidFill>
          <a:ln w="7620">
            <a:solidFill>
              <a:srgbClr val="D9D9D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C7906FE4-461E-F547-D786-110409B5761F}"/>
              </a:ext>
            </a:extLst>
          </p:cNvPr>
          <p:cNvSpPr txBox="1"/>
          <p:nvPr/>
        </p:nvSpPr>
        <p:spPr>
          <a:xfrm>
            <a:off x="10744200" y="50800"/>
            <a:ext cx="1244600" cy="302647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ctr">
            <a:noAutofit/>
          </a:bodyPr>
          <a:lstStyle/>
          <a:p>
            <a:r>
              <a:rPr lang="ko-KR" altLang="en-US" sz="600">
                <a:solidFill>
                  <a:srgbClr val="252525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현행 구현 </a:t>
            </a:r>
            <a:r>
              <a:rPr lang="en-US" altLang="ko-KR" sz="600">
                <a:solidFill>
                  <a:srgbClr val="252525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+ </a:t>
            </a:r>
            <a:r>
              <a:rPr lang="ko-KR" altLang="en-US" sz="600">
                <a:solidFill>
                  <a:srgbClr val="252525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정책 </a:t>
            </a:r>
            <a:r>
              <a:rPr lang="en-US" altLang="ko-KR" sz="600">
                <a:solidFill>
                  <a:srgbClr val="252525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1.0</a:t>
            </a:r>
            <a:endParaRPr lang="ko-KR" altLang="en-US" sz="600">
              <a:solidFill>
                <a:srgbClr val="252525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pic>
        <p:nvPicPr>
          <p:cNvPr id="19" name="그림 18">
            <a:extLst>
              <a:ext uri="{FF2B5EF4-FFF2-40B4-BE49-F238E27FC236}">
                <a16:creationId xmlns:a16="http://schemas.microsoft.com/office/drawing/2014/main" id="{32DA3139-B783-EAF3-A89F-F22AE603EAFD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7800" y="482600"/>
            <a:ext cx="8940800" cy="6273800"/>
          </a:xfrm>
          <a:prstGeom prst="rect">
            <a:avLst/>
          </a:prstGeom>
        </p:spPr>
      </p:pic>
      <p:sp>
        <p:nvSpPr>
          <p:cNvPr id="20" name="직사각형 19">
            <a:extLst>
              <a:ext uri="{FF2B5EF4-FFF2-40B4-BE49-F238E27FC236}">
                <a16:creationId xmlns:a16="http://schemas.microsoft.com/office/drawing/2014/main" id="{3A446D78-147C-5648-F41B-7CBD8648BA93}"/>
              </a:ext>
            </a:extLst>
          </p:cNvPr>
          <p:cNvSpPr/>
          <p:nvPr/>
        </p:nvSpPr>
        <p:spPr>
          <a:xfrm>
            <a:off x="177800" y="482600"/>
            <a:ext cx="8940800" cy="6273800"/>
          </a:xfrm>
          <a:prstGeom prst="rect">
            <a:avLst/>
          </a:prstGeom>
          <a:solidFill>
            <a:srgbClr val="FFFFFF">
              <a:alpha val="0"/>
            </a:srgbClr>
          </a:solidFill>
          <a:ln w="7620">
            <a:solidFill>
              <a:srgbClr val="D9D9D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1" name="타원 20">
            <a:extLst>
              <a:ext uri="{FF2B5EF4-FFF2-40B4-BE49-F238E27FC236}">
                <a16:creationId xmlns:a16="http://schemas.microsoft.com/office/drawing/2014/main" id="{3ADF88A1-5A67-D392-A740-2598A590335C}"/>
              </a:ext>
            </a:extLst>
          </p:cNvPr>
          <p:cNvSpPr/>
          <p:nvPr/>
        </p:nvSpPr>
        <p:spPr>
          <a:xfrm>
            <a:off x="3572228" y="1568699"/>
            <a:ext cx="165100" cy="165100"/>
          </a:xfrm>
          <a:prstGeom prst="ellipse">
            <a:avLst/>
          </a:prstGeom>
          <a:solidFill>
            <a:srgbClr val="FF2F2F"/>
          </a:solidFill>
          <a:ln w="8890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650" b="1">
                <a:solidFill>
                  <a:srgbClr val="FFFFFF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1</a:t>
            </a:r>
            <a:endParaRPr lang="ko-KR" altLang="en-US" sz="650" b="1">
              <a:solidFill>
                <a:srgbClr val="FFFFFF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22" name="타원 21">
            <a:extLst>
              <a:ext uri="{FF2B5EF4-FFF2-40B4-BE49-F238E27FC236}">
                <a16:creationId xmlns:a16="http://schemas.microsoft.com/office/drawing/2014/main" id="{24D16502-729E-B795-D265-060A18593FE7}"/>
              </a:ext>
            </a:extLst>
          </p:cNvPr>
          <p:cNvSpPr/>
          <p:nvPr/>
        </p:nvSpPr>
        <p:spPr>
          <a:xfrm>
            <a:off x="3323872" y="2337547"/>
            <a:ext cx="165100" cy="165100"/>
          </a:xfrm>
          <a:prstGeom prst="ellipse">
            <a:avLst/>
          </a:prstGeom>
          <a:solidFill>
            <a:srgbClr val="FF2F2F"/>
          </a:solidFill>
          <a:ln w="8890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650" b="1">
                <a:solidFill>
                  <a:srgbClr val="FFFFFF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2</a:t>
            </a:r>
            <a:endParaRPr lang="ko-KR" altLang="en-US" sz="650" b="1">
              <a:solidFill>
                <a:srgbClr val="FFFFFF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23" name="타원 22">
            <a:extLst>
              <a:ext uri="{FF2B5EF4-FFF2-40B4-BE49-F238E27FC236}">
                <a16:creationId xmlns:a16="http://schemas.microsoft.com/office/drawing/2014/main" id="{6265D902-D477-6587-76D9-52B3C9E9880B}"/>
              </a:ext>
            </a:extLst>
          </p:cNvPr>
          <p:cNvSpPr/>
          <p:nvPr/>
        </p:nvSpPr>
        <p:spPr>
          <a:xfrm>
            <a:off x="3075517" y="3167903"/>
            <a:ext cx="165100" cy="165100"/>
          </a:xfrm>
          <a:prstGeom prst="ellipse">
            <a:avLst/>
          </a:prstGeom>
          <a:solidFill>
            <a:srgbClr val="FF2F2F"/>
          </a:solidFill>
          <a:ln w="8890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650" b="1">
                <a:solidFill>
                  <a:srgbClr val="FFFFFF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3</a:t>
            </a:r>
            <a:endParaRPr lang="ko-KR" altLang="en-US" sz="650" b="1">
              <a:solidFill>
                <a:srgbClr val="FFFFFF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24" name="타원 23">
            <a:extLst>
              <a:ext uri="{FF2B5EF4-FFF2-40B4-BE49-F238E27FC236}">
                <a16:creationId xmlns:a16="http://schemas.microsoft.com/office/drawing/2014/main" id="{096FA81C-FA75-E309-2891-E38D6CB02480}"/>
              </a:ext>
            </a:extLst>
          </p:cNvPr>
          <p:cNvSpPr/>
          <p:nvPr/>
        </p:nvSpPr>
        <p:spPr>
          <a:xfrm>
            <a:off x="3572228" y="3905997"/>
            <a:ext cx="165100" cy="165100"/>
          </a:xfrm>
          <a:prstGeom prst="ellipse">
            <a:avLst/>
          </a:prstGeom>
          <a:solidFill>
            <a:srgbClr val="FF2F2F"/>
          </a:solidFill>
          <a:ln w="8890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650" b="1">
                <a:solidFill>
                  <a:srgbClr val="FFFFFF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4</a:t>
            </a:r>
            <a:endParaRPr lang="ko-KR" altLang="en-US" sz="650" b="1">
              <a:solidFill>
                <a:srgbClr val="FFFFFF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25" name="타원 24">
            <a:extLst>
              <a:ext uri="{FF2B5EF4-FFF2-40B4-BE49-F238E27FC236}">
                <a16:creationId xmlns:a16="http://schemas.microsoft.com/office/drawing/2014/main" id="{F360CDCB-2F12-AB7C-F57C-2193DEE4B535}"/>
              </a:ext>
            </a:extLst>
          </p:cNvPr>
          <p:cNvSpPr/>
          <p:nvPr/>
        </p:nvSpPr>
        <p:spPr>
          <a:xfrm>
            <a:off x="3882672" y="4582583"/>
            <a:ext cx="165100" cy="165100"/>
          </a:xfrm>
          <a:prstGeom prst="ellipse">
            <a:avLst/>
          </a:prstGeom>
          <a:solidFill>
            <a:srgbClr val="FF2F2F"/>
          </a:solidFill>
          <a:ln w="8890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650" b="1">
                <a:solidFill>
                  <a:srgbClr val="FFFFFF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5</a:t>
            </a:r>
            <a:endParaRPr lang="ko-KR" altLang="en-US" sz="650" b="1">
              <a:solidFill>
                <a:srgbClr val="FFFFFF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26" name="타원 25">
            <a:extLst>
              <a:ext uri="{FF2B5EF4-FFF2-40B4-BE49-F238E27FC236}">
                <a16:creationId xmlns:a16="http://schemas.microsoft.com/office/drawing/2014/main" id="{A9E689B6-43B1-BAE9-F4BF-4AB267691869}"/>
              </a:ext>
            </a:extLst>
          </p:cNvPr>
          <p:cNvSpPr/>
          <p:nvPr/>
        </p:nvSpPr>
        <p:spPr>
          <a:xfrm>
            <a:off x="8166805" y="6427819"/>
            <a:ext cx="165100" cy="165100"/>
          </a:xfrm>
          <a:prstGeom prst="ellipse">
            <a:avLst/>
          </a:prstGeom>
          <a:solidFill>
            <a:srgbClr val="FF2F2F"/>
          </a:solidFill>
          <a:ln w="8890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650" b="1">
                <a:solidFill>
                  <a:srgbClr val="FFFFFF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6</a:t>
            </a:r>
            <a:endParaRPr lang="ko-KR" altLang="en-US" sz="650" b="1">
              <a:solidFill>
                <a:srgbClr val="FFFFFF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27" name="직사각형 26">
            <a:extLst>
              <a:ext uri="{FF2B5EF4-FFF2-40B4-BE49-F238E27FC236}">
                <a16:creationId xmlns:a16="http://schemas.microsoft.com/office/drawing/2014/main" id="{341951E9-9428-FCF5-7DFC-D76D3046DC5D}"/>
              </a:ext>
            </a:extLst>
          </p:cNvPr>
          <p:cNvSpPr/>
          <p:nvPr/>
        </p:nvSpPr>
        <p:spPr>
          <a:xfrm>
            <a:off x="9271000" y="482600"/>
            <a:ext cx="2743200" cy="6273800"/>
          </a:xfrm>
          <a:prstGeom prst="rect">
            <a:avLst/>
          </a:prstGeom>
          <a:solidFill>
            <a:srgbClr val="FFFFFF"/>
          </a:solidFill>
          <a:ln w="7620">
            <a:solidFill>
              <a:srgbClr val="D9D9D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8" name="직사각형 27">
            <a:extLst>
              <a:ext uri="{FF2B5EF4-FFF2-40B4-BE49-F238E27FC236}">
                <a16:creationId xmlns:a16="http://schemas.microsoft.com/office/drawing/2014/main" id="{F56CB589-9B8B-2A16-AEA1-5E3E77EB457E}"/>
              </a:ext>
            </a:extLst>
          </p:cNvPr>
          <p:cNvSpPr/>
          <p:nvPr/>
        </p:nvSpPr>
        <p:spPr>
          <a:xfrm>
            <a:off x="9271000" y="482600"/>
            <a:ext cx="2743200" cy="342900"/>
          </a:xfrm>
          <a:prstGeom prst="rect">
            <a:avLst/>
          </a:prstGeom>
          <a:solidFill>
            <a:srgbClr val="3C3C3C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C701A674-CB78-56E1-AEBB-D1E89A3F0E53}"/>
              </a:ext>
            </a:extLst>
          </p:cNvPr>
          <p:cNvSpPr txBox="1"/>
          <p:nvPr/>
        </p:nvSpPr>
        <p:spPr>
          <a:xfrm>
            <a:off x="9271000" y="482600"/>
            <a:ext cx="2743200" cy="302647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ctr">
            <a:noAutofit/>
          </a:bodyPr>
          <a:lstStyle/>
          <a:p>
            <a:pPr algn="ctr"/>
            <a:r>
              <a:rPr lang="en-US" altLang="ko-KR" sz="800" b="1">
                <a:solidFill>
                  <a:srgbClr val="FFFFFF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Description</a:t>
            </a:r>
            <a:endParaRPr lang="ko-KR" altLang="en-US" sz="800" b="1">
              <a:solidFill>
                <a:srgbClr val="FFFFFF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30" name="타원 29">
            <a:extLst>
              <a:ext uri="{FF2B5EF4-FFF2-40B4-BE49-F238E27FC236}">
                <a16:creationId xmlns:a16="http://schemas.microsoft.com/office/drawing/2014/main" id="{B00E44C8-E865-157F-8A0C-857131933B9A}"/>
              </a:ext>
            </a:extLst>
          </p:cNvPr>
          <p:cNvSpPr/>
          <p:nvPr/>
        </p:nvSpPr>
        <p:spPr>
          <a:xfrm>
            <a:off x="9347200" y="927100"/>
            <a:ext cx="152400" cy="152400"/>
          </a:xfrm>
          <a:prstGeom prst="ellipse">
            <a:avLst/>
          </a:prstGeom>
          <a:solidFill>
            <a:srgbClr val="FF2F2F"/>
          </a:solidFill>
          <a:ln w="8890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650" b="1">
                <a:solidFill>
                  <a:srgbClr val="FFFFFF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1</a:t>
            </a:r>
            <a:endParaRPr lang="ko-KR" altLang="en-US" sz="650" b="1">
              <a:solidFill>
                <a:srgbClr val="FFFFFF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EE0607CE-4A4F-7D02-96B2-55467D5E9A70}"/>
              </a:ext>
            </a:extLst>
          </p:cNvPr>
          <p:cNvSpPr txBox="1"/>
          <p:nvPr/>
        </p:nvSpPr>
        <p:spPr>
          <a:xfrm>
            <a:off x="9563100" y="901700"/>
            <a:ext cx="2374900" cy="302647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t">
            <a:noAutofit/>
          </a:bodyPr>
          <a:lstStyle/>
          <a:p>
            <a:r>
              <a:rPr lang="en-US" altLang="ko-KR" sz="700" b="1">
                <a:solidFill>
                  <a:srgbClr val="252525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Wellness </a:t>
            </a:r>
            <a:r>
              <a:rPr lang="ko-KR" altLang="en-US" sz="700" b="1">
                <a:solidFill>
                  <a:srgbClr val="252525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탭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0C301148-77D1-5D4C-89E9-6D466B7A4271}"/>
              </a:ext>
            </a:extLst>
          </p:cNvPr>
          <p:cNvSpPr txBox="1"/>
          <p:nvPr/>
        </p:nvSpPr>
        <p:spPr>
          <a:xfrm>
            <a:off x="9563100" y="1092200"/>
            <a:ext cx="2374900" cy="302647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t">
            <a:noAutofit/>
          </a:bodyPr>
          <a:lstStyle/>
          <a:p>
            <a:r>
              <a:rPr lang="ko-KR" altLang="en-US" sz="650">
                <a:solidFill>
                  <a:srgbClr val="252525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프로그램 설정만 표시하며 </a:t>
            </a:r>
            <a:r>
              <a:rPr lang="en-US" altLang="ko-KR" sz="650">
                <a:solidFill>
                  <a:srgbClr val="252525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OTT</a:t>
            </a:r>
            <a:r>
              <a:rPr lang="ko-KR" altLang="en-US" sz="650">
                <a:solidFill>
                  <a:srgbClr val="252525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와 </a:t>
            </a:r>
            <a:r>
              <a:rPr lang="en-US" altLang="ko-KR" sz="650">
                <a:solidFill>
                  <a:srgbClr val="252525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Thema</a:t>
            </a:r>
            <a:r>
              <a:rPr lang="ko-KR" altLang="en-US" sz="650">
                <a:solidFill>
                  <a:srgbClr val="252525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의 저장 내용은 유지한다</a:t>
            </a:r>
            <a:r>
              <a:rPr lang="en-US" altLang="ko-KR" sz="650">
                <a:solidFill>
                  <a:srgbClr val="252525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.</a:t>
            </a:r>
            <a:endParaRPr lang="ko-KR" altLang="en-US" sz="650">
              <a:solidFill>
                <a:srgbClr val="252525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cxnSp>
        <p:nvCxnSpPr>
          <p:cNvPr id="33" name="직선 연결선 32">
            <a:extLst>
              <a:ext uri="{FF2B5EF4-FFF2-40B4-BE49-F238E27FC236}">
                <a16:creationId xmlns:a16="http://schemas.microsoft.com/office/drawing/2014/main" id="{BA873FEE-F2FB-C9A6-F311-C2FD90801FA9}"/>
              </a:ext>
            </a:extLst>
          </p:cNvPr>
          <p:cNvCxnSpPr/>
          <p:nvPr/>
        </p:nvCxnSpPr>
        <p:spPr>
          <a:xfrm>
            <a:off x="9372600" y="1833033"/>
            <a:ext cx="2540000" cy="0"/>
          </a:xfrm>
          <a:prstGeom prst="line">
            <a:avLst/>
          </a:prstGeom>
          <a:ln w="6350">
            <a:solidFill>
              <a:srgbClr val="E7E7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타원 33">
            <a:extLst>
              <a:ext uri="{FF2B5EF4-FFF2-40B4-BE49-F238E27FC236}">
                <a16:creationId xmlns:a16="http://schemas.microsoft.com/office/drawing/2014/main" id="{9263FAD9-E4C3-3A51-656A-5F26D30C4508}"/>
              </a:ext>
            </a:extLst>
          </p:cNvPr>
          <p:cNvSpPr/>
          <p:nvPr/>
        </p:nvSpPr>
        <p:spPr>
          <a:xfrm>
            <a:off x="9347200" y="1896533"/>
            <a:ext cx="152400" cy="152400"/>
          </a:xfrm>
          <a:prstGeom prst="ellipse">
            <a:avLst/>
          </a:prstGeom>
          <a:solidFill>
            <a:srgbClr val="FF2F2F"/>
          </a:solidFill>
          <a:ln w="8890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650" b="1">
                <a:solidFill>
                  <a:srgbClr val="FFFFFF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2</a:t>
            </a:r>
            <a:endParaRPr lang="ko-KR" altLang="en-US" sz="650" b="1">
              <a:solidFill>
                <a:srgbClr val="FFFFFF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1489FCBF-2190-D9A5-DA10-E06DCB4776E5}"/>
              </a:ext>
            </a:extLst>
          </p:cNvPr>
          <p:cNvSpPr txBox="1"/>
          <p:nvPr/>
        </p:nvSpPr>
        <p:spPr>
          <a:xfrm>
            <a:off x="9563100" y="1871133"/>
            <a:ext cx="2374900" cy="302647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t">
            <a:noAutofit/>
          </a:bodyPr>
          <a:lstStyle/>
          <a:p>
            <a:r>
              <a:rPr lang="ko-KR" altLang="en-US" sz="700" b="1">
                <a:solidFill>
                  <a:srgbClr val="252525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프로그램 추가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F3D69985-5CF6-1CA9-749D-87D634234EBA}"/>
              </a:ext>
            </a:extLst>
          </p:cNvPr>
          <p:cNvSpPr txBox="1"/>
          <p:nvPr/>
        </p:nvSpPr>
        <p:spPr>
          <a:xfrm>
            <a:off x="9563100" y="2061633"/>
            <a:ext cx="2374900" cy="302647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t">
            <a:noAutofit/>
          </a:bodyPr>
          <a:lstStyle/>
          <a:p>
            <a:r>
              <a:rPr lang="ko-KR" altLang="en-US" sz="650">
                <a:solidFill>
                  <a:srgbClr val="252525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기본값 카드로 새 프로그램을 생성한다</a:t>
            </a:r>
            <a:r>
              <a:rPr lang="en-US" altLang="ko-KR" sz="650">
                <a:solidFill>
                  <a:srgbClr val="252525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. </a:t>
            </a:r>
            <a:r>
              <a:rPr lang="ko-KR" altLang="en-US" sz="650">
                <a:solidFill>
                  <a:srgbClr val="252525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빈 프로그램명은 저장할 수 없다</a:t>
            </a:r>
            <a:r>
              <a:rPr lang="en-US" altLang="ko-KR" sz="650">
                <a:solidFill>
                  <a:srgbClr val="252525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.</a:t>
            </a:r>
            <a:endParaRPr lang="ko-KR" altLang="en-US" sz="650">
              <a:solidFill>
                <a:srgbClr val="252525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cxnSp>
        <p:nvCxnSpPr>
          <p:cNvPr id="37" name="직선 연결선 36">
            <a:extLst>
              <a:ext uri="{FF2B5EF4-FFF2-40B4-BE49-F238E27FC236}">
                <a16:creationId xmlns:a16="http://schemas.microsoft.com/office/drawing/2014/main" id="{B79A7C5A-E660-6E37-F34D-CFD2345B866C}"/>
              </a:ext>
            </a:extLst>
          </p:cNvPr>
          <p:cNvCxnSpPr/>
          <p:nvPr/>
        </p:nvCxnSpPr>
        <p:spPr>
          <a:xfrm>
            <a:off x="9372600" y="2802467"/>
            <a:ext cx="2540000" cy="0"/>
          </a:xfrm>
          <a:prstGeom prst="line">
            <a:avLst/>
          </a:prstGeom>
          <a:ln w="6350">
            <a:solidFill>
              <a:srgbClr val="E7E7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타원 37">
            <a:extLst>
              <a:ext uri="{FF2B5EF4-FFF2-40B4-BE49-F238E27FC236}">
                <a16:creationId xmlns:a16="http://schemas.microsoft.com/office/drawing/2014/main" id="{2FA218E8-5BB0-936B-3701-50144459E6C6}"/>
              </a:ext>
            </a:extLst>
          </p:cNvPr>
          <p:cNvSpPr/>
          <p:nvPr/>
        </p:nvSpPr>
        <p:spPr>
          <a:xfrm>
            <a:off x="9347200" y="2865967"/>
            <a:ext cx="152400" cy="152400"/>
          </a:xfrm>
          <a:prstGeom prst="ellipse">
            <a:avLst/>
          </a:prstGeom>
          <a:solidFill>
            <a:srgbClr val="FF2F2F"/>
          </a:solidFill>
          <a:ln w="8890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650" b="1">
                <a:solidFill>
                  <a:srgbClr val="FFFFFF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3</a:t>
            </a:r>
            <a:endParaRPr lang="ko-KR" altLang="en-US" sz="650" b="1">
              <a:solidFill>
                <a:srgbClr val="FFFFFF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64465903-531B-3F13-D809-24B3F287B449}"/>
              </a:ext>
            </a:extLst>
          </p:cNvPr>
          <p:cNvSpPr txBox="1"/>
          <p:nvPr/>
        </p:nvSpPr>
        <p:spPr>
          <a:xfrm>
            <a:off x="9563100" y="2840567"/>
            <a:ext cx="2374900" cy="302647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t">
            <a:noAutofit/>
          </a:bodyPr>
          <a:lstStyle/>
          <a:p>
            <a:r>
              <a:rPr lang="ko-KR" altLang="en-US" sz="700" b="1">
                <a:solidFill>
                  <a:srgbClr val="252525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프로그램명</a:t>
            </a:r>
            <a:r>
              <a:rPr lang="en-US" altLang="ko-KR" sz="700" b="1">
                <a:solidFill>
                  <a:srgbClr val="252525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·</a:t>
            </a:r>
            <a:r>
              <a:rPr lang="ko-KR" altLang="en-US" sz="700" b="1">
                <a:solidFill>
                  <a:srgbClr val="252525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유형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819202C5-1730-DF9D-A3C0-95DB5BF2A0CB}"/>
              </a:ext>
            </a:extLst>
          </p:cNvPr>
          <p:cNvSpPr txBox="1"/>
          <p:nvPr/>
        </p:nvSpPr>
        <p:spPr>
          <a:xfrm>
            <a:off x="9563100" y="3031067"/>
            <a:ext cx="2374900" cy="302647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t">
            <a:noAutofit/>
          </a:bodyPr>
          <a:lstStyle/>
          <a:p>
            <a:r>
              <a:rPr lang="ko-KR" altLang="en-US" sz="650">
                <a:solidFill>
                  <a:srgbClr val="252525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고객 앱 표시명과 지원 유형을 입력한다</a:t>
            </a:r>
            <a:r>
              <a:rPr lang="en-US" altLang="ko-KR" sz="650">
                <a:solidFill>
                  <a:srgbClr val="252525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. </a:t>
            </a:r>
            <a:r>
              <a:rPr lang="ko-KR" altLang="en-US" sz="650">
                <a:solidFill>
                  <a:srgbClr val="252525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앱이 지원하지 않는 유형은 배포 전 검증한다</a:t>
            </a:r>
            <a:r>
              <a:rPr lang="en-US" altLang="ko-KR" sz="650">
                <a:solidFill>
                  <a:srgbClr val="252525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.</a:t>
            </a:r>
            <a:endParaRPr lang="ko-KR" altLang="en-US" sz="650">
              <a:solidFill>
                <a:srgbClr val="252525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cxnSp>
        <p:nvCxnSpPr>
          <p:cNvPr id="41" name="직선 연결선 40">
            <a:extLst>
              <a:ext uri="{FF2B5EF4-FFF2-40B4-BE49-F238E27FC236}">
                <a16:creationId xmlns:a16="http://schemas.microsoft.com/office/drawing/2014/main" id="{612F6D69-EA0E-5105-466D-E62DCA63999E}"/>
              </a:ext>
            </a:extLst>
          </p:cNvPr>
          <p:cNvCxnSpPr/>
          <p:nvPr/>
        </p:nvCxnSpPr>
        <p:spPr>
          <a:xfrm>
            <a:off x="9372600" y="3771900"/>
            <a:ext cx="2540000" cy="0"/>
          </a:xfrm>
          <a:prstGeom prst="line">
            <a:avLst/>
          </a:prstGeom>
          <a:ln w="6350">
            <a:solidFill>
              <a:srgbClr val="E7E7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타원 41">
            <a:extLst>
              <a:ext uri="{FF2B5EF4-FFF2-40B4-BE49-F238E27FC236}">
                <a16:creationId xmlns:a16="http://schemas.microsoft.com/office/drawing/2014/main" id="{EC46F53B-C704-3134-DA0E-AFD23586863A}"/>
              </a:ext>
            </a:extLst>
          </p:cNvPr>
          <p:cNvSpPr/>
          <p:nvPr/>
        </p:nvSpPr>
        <p:spPr>
          <a:xfrm>
            <a:off x="9347200" y="3835400"/>
            <a:ext cx="152400" cy="152400"/>
          </a:xfrm>
          <a:prstGeom prst="ellipse">
            <a:avLst/>
          </a:prstGeom>
          <a:solidFill>
            <a:srgbClr val="FF2F2F"/>
          </a:solidFill>
          <a:ln w="8890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650" b="1">
                <a:solidFill>
                  <a:srgbClr val="FFFFFF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4</a:t>
            </a:r>
            <a:endParaRPr lang="ko-KR" altLang="en-US" sz="650" b="1">
              <a:solidFill>
                <a:srgbClr val="FFFFFF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AC933069-760C-091A-79A2-002C05B14C49}"/>
              </a:ext>
            </a:extLst>
          </p:cNvPr>
          <p:cNvSpPr txBox="1"/>
          <p:nvPr/>
        </p:nvSpPr>
        <p:spPr>
          <a:xfrm>
            <a:off x="9563100" y="3810000"/>
            <a:ext cx="2374900" cy="302647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t">
            <a:noAutofit/>
          </a:bodyPr>
          <a:lstStyle/>
          <a:p>
            <a:r>
              <a:rPr lang="ko-KR" altLang="en-US" sz="700" b="1">
                <a:solidFill>
                  <a:srgbClr val="252525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기본 이용시간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60070EC7-281A-59AF-633D-6FA857B058A9}"/>
              </a:ext>
            </a:extLst>
          </p:cNvPr>
          <p:cNvSpPr txBox="1"/>
          <p:nvPr/>
        </p:nvSpPr>
        <p:spPr>
          <a:xfrm>
            <a:off x="9563100" y="4000500"/>
            <a:ext cx="2374900" cy="302647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t">
            <a:noAutofit/>
          </a:bodyPr>
          <a:lstStyle/>
          <a:p>
            <a:r>
              <a:rPr lang="ko-KR" altLang="en-US" sz="650">
                <a:solidFill>
                  <a:srgbClr val="252525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분 단위 </a:t>
            </a:r>
            <a:r>
              <a:rPr lang="en-US" altLang="ko-KR" sz="650">
                <a:solidFill>
                  <a:srgbClr val="252525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1~180 </a:t>
            </a:r>
            <a:r>
              <a:rPr lang="ko-KR" altLang="en-US" sz="650">
                <a:solidFill>
                  <a:srgbClr val="252525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범위로 제한한다</a:t>
            </a:r>
            <a:r>
              <a:rPr lang="en-US" altLang="ko-KR" sz="650">
                <a:solidFill>
                  <a:srgbClr val="252525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. </a:t>
            </a:r>
            <a:r>
              <a:rPr lang="ko-KR" altLang="en-US" sz="650">
                <a:solidFill>
                  <a:srgbClr val="252525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범위를 벗어난 입력은 즉시 안내하고 저장을 막는다</a:t>
            </a:r>
            <a:r>
              <a:rPr lang="en-US" altLang="ko-KR" sz="650">
                <a:solidFill>
                  <a:srgbClr val="252525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.</a:t>
            </a:r>
            <a:endParaRPr lang="ko-KR" altLang="en-US" sz="650">
              <a:solidFill>
                <a:srgbClr val="252525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cxnSp>
        <p:nvCxnSpPr>
          <p:cNvPr id="45" name="직선 연결선 44">
            <a:extLst>
              <a:ext uri="{FF2B5EF4-FFF2-40B4-BE49-F238E27FC236}">
                <a16:creationId xmlns:a16="http://schemas.microsoft.com/office/drawing/2014/main" id="{2B04BF7A-930E-15A9-C1C4-A17D1B3E4745}"/>
              </a:ext>
            </a:extLst>
          </p:cNvPr>
          <p:cNvCxnSpPr/>
          <p:nvPr/>
        </p:nvCxnSpPr>
        <p:spPr>
          <a:xfrm>
            <a:off x="9372600" y="4741333"/>
            <a:ext cx="2540000" cy="0"/>
          </a:xfrm>
          <a:prstGeom prst="line">
            <a:avLst/>
          </a:prstGeom>
          <a:ln w="6350">
            <a:solidFill>
              <a:srgbClr val="E7E7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6" name="타원 45">
            <a:extLst>
              <a:ext uri="{FF2B5EF4-FFF2-40B4-BE49-F238E27FC236}">
                <a16:creationId xmlns:a16="http://schemas.microsoft.com/office/drawing/2014/main" id="{4EE93D09-F2E1-BC49-8861-386CC9645757}"/>
              </a:ext>
            </a:extLst>
          </p:cNvPr>
          <p:cNvSpPr/>
          <p:nvPr/>
        </p:nvSpPr>
        <p:spPr>
          <a:xfrm>
            <a:off x="9347200" y="4804833"/>
            <a:ext cx="152400" cy="152400"/>
          </a:xfrm>
          <a:prstGeom prst="ellipse">
            <a:avLst/>
          </a:prstGeom>
          <a:solidFill>
            <a:srgbClr val="FF2F2F"/>
          </a:solidFill>
          <a:ln w="8890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650" b="1">
                <a:solidFill>
                  <a:srgbClr val="FFFFFF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5</a:t>
            </a:r>
            <a:endParaRPr lang="ko-KR" altLang="en-US" sz="650" b="1">
              <a:solidFill>
                <a:srgbClr val="FFFFFF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6216F886-5729-F7AF-02C0-B07D01E8B1EB}"/>
              </a:ext>
            </a:extLst>
          </p:cNvPr>
          <p:cNvSpPr txBox="1"/>
          <p:nvPr/>
        </p:nvSpPr>
        <p:spPr>
          <a:xfrm>
            <a:off x="9563100" y="4779433"/>
            <a:ext cx="2374900" cy="302647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t">
            <a:noAutofit/>
          </a:bodyPr>
          <a:lstStyle/>
          <a:p>
            <a:r>
              <a:rPr lang="ko-KR" altLang="en-US" sz="700" b="1">
                <a:solidFill>
                  <a:srgbClr val="252525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앱 노출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FBDB7306-B84A-45DC-414E-C147EE92A4F1}"/>
              </a:ext>
            </a:extLst>
          </p:cNvPr>
          <p:cNvSpPr txBox="1"/>
          <p:nvPr/>
        </p:nvSpPr>
        <p:spPr>
          <a:xfrm>
            <a:off x="9563100" y="4969933"/>
            <a:ext cx="2374900" cy="302647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t">
            <a:noAutofit/>
          </a:bodyPr>
          <a:lstStyle/>
          <a:p>
            <a:r>
              <a:rPr lang="ko-KR" altLang="en-US" sz="650">
                <a:solidFill>
                  <a:srgbClr val="252525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활성 프로그램만 고객 앱에 노출한다</a:t>
            </a:r>
            <a:r>
              <a:rPr lang="en-US" altLang="ko-KR" sz="650">
                <a:solidFill>
                  <a:srgbClr val="252525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. </a:t>
            </a:r>
            <a:r>
              <a:rPr lang="ko-KR" altLang="en-US" sz="650">
                <a:solidFill>
                  <a:srgbClr val="252525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비활성 데이터는 삭제하지 않고 다시 사용할 수 있게 보존한다</a:t>
            </a:r>
            <a:r>
              <a:rPr lang="en-US" altLang="ko-KR" sz="650">
                <a:solidFill>
                  <a:srgbClr val="252525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.</a:t>
            </a:r>
            <a:endParaRPr lang="ko-KR" altLang="en-US" sz="650">
              <a:solidFill>
                <a:srgbClr val="252525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cxnSp>
        <p:nvCxnSpPr>
          <p:cNvPr id="49" name="직선 연결선 48">
            <a:extLst>
              <a:ext uri="{FF2B5EF4-FFF2-40B4-BE49-F238E27FC236}">
                <a16:creationId xmlns:a16="http://schemas.microsoft.com/office/drawing/2014/main" id="{04F5B9EB-5984-2929-A68B-B4468AF3D5AC}"/>
              </a:ext>
            </a:extLst>
          </p:cNvPr>
          <p:cNvCxnSpPr/>
          <p:nvPr/>
        </p:nvCxnSpPr>
        <p:spPr>
          <a:xfrm>
            <a:off x="9372600" y="5710767"/>
            <a:ext cx="2540000" cy="0"/>
          </a:xfrm>
          <a:prstGeom prst="line">
            <a:avLst/>
          </a:prstGeom>
          <a:ln w="6350">
            <a:solidFill>
              <a:srgbClr val="E7E7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0" name="타원 49">
            <a:extLst>
              <a:ext uri="{FF2B5EF4-FFF2-40B4-BE49-F238E27FC236}">
                <a16:creationId xmlns:a16="http://schemas.microsoft.com/office/drawing/2014/main" id="{689CC20B-A112-2480-09C6-1A2B9F46B40C}"/>
              </a:ext>
            </a:extLst>
          </p:cNvPr>
          <p:cNvSpPr/>
          <p:nvPr/>
        </p:nvSpPr>
        <p:spPr>
          <a:xfrm>
            <a:off x="9347200" y="5774267"/>
            <a:ext cx="152400" cy="152400"/>
          </a:xfrm>
          <a:prstGeom prst="ellipse">
            <a:avLst/>
          </a:prstGeom>
          <a:solidFill>
            <a:srgbClr val="FF2F2F"/>
          </a:solidFill>
          <a:ln w="8890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650" b="1">
                <a:solidFill>
                  <a:srgbClr val="FFFFFF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6</a:t>
            </a:r>
            <a:endParaRPr lang="ko-KR" altLang="en-US" sz="650" b="1">
              <a:solidFill>
                <a:srgbClr val="FFFFFF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1C0FDF5B-948F-91B2-1CEE-DE5C448F2968}"/>
              </a:ext>
            </a:extLst>
          </p:cNvPr>
          <p:cNvSpPr txBox="1"/>
          <p:nvPr/>
        </p:nvSpPr>
        <p:spPr>
          <a:xfrm>
            <a:off x="9563100" y="5748867"/>
            <a:ext cx="2374900" cy="302647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t">
            <a:noAutofit/>
          </a:bodyPr>
          <a:lstStyle/>
          <a:p>
            <a:r>
              <a:rPr lang="ko-KR" altLang="en-US" sz="700" b="1">
                <a:solidFill>
                  <a:srgbClr val="252525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삭제</a:t>
            </a:r>
            <a:r>
              <a:rPr lang="en-US" altLang="ko-KR" sz="700" b="1">
                <a:solidFill>
                  <a:srgbClr val="252525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·</a:t>
            </a:r>
            <a:r>
              <a:rPr lang="ko-KR" altLang="en-US" sz="700" b="1">
                <a:solidFill>
                  <a:srgbClr val="252525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저장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0CB5FFD1-D3BA-F415-3D66-6ACC78584FD0}"/>
              </a:ext>
            </a:extLst>
          </p:cNvPr>
          <p:cNvSpPr txBox="1"/>
          <p:nvPr/>
        </p:nvSpPr>
        <p:spPr>
          <a:xfrm>
            <a:off x="9563100" y="5939367"/>
            <a:ext cx="2374900" cy="302647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t">
            <a:noAutofit/>
          </a:bodyPr>
          <a:lstStyle/>
          <a:p>
            <a:r>
              <a:rPr lang="ko-KR" altLang="en-US" sz="650">
                <a:solidFill>
                  <a:srgbClr val="252525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사용 이력이 있으면 삭제보다 비활성을 우선한다</a:t>
            </a:r>
            <a:r>
              <a:rPr lang="en-US" altLang="ko-KR" sz="650">
                <a:solidFill>
                  <a:srgbClr val="252525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. </a:t>
            </a:r>
            <a:r>
              <a:rPr lang="ko-KR" altLang="en-US" sz="650">
                <a:solidFill>
                  <a:srgbClr val="252525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삭제는 확인 후 저장해야 확정된다</a:t>
            </a:r>
            <a:r>
              <a:rPr lang="en-US" altLang="ko-KR" sz="650">
                <a:solidFill>
                  <a:srgbClr val="252525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.</a:t>
            </a:r>
            <a:endParaRPr lang="ko-KR" altLang="en-US" sz="650">
              <a:solidFill>
                <a:srgbClr val="252525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9657581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CA0C1D70-1304-8A95-DBD4-23543FC51220}"/>
              </a:ext>
            </a:extLst>
          </p:cNvPr>
          <p:cNvSpPr/>
          <p:nvPr/>
        </p:nvSpPr>
        <p:spPr>
          <a:xfrm>
            <a:off x="177800" y="50800"/>
            <a:ext cx="609600" cy="304800"/>
          </a:xfrm>
          <a:prstGeom prst="rect">
            <a:avLst/>
          </a:prstGeom>
          <a:solidFill>
            <a:srgbClr val="3C3C3C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BA3365E-494E-7D25-382C-F43FF5DB74DD}"/>
              </a:ext>
            </a:extLst>
          </p:cNvPr>
          <p:cNvSpPr txBox="1"/>
          <p:nvPr/>
        </p:nvSpPr>
        <p:spPr>
          <a:xfrm>
            <a:off x="177800" y="50800"/>
            <a:ext cx="609600" cy="302647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ctr">
            <a:noAutofit/>
          </a:bodyPr>
          <a:lstStyle/>
          <a:p>
            <a:pPr algn="ctr"/>
            <a:r>
              <a:rPr lang="ko-KR" altLang="en-US" sz="600" b="1">
                <a:solidFill>
                  <a:srgbClr val="FFFFFF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화면 </a:t>
            </a:r>
            <a:r>
              <a:rPr lang="en-US" altLang="ko-KR" sz="600" b="1">
                <a:solidFill>
                  <a:srgbClr val="FFFFFF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ID</a:t>
            </a:r>
            <a:endParaRPr lang="ko-KR" altLang="en-US" sz="600" b="1">
              <a:solidFill>
                <a:srgbClr val="FFFFFF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F803C1D8-357E-2434-90BF-D26D53214CE3}"/>
              </a:ext>
            </a:extLst>
          </p:cNvPr>
          <p:cNvSpPr/>
          <p:nvPr/>
        </p:nvSpPr>
        <p:spPr>
          <a:xfrm>
            <a:off x="787400" y="50800"/>
            <a:ext cx="914400" cy="304800"/>
          </a:xfrm>
          <a:prstGeom prst="rect">
            <a:avLst/>
          </a:prstGeom>
          <a:solidFill>
            <a:srgbClr val="FFFFFF"/>
          </a:solidFill>
          <a:ln w="7620">
            <a:solidFill>
              <a:srgbClr val="D9D9D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C364332-71A8-EC04-5062-2842AC5338C5}"/>
              </a:ext>
            </a:extLst>
          </p:cNvPr>
          <p:cNvSpPr txBox="1"/>
          <p:nvPr/>
        </p:nvSpPr>
        <p:spPr>
          <a:xfrm>
            <a:off x="812800" y="50800"/>
            <a:ext cx="863600" cy="302647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ctr">
            <a:noAutofit/>
          </a:bodyPr>
          <a:lstStyle/>
          <a:p>
            <a:r>
              <a:rPr lang="en-US" altLang="ko-KR" sz="600">
                <a:solidFill>
                  <a:srgbClr val="252525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SB-10</a:t>
            </a:r>
            <a:endParaRPr lang="ko-KR" altLang="en-US" sz="600">
              <a:solidFill>
                <a:srgbClr val="252525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6EAE05B1-E217-28EC-8290-765B84A8A605}"/>
              </a:ext>
            </a:extLst>
          </p:cNvPr>
          <p:cNvSpPr/>
          <p:nvPr/>
        </p:nvSpPr>
        <p:spPr>
          <a:xfrm>
            <a:off x="1752600" y="50800"/>
            <a:ext cx="609600" cy="304800"/>
          </a:xfrm>
          <a:prstGeom prst="rect">
            <a:avLst/>
          </a:prstGeom>
          <a:solidFill>
            <a:srgbClr val="3C3C3C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6082D44-6A22-EC1B-11E0-B31FD590BA59}"/>
              </a:ext>
            </a:extLst>
          </p:cNvPr>
          <p:cNvSpPr txBox="1"/>
          <p:nvPr/>
        </p:nvSpPr>
        <p:spPr>
          <a:xfrm>
            <a:off x="1752600" y="50800"/>
            <a:ext cx="609600" cy="302647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ctr">
            <a:noAutofit/>
          </a:bodyPr>
          <a:lstStyle/>
          <a:p>
            <a:pPr algn="ctr"/>
            <a:r>
              <a:rPr lang="ko-KR" altLang="en-US" sz="600" b="1">
                <a:solidFill>
                  <a:srgbClr val="FFFFFF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화면명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1654E6B9-B47A-3732-3506-50BAFFC60A9A}"/>
              </a:ext>
            </a:extLst>
          </p:cNvPr>
          <p:cNvSpPr/>
          <p:nvPr/>
        </p:nvSpPr>
        <p:spPr>
          <a:xfrm>
            <a:off x="2362200" y="50800"/>
            <a:ext cx="2984500" cy="304800"/>
          </a:xfrm>
          <a:prstGeom prst="rect">
            <a:avLst/>
          </a:prstGeom>
          <a:solidFill>
            <a:srgbClr val="FFFFFF"/>
          </a:solidFill>
          <a:ln w="7620">
            <a:solidFill>
              <a:srgbClr val="D9D9D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B6A87D3-BF74-2789-C467-BE4CDA249C32}"/>
              </a:ext>
            </a:extLst>
          </p:cNvPr>
          <p:cNvSpPr txBox="1"/>
          <p:nvPr/>
        </p:nvSpPr>
        <p:spPr>
          <a:xfrm>
            <a:off x="2387600" y="50800"/>
            <a:ext cx="2933700" cy="302647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ctr">
            <a:noAutofit/>
          </a:bodyPr>
          <a:lstStyle/>
          <a:p>
            <a:r>
              <a:rPr lang="ko-KR" altLang="en-US" sz="600">
                <a:solidFill>
                  <a:srgbClr val="252525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공간 테마 </a:t>
            </a:r>
            <a:r>
              <a:rPr lang="en-US" altLang="ko-KR" sz="600">
                <a:solidFill>
                  <a:srgbClr val="252525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· Thema</a:t>
            </a:r>
            <a:endParaRPr lang="ko-KR" altLang="en-US" sz="600">
              <a:solidFill>
                <a:srgbClr val="252525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DA42078D-F979-19F7-A2F1-E31452570087}"/>
              </a:ext>
            </a:extLst>
          </p:cNvPr>
          <p:cNvSpPr/>
          <p:nvPr/>
        </p:nvSpPr>
        <p:spPr>
          <a:xfrm>
            <a:off x="5346700" y="50800"/>
            <a:ext cx="609600" cy="304800"/>
          </a:xfrm>
          <a:prstGeom prst="rect">
            <a:avLst/>
          </a:prstGeom>
          <a:solidFill>
            <a:srgbClr val="3C3C3C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D1DFAF7-4452-C483-F06D-25BE4A8FC57F}"/>
              </a:ext>
            </a:extLst>
          </p:cNvPr>
          <p:cNvSpPr txBox="1"/>
          <p:nvPr/>
        </p:nvSpPr>
        <p:spPr>
          <a:xfrm>
            <a:off x="5346700" y="50800"/>
            <a:ext cx="609600" cy="302647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ctr">
            <a:noAutofit/>
          </a:bodyPr>
          <a:lstStyle/>
          <a:p>
            <a:pPr algn="ctr"/>
            <a:r>
              <a:rPr lang="ko-KR" altLang="en-US" sz="600" b="1">
                <a:solidFill>
                  <a:srgbClr val="FFFFFF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화면 경로</a:t>
            </a: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86734436-7239-A969-6982-F4DD2A9DA065}"/>
              </a:ext>
            </a:extLst>
          </p:cNvPr>
          <p:cNvSpPr/>
          <p:nvPr/>
        </p:nvSpPr>
        <p:spPr>
          <a:xfrm>
            <a:off x="5956300" y="50800"/>
            <a:ext cx="3098800" cy="304800"/>
          </a:xfrm>
          <a:prstGeom prst="rect">
            <a:avLst/>
          </a:prstGeom>
          <a:solidFill>
            <a:srgbClr val="FFFFFF"/>
          </a:solidFill>
          <a:ln w="7620">
            <a:solidFill>
              <a:srgbClr val="D9D9D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5E01943A-AFF3-C3D1-89B2-742E0F9E5383}"/>
              </a:ext>
            </a:extLst>
          </p:cNvPr>
          <p:cNvSpPr txBox="1"/>
          <p:nvPr/>
        </p:nvSpPr>
        <p:spPr>
          <a:xfrm>
            <a:off x="5981700" y="50800"/>
            <a:ext cx="3048000" cy="302647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ctr">
            <a:noAutofit/>
          </a:bodyPr>
          <a:lstStyle/>
          <a:p>
            <a:r>
              <a:rPr lang="en-US" altLang="ko-KR" sz="600">
                <a:solidFill>
                  <a:srgbClr val="252525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#themes / Thema</a:t>
            </a:r>
            <a:endParaRPr lang="ko-KR" altLang="en-US" sz="600">
              <a:solidFill>
                <a:srgbClr val="252525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00D3A700-8D6A-6B11-EFA4-866115120081}"/>
              </a:ext>
            </a:extLst>
          </p:cNvPr>
          <p:cNvSpPr/>
          <p:nvPr/>
        </p:nvSpPr>
        <p:spPr>
          <a:xfrm>
            <a:off x="9893300" y="50800"/>
            <a:ext cx="825500" cy="304800"/>
          </a:xfrm>
          <a:prstGeom prst="rect">
            <a:avLst/>
          </a:prstGeom>
          <a:solidFill>
            <a:srgbClr val="3C3C3C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39F03E29-9A1F-BEE5-2D79-5F4FDD7844FF}"/>
              </a:ext>
            </a:extLst>
          </p:cNvPr>
          <p:cNvSpPr txBox="1"/>
          <p:nvPr/>
        </p:nvSpPr>
        <p:spPr>
          <a:xfrm>
            <a:off x="9893300" y="50800"/>
            <a:ext cx="825500" cy="302647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ctr">
            <a:noAutofit/>
          </a:bodyPr>
          <a:lstStyle/>
          <a:p>
            <a:pPr algn="ctr"/>
            <a:r>
              <a:rPr lang="ko-KR" altLang="en-US" sz="600" b="1">
                <a:solidFill>
                  <a:srgbClr val="FFFFFF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작성 기준</a:t>
            </a: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F7B62FA0-FFFF-A555-48CB-CCD8816851E8}"/>
              </a:ext>
            </a:extLst>
          </p:cNvPr>
          <p:cNvSpPr/>
          <p:nvPr/>
        </p:nvSpPr>
        <p:spPr>
          <a:xfrm>
            <a:off x="10718800" y="50800"/>
            <a:ext cx="1295400" cy="304800"/>
          </a:xfrm>
          <a:prstGeom prst="rect">
            <a:avLst/>
          </a:prstGeom>
          <a:solidFill>
            <a:srgbClr val="FFFFFF"/>
          </a:solidFill>
          <a:ln w="7620">
            <a:solidFill>
              <a:srgbClr val="D9D9D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89741E3A-49E3-8ABF-F0FE-94909C4BE4CE}"/>
              </a:ext>
            </a:extLst>
          </p:cNvPr>
          <p:cNvSpPr txBox="1"/>
          <p:nvPr/>
        </p:nvSpPr>
        <p:spPr>
          <a:xfrm>
            <a:off x="10744200" y="50800"/>
            <a:ext cx="1244600" cy="302647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ctr">
            <a:noAutofit/>
          </a:bodyPr>
          <a:lstStyle/>
          <a:p>
            <a:r>
              <a:rPr lang="ko-KR" altLang="en-US" sz="600">
                <a:solidFill>
                  <a:srgbClr val="252525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현행 구현 </a:t>
            </a:r>
            <a:r>
              <a:rPr lang="en-US" altLang="ko-KR" sz="600">
                <a:solidFill>
                  <a:srgbClr val="252525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+ </a:t>
            </a:r>
            <a:r>
              <a:rPr lang="ko-KR" altLang="en-US" sz="600">
                <a:solidFill>
                  <a:srgbClr val="252525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정책 </a:t>
            </a:r>
            <a:r>
              <a:rPr lang="en-US" altLang="ko-KR" sz="600">
                <a:solidFill>
                  <a:srgbClr val="252525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1.0</a:t>
            </a:r>
            <a:endParaRPr lang="ko-KR" altLang="en-US" sz="600">
              <a:solidFill>
                <a:srgbClr val="252525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pic>
        <p:nvPicPr>
          <p:cNvPr id="19" name="그림 18">
            <a:extLst>
              <a:ext uri="{FF2B5EF4-FFF2-40B4-BE49-F238E27FC236}">
                <a16:creationId xmlns:a16="http://schemas.microsoft.com/office/drawing/2014/main" id="{DD34D56B-9276-4450-E8C8-362868C795FF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7800" y="482600"/>
            <a:ext cx="8940800" cy="6273800"/>
          </a:xfrm>
          <a:prstGeom prst="rect">
            <a:avLst/>
          </a:prstGeom>
        </p:spPr>
      </p:pic>
      <p:sp>
        <p:nvSpPr>
          <p:cNvPr id="20" name="직사각형 19">
            <a:extLst>
              <a:ext uri="{FF2B5EF4-FFF2-40B4-BE49-F238E27FC236}">
                <a16:creationId xmlns:a16="http://schemas.microsoft.com/office/drawing/2014/main" id="{68E8B1CA-806A-E2A2-D56B-49EA52A616D3}"/>
              </a:ext>
            </a:extLst>
          </p:cNvPr>
          <p:cNvSpPr/>
          <p:nvPr/>
        </p:nvSpPr>
        <p:spPr>
          <a:xfrm>
            <a:off x="177800" y="482600"/>
            <a:ext cx="8940800" cy="6273800"/>
          </a:xfrm>
          <a:prstGeom prst="rect">
            <a:avLst/>
          </a:prstGeom>
          <a:solidFill>
            <a:srgbClr val="FFFFFF">
              <a:alpha val="0"/>
            </a:srgbClr>
          </a:solidFill>
          <a:ln w="7620">
            <a:solidFill>
              <a:srgbClr val="D9D9D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1" name="타원 20">
            <a:extLst>
              <a:ext uri="{FF2B5EF4-FFF2-40B4-BE49-F238E27FC236}">
                <a16:creationId xmlns:a16="http://schemas.microsoft.com/office/drawing/2014/main" id="{AF3EC592-FAC6-5F7C-AEDD-6FB15DA51774}"/>
              </a:ext>
            </a:extLst>
          </p:cNvPr>
          <p:cNvSpPr/>
          <p:nvPr/>
        </p:nvSpPr>
        <p:spPr>
          <a:xfrm>
            <a:off x="3820583" y="1568699"/>
            <a:ext cx="165100" cy="165100"/>
          </a:xfrm>
          <a:prstGeom prst="ellipse">
            <a:avLst/>
          </a:prstGeom>
          <a:solidFill>
            <a:srgbClr val="FF2F2F"/>
          </a:solidFill>
          <a:ln w="8890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650" b="1">
                <a:solidFill>
                  <a:srgbClr val="FFFFFF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1</a:t>
            </a:r>
            <a:endParaRPr lang="ko-KR" altLang="en-US" sz="650" b="1">
              <a:solidFill>
                <a:srgbClr val="FFFFFF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22" name="타원 21">
            <a:extLst>
              <a:ext uri="{FF2B5EF4-FFF2-40B4-BE49-F238E27FC236}">
                <a16:creationId xmlns:a16="http://schemas.microsoft.com/office/drawing/2014/main" id="{E2040AD2-F3C0-A00F-A5EF-8D7E36690CAD}"/>
              </a:ext>
            </a:extLst>
          </p:cNvPr>
          <p:cNvSpPr/>
          <p:nvPr/>
        </p:nvSpPr>
        <p:spPr>
          <a:xfrm>
            <a:off x="2765072" y="2798856"/>
            <a:ext cx="165100" cy="165100"/>
          </a:xfrm>
          <a:prstGeom prst="ellipse">
            <a:avLst/>
          </a:prstGeom>
          <a:solidFill>
            <a:srgbClr val="FF2F2F"/>
          </a:solidFill>
          <a:ln w="8890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650" b="1">
                <a:solidFill>
                  <a:srgbClr val="FFFFFF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2</a:t>
            </a:r>
            <a:endParaRPr lang="ko-KR" altLang="en-US" sz="650" b="1">
              <a:solidFill>
                <a:srgbClr val="FFFFFF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23" name="타원 22">
            <a:extLst>
              <a:ext uri="{FF2B5EF4-FFF2-40B4-BE49-F238E27FC236}">
                <a16:creationId xmlns:a16="http://schemas.microsoft.com/office/drawing/2014/main" id="{3621AC20-99FB-6721-FFC1-65DC37C384FB}"/>
              </a:ext>
            </a:extLst>
          </p:cNvPr>
          <p:cNvSpPr/>
          <p:nvPr/>
        </p:nvSpPr>
        <p:spPr>
          <a:xfrm>
            <a:off x="5434895" y="3044887"/>
            <a:ext cx="165100" cy="165100"/>
          </a:xfrm>
          <a:prstGeom prst="ellipse">
            <a:avLst/>
          </a:prstGeom>
          <a:solidFill>
            <a:srgbClr val="FF2F2F"/>
          </a:solidFill>
          <a:ln w="8890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650" b="1">
                <a:solidFill>
                  <a:srgbClr val="FFFFFF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3</a:t>
            </a:r>
            <a:endParaRPr lang="ko-KR" altLang="en-US" sz="650" b="1">
              <a:solidFill>
                <a:srgbClr val="FFFFFF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24" name="타원 23">
            <a:extLst>
              <a:ext uri="{FF2B5EF4-FFF2-40B4-BE49-F238E27FC236}">
                <a16:creationId xmlns:a16="http://schemas.microsoft.com/office/drawing/2014/main" id="{860F6F3F-FC12-6C68-6B91-CCA52E9F6857}"/>
              </a:ext>
            </a:extLst>
          </p:cNvPr>
          <p:cNvSpPr/>
          <p:nvPr/>
        </p:nvSpPr>
        <p:spPr>
          <a:xfrm>
            <a:off x="5062361" y="4398060"/>
            <a:ext cx="165100" cy="165100"/>
          </a:xfrm>
          <a:prstGeom prst="ellipse">
            <a:avLst/>
          </a:prstGeom>
          <a:solidFill>
            <a:srgbClr val="FF2F2F"/>
          </a:solidFill>
          <a:ln w="8890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650" b="1">
                <a:solidFill>
                  <a:srgbClr val="FFFFFF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4</a:t>
            </a:r>
            <a:endParaRPr lang="ko-KR" altLang="en-US" sz="650" b="1">
              <a:solidFill>
                <a:srgbClr val="FFFFFF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25" name="타원 24">
            <a:extLst>
              <a:ext uri="{FF2B5EF4-FFF2-40B4-BE49-F238E27FC236}">
                <a16:creationId xmlns:a16="http://schemas.microsoft.com/office/drawing/2014/main" id="{1558FCC0-D330-2756-438D-3B94487718A3}"/>
              </a:ext>
            </a:extLst>
          </p:cNvPr>
          <p:cNvSpPr/>
          <p:nvPr/>
        </p:nvSpPr>
        <p:spPr>
          <a:xfrm>
            <a:off x="4814005" y="5874248"/>
            <a:ext cx="165100" cy="165100"/>
          </a:xfrm>
          <a:prstGeom prst="ellipse">
            <a:avLst/>
          </a:prstGeom>
          <a:solidFill>
            <a:srgbClr val="FF2F2F"/>
          </a:solidFill>
          <a:ln w="8890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650" b="1">
                <a:solidFill>
                  <a:srgbClr val="FFFFFF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5</a:t>
            </a:r>
            <a:endParaRPr lang="ko-KR" altLang="en-US" sz="650" b="1">
              <a:solidFill>
                <a:srgbClr val="FFFFFF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26" name="타원 25">
            <a:extLst>
              <a:ext uri="{FF2B5EF4-FFF2-40B4-BE49-F238E27FC236}">
                <a16:creationId xmlns:a16="http://schemas.microsoft.com/office/drawing/2014/main" id="{D42C30EF-87D4-FAA3-D0D6-6D42425B093F}"/>
              </a:ext>
            </a:extLst>
          </p:cNvPr>
          <p:cNvSpPr/>
          <p:nvPr/>
        </p:nvSpPr>
        <p:spPr>
          <a:xfrm>
            <a:off x="7670095" y="6427819"/>
            <a:ext cx="165100" cy="165100"/>
          </a:xfrm>
          <a:prstGeom prst="ellipse">
            <a:avLst/>
          </a:prstGeom>
          <a:solidFill>
            <a:srgbClr val="FF2F2F"/>
          </a:solidFill>
          <a:ln w="8890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650" b="1">
                <a:solidFill>
                  <a:srgbClr val="FFFFFF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6</a:t>
            </a:r>
            <a:endParaRPr lang="ko-KR" altLang="en-US" sz="650" b="1">
              <a:solidFill>
                <a:srgbClr val="FFFFFF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27" name="직사각형 26">
            <a:extLst>
              <a:ext uri="{FF2B5EF4-FFF2-40B4-BE49-F238E27FC236}">
                <a16:creationId xmlns:a16="http://schemas.microsoft.com/office/drawing/2014/main" id="{5D061BDD-B523-988A-CA46-D923BA4C490C}"/>
              </a:ext>
            </a:extLst>
          </p:cNvPr>
          <p:cNvSpPr/>
          <p:nvPr/>
        </p:nvSpPr>
        <p:spPr>
          <a:xfrm>
            <a:off x="9271000" y="482600"/>
            <a:ext cx="2743200" cy="6273800"/>
          </a:xfrm>
          <a:prstGeom prst="rect">
            <a:avLst/>
          </a:prstGeom>
          <a:solidFill>
            <a:srgbClr val="FFFFFF"/>
          </a:solidFill>
          <a:ln w="7620">
            <a:solidFill>
              <a:srgbClr val="D9D9D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8" name="직사각형 27">
            <a:extLst>
              <a:ext uri="{FF2B5EF4-FFF2-40B4-BE49-F238E27FC236}">
                <a16:creationId xmlns:a16="http://schemas.microsoft.com/office/drawing/2014/main" id="{00A9D914-7600-59D2-DD99-BB2771B2CE0C}"/>
              </a:ext>
            </a:extLst>
          </p:cNvPr>
          <p:cNvSpPr/>
          <p:nvPr/>
        </p:nvSpPr>
        <p:spPr>
          <a:xfrm>
            <a:off x="9271000" y="482600"/>
            <a:ext cx="2743200" cy="342900"/>
          </a:xfrm>
          <a:prstGeom prst="rect">
            <a:avLst/>
          </a:prstGeom>
          <a:solidFill>
            <a:srgbClr val="3C3C3C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585E44D0-C4F1-6536-3E29-C58457B44330}"/>
              </a:ext>
            </a:extLst>
          </p:cNvPr>
          <p:cNvSpPr txBox="1"/>
          <p:nvPr/>
        </p:nvSpPr>
        <p:spPr>
          <a:xfrm>
            <a:off x="9271000" y="482600"/>
            <a:ext cx="2743200" cy="302647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ctr">
            <a:noAutofit/>
          </a:bodyPr>
          <a:lstStyle/>
          <a:p>
            <a:pPr algn="ctr"/>
            <a:r>
              <a:rPr lang="en-US" altLang="ko-KR" sz="800" b="1">
                <a:solidFill>
                  <a:srgbClr val="FFFFFF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Description</a:t>
            </a:r>
            <a:endParaRPr lang="ko-KR" altLang="en-US" sz="800" b="1">
              <a:solidFill>
                <a:srgbClr val="FFFFFF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30" name="타원 29">
            <a:extLst>
              <a:ext uri="{FF2B5EF4-FFF2-40B4-BE49-F238E27FC236}">
                <a16:creationId xmlns:a16="http://schemas.microsoft.com/office/drawing/2014/main" id="{78CA3BB0-9C67-67EC-86ED-0ADB4D8DFEB8}"/>
              </a:ext>
            </a:extLst>
          </p:cNvPr>
          <p:cNvSpPr/>
          <p:nvPr/>
        </p:nvSpPr>
        <p:spPr>
          <a:xfrm>
            <a:off x="9347200" y="927100"/>
            <a:ext cx="152400" cy="152400"/>
          </a:xfrm>
          <a:prstGeom prst="ellipse">
            <a:avLst/>
          </a:prstGeom>
          <a:solidFill>
            <a:srgbClr val="FF2F2F"/>
          </a:solidFill>
          <a:ln w="8890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650" b="1">
                <a:solidFill>
                  <a:srgbClr val="FFFFFF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1</a:t>
            </a:r>
            <a:endParaRPr lang="ko-KR" altLang="en-US" sz="650" b="1">
              <a:solidFill>
                <a:srgbClr val="FFFFFF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E648A75E-9AC9-E394-4C7C-A77FC57FA239}"/>
              </a:ext>
            </a:extLst>
          </p:cNvPr>
          <p:cNvSpPr txBox="1"/>
          <p:nvPr/>
        </p:nvSpPr>
        <p:spPr>
          <a:xfrm>
            <a:off x="9563100" y="901700"/>
            <a:ext cx="2374900" cy="302647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t">
            <a:noAutofit/>
          </a:bodyPr>
          <a:lstStyle/>
          <a:p>
            <a:r>
              <a:rPr lang="en-US" altLang="ko-KR" sz="700" b="1">
                <a:solidFill>
                  <a:srgbClr val="252525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Thema </a:t>
            </a:r>
            <a:r>
              <a:rPr lang="ko-KR" altLang="en-US" sz="700" b="1">
                <a:solidFill>
                  <a:srgbClr val="252525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탭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5D4A4A8A-AFA2-912C-0344-79631A2DE2CC}"/>
              </a:ext>
            </a:extLst>
          </p:cNvPr>
          <p:cNvSpPr txBox="1"/>
          <p:nvPr/>
        </p:nvSpPr>
        <p:spPr>
          <a:xfrm>
            <a:off x="9563100" y="1092200"/>
            <a:ext cx="2374900" cy="302647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t">
            <a:noAutofit/>
          </a:bodyPr>
          <a:lstStyle/>
          <a:p>
            <a:r>
              <a:rPr lang="en-US" altLang="ko-KR" sz="650">
                <a:solidFill>
                  <a:srgbClr val="252525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Forest·Sea·Sky·Space </a:t>
            </a:r>
            <a:r>
              <a:rPr lang="ko-KR" altLang="en-US" sz="650">
                <a:solidFill>
                  <a:srgbClr val="252525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등 공간 콘텐츠와 사운드를 관리한다</a:t>
            </a:r>
            <a:r>
              <a:rPr lang="en-US" altLang="ko-KR" sz="650">
                <a:solidFill>
                  <a:srgbClr val="252525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. </a:t>
            </a:r>
            <a:r>
              <a:rPr lang="ko-KR" altLang="en-US" sz="650">
                <a:solidFill>
                  <a:srgbClr val="252525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최소 기본 테마를 유지하는 정책을 권장한다</a:t>
            </a:r>
            <a:r>
              <a:rPr lang="en-US" altLang="ko-KR" sz="650">
                <a:solidFill>
                  <a:srgbClr val="252525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.</a:t>
            </a:r>
            <a:endParaRPr lang="ko-KR" altLang="en-US" sz="650">
              <a:solidFill>
                <a:srgbClr val="252525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cxnSp>
        <p:nvCxnSpPr>
          <p:cNvPr id="33" name="직선 연결선 32">
            <a:extLst>
              <a:ext uri="{FF2B5EF4-FFF2-40B4-BE49-F238E27FC236}">
                <a16:creationId xmlns:a16="http://schemas.microsoft.com/office/drawing/2014/main" id="{EC37488D-F0E2-76C9-C31B-634AE18579DC}"/>
              </a:ext>
            </a:extLst>
          </p:cNvPr>
          <p:cNvCxnSpPr/>
          <p:nvPr/>
        </p:nvCxnSpPr>
        <p:spPr>
          <a:xfrm>
            <a:off x="9372600" y="1833033"/>
            <a:ext cx="2540000" cy="0"/>
          </a:xfrm>
          <a:prstGeom prst="line">
            <a:avLst/>
          </a:prstGeom>
          <a:ln w="6350">
            <a:solidFill>
              <a:srgbClr val="E7E7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타원 33">
            <a:extLst>
              <a:ext uri="{FF2B5EF4-FFF2-40B4-BE49-F238E27FC236}">
                <a16:creationId xmlns:a16="http://schemas.microsoft.com/office/drawing/2014/main" id="{70086C37-ED45-CE44-D789-FA6AC26136BB}"/>
              </a:ext>
            </a:extLst>
          </p:cNvPr>
          <p:cNvSpPr/>
          <p:nvPr/>
        </p:nvSpPr>
        <p:spPr>
          <a:xfrm>
            <a:off x="9347200" y="1896533"/>
            <a:ext cx="152400" cy="152400"/>
          </a:xfrm>
          <a:prstGeom prst="ellipse">
            <a:avLst/>
          </a:prstGeom>
          <a:solidFill>
            <a:srgbClr val="FF2F2F"/>
          </a:solidFill>
          <a:ln w="8890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650" b="1">
                <a:solidFill>
                  <a:srgbClr val="FFFFFF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2</a:t>
            </a:r>
            <a:endParaRPr lang="ko-KR" altLang="en-US" sz="650" b="1">
              <a:solidFill>
                <a:srgbClr val="FFFFFF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182AC284-A06C-FAF5-34BF-5A68A192B578}"/>
              </a:ext>
            </a:extLst>
          </p:cNvPr>
          <p:cNvSpPr txBox="1"/>
          <p:nvPr/>
        </p:nvSpPr>
        <p:spPr>
          <a:xfrm>
            <a:off x="9563100" y="1871133"/>
            <a:ext cx="2374900" cy="302647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t">
            <a:noAutofit/>
          </a:bodyPr>
          <a:lstStyle/>
          <a:p>
            <a:r>
              <a:rPr lang="ko-KR" altLang="en-US" sz="700" b="1">
                <a:solidFill>
                  <a:srgbClr val="252525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테마 목록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8E93C0A8-AADB-328D-B7FB-EB9419FCA312}"/>
              </a:ext>
            </a:extLst>
          </p:cNvPr>
          <p:cNvSpPr txBox="1"/>
          <p:nvPr/>
        </p:nvSpPr>
        <p:spPr>
          <a:xfrm>
            <a:off x="9563100" y="2061633"/>
            <a:ext cx="2374900" cy="302647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t">
            <a:noAutofit/>
          </a:bodyPr>
          <a:lstStyle/>
          <a:p>
            <a:r>
              <a:rPr lang="ko-KR" altLang="en-US" sz="650">
                <a:solidFill>
                  <a:srgbClr val="252525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고유 </a:t>
            </a:r>
            <a:r>
              <a:rPr lang="en-US" altLang="ko-KR" sz="650">
                <a:solidFill>
                  <a:srgbClr val="252525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ID</a:t>
            </a:r>
            <a:r>
              <a:rPr lang="ko-KR" altLang="en-US" sz="650">
                <a:solidFill>
                  <a:srgbClr val="252525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와 표시명으로 선택한다</a:t>
            </a:r>
            <a:r>
              <a:rPr lang="en-US" altLang="ko-KR" sz="650">
                <a:solidFill>
                  <a:srgbClr val="252525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. </a:t>
            </a:r>
            <a:r>
              <a:rPr lang="ko-KR" altLang="en-US" sz="650">
                <a:solidFill>
                  <a:srgbClr val="252525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비활성 테마는 편집 가능하지만 고객 앱에는 노출하지 않는다</a:t>
            </a:r>
            <a:r>
              <a:rPr lang="en-US" altLang="ko-KR" sz="650">
                <a:solidFill>
                  <a:srgbClr val="252525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.</a:t>
            </a:r>
            <a:endParaRPr lang="ko-KR" altLang="en-US" sz="650">
              <a:solidFill>
                <a:srgbClr val="252525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cxnSp>
        <p:nvCxnSpPr>
          <p:cNvPr id="37" name="직선 연결선 36">
            <a:extLst>
              <a:ext uri="{FF2B5EF4-FFF2-40B4-BE49-F238E27FC236}">
                <a16:creationId xmlns:a16="http://schemas.microsoft.com/office/drawing/2014/main" id="{D438F595-0342-5029-7796-139237D17918}"/>
              </a:ext>
            </a:extLst>
          </p:cNvPr>
          <p:cNvCxnSpPr/>
          <p:nvPr/>
        </p:nvCxnSpPr>
        <p:spPr>
          <a:xfrm>
            <a:off x="9372600" y="2802467"/>
            <a:ext cx="2540000" cy="0"/>
          </a:xfrm>
          <a:prstGeom prst="line">
            <a:avLst/>
          </a:prstGeom>
          <a:ln w="6350">
            <a:solidFill>
              <a:srgbClr val="E7E7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타원 37">
            <a:extLst>
              <a:ext uri="{FF2B5EF4-FFF2-40B4-BE49-F238E27FC236}">
                <a16:creationId xmlns:a16="http://schemas.microsoft.com/office/drawing/2014/main" id="{038B8E8D-CE50-DC47-FFC4-7A44283316B6}"/>
              </a:ext>
            </a:extLst>
          </p:cNvPr>
          <p:cNvSpPr/>
          <p:nvPr/>
        </p:nvSpPr>
        <p:spPr>
          <a:xfrm>
            <a:off x="9347200" y="2865967"/>
            <a:ext cx="152400" cy="152400"/>
          </a:xfrm>
          <a:prstGeom prst="ellipse">
            <a:avLst/>
          </a:prstGeom>
          <a:solidFill>
            <a:srgbClr val="FF2F2F"/>
          </a:solidFill>
          <a:ln w="8890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650" b="1">
                <a:solidFill>
                  <a:srgbClr val="FFFFFF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3</a:t>
            </a:r>
            <a:endParaRPr lang="ko-KR" altLang="en-US" sz="650" b="1">
              <a:solidFill>
                <a:srgbClr val="FFFFFF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3AF5E1F9-3671-32C0-0966-0013B536EAA0}"/>
              </a:ext>
            </a:extLst>
          </p:cNvPr>
          <p:cNvSpPr txBox="1"/>
          <p:nvPr/>
        </p:nvSpPr>
        <p:spPr>
          <a:xfrm>
            <a:off x="9563100" y="2840567"/>
            <a:ext cx="2374900" cy="302647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t">
            <a:noAutofit/>
          </a:bodyPr>
          <a:lstStyle/>
          <a:p>
            <a:r>
              <a:rPr lang="ko-KR" altLang="en-US" sz="700" b="1">
                <a:solidFill>
                  <a:srgbClr val="252525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기본 정보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850BCC29-7C41-1FBB-A94C-273461E0CE58}"/>
              </a:ext>
            </a:extLst>
          </p:cNvPr>
          <p:cNvSpPr txBox="1"/>
          <p:nvPr/>
        </p:nvSpPr>
        <p:spPr>
          <a:xfrm>
            <a:off x="9563100" y="3031067"/>
            <a:ext cx="2374900" cy="302647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t">
            <a:noAutofit/>
          </a:bodyPr>
          <a:lstStyle/>
          <a:p>
            <a:r>
              <a:rPr lang="ko-KR" altLang="en-US" sz="650">
                <a:solidFill>
                  <a:srgbClr val="252525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테마 이름과 설명을 입력한다</a:t>
            </a:r>
            <a:r>
              <a:rPr lang="en-US" altLang="ko-KR" sz="650">
                <a:solidFill>
                  <a:srgbClr val="252525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. </a:t>
            </a:r>
            <a:r>
              <a:rPr lang="ko-KR" altLang="en-US" sz="650">
                <a:solidFill>
                  <a:srgbClr val="252525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상위 테마 비활성 시 하위 사운드도 앱에서 숨긴다</a:t>
            </a:r>
            <a:r>
              <a:rPr lang="en-US" altLang="ko-KR" sz="650">
                <a:solidFill>
                  <a:srgbClr val="252525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.</a:t>
            </a:r>
            <a:endParaRPr lang="ko-KR" altLang="en-US" sz="650">
              <a:solidFill>
                <a:srgbClr val="252525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cxnSp>
        <p:nvCxnSpPr>
          <p:cNvPr id="41" name="직선 연결선 40">
            <a:extLst>
              <a:ext uri="{FF2B5EF4-FFF2-40B4-BE49-F238E27FC236}">
                <a16:creationId xmlns:a16="http://schemas.microsoft.com/office/drawing/2014/main" id="{A6C2247B-E8B5-1DAC-5185-51840B0D9E5E}"/>
              </a:ext>
            </a:extLst>
          </p:cNvPr>
          <p:cNvCxnSpPr/>
          <p:nvPr/>
        </p:nvCxnSpPr>
        <p:spPr>
          <a:xfrm>
            <a:off x="9372600" y="3771900"/>
            <a:ext cx="2540000" cy="0"/>
          </a:xfrm>
          <a:prstGeom prst="line">
            <a:avLst/>
          </a:prstGeom>
          <a:ln w="6350">
            <a:solidFill>
              <a:srgbClr val="E7E7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타원 41">
            <a:extLst>
              <a:ext uri="{FF2B5EF4-FFF2-40B4-BE49-F238E27FC236}">
                <a16:creationId xmlns:a16="http://schemas.microsoft.com/office/drawing/2014/main" id="{C29F13D6-E3E4-A360-E8C2-242D7CB15977}"/>
              </a:ext>
            </a:extLst>
          </p:cNvPr>
          <p:cNvSpPr/>
          <p:nvPr/>
        </p:nvSpPr>
        <p:spPr>
          <a:xfrm>
            <a:off x="9347200" y="3835400"/>
            <a:ext cx="152400" cy="152400"/>
          </a:xfrm>
          <a:prstGeom prst="ellipse">
            <a:avLst/>
          </a:prstGeom>
          <a:solidFill>
            <a:srgbClr val="FF2F2F"/>
          </a:solidFill>
          <a:ln w="8890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650" b="1">
                <a:solidFill>
                  <a:srgbClr val="FFFFFF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4</a:t>
            </a:r>
            <a:endParaRPr lang="ko-KR" altLang="en-US" sz="650" b="1">
              <a:solidFill>
                <a:srgbClr val="FFFFFF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97EE363A-CE7D-B374-D968-9F346956A2FE}"/>
              </a:ext>
            </a:extLst>
          </p:cNvPr>
          <p:cNvSpPr txBox="1"/>
          <p:nvPr/>
        </p:nvSpPr>
        <p:spPr>
          <a:xfrm>
            <a:off x="9563100" y="3810000"/>
            <a:ext cx="2374900" cy="302647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t">
            <a:noAutofit/>
          </a:bodyPr>
          <a:lstStyle/>
          <a:p>
            <a:r>
              <a:rPr lang="ko-KR" altLang="en-US" sz="700" b="1">
                <a:solidFill>
                  <a:srgbClr val="252525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대표 이미지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051E4085-182C-DB44-608A-E2C1591C7F91}"/>
              </a:ext>
            </a:extLst>
          </p:cNvPr>
          <p:cNvSpPr txBox="1"/>
          <p:nvPr/>
        </p:nvSpPr>
        <p:spPr>
          <a:xfrm>
            <a:off x="9563100" y="4000500"/>
            <a:ext cx="2374900" cy="302647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t">
            <a:noAutofit/>
          </a:bodyPr>
          <a:lstStyle/>
          <a:p>
            <a:r>
              <a:rPr lang="ko-KR" altLang="en-US" sz="650">
                <a:solidFill>
                  <a:srgbClr val="252525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이미지 </a:t>
            </a:r>
            <a:r>
              <a:rPr lang="en-US" altLang="ko-KR" sz="650">
                <a:solidFill>
                  <a:srgbClr val="252525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20MB </a:t>
            </a:r>
            <a:r>
              <a:rPr lang="ko-KR" altLang="en-US" sz="650">
                <a:solidFill>
                  <a:srgbClr val="252525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이하만 허용한다</a:t>
            </a:r>
            <a:r>
              <a:rPr lang="en-US" altLang="ko-KR" sz="650">
                <a:solidFill>
                  <a:srgbClr val="252525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. </a:t>
            </a:r>
            <a:r>
              <a:rPr lang="ko-KR" altLang="en-US" sz="650">
                <a:solidFill>
                  <a:srgbClr val="252525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업로드 성공 뒤 설정 저장을 완료해야 </a:t>
            </a:r>
            <a:r>
              <a:rPr lang="en-US" altLang="ko-KR" sz="650">
                <a:solidFill>
                  <a:srgbClr val="252525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URL</a:t>
            </a:r>
            <a:r>
              <a:rPr lang="ko-KR" altLang="en-US" sz="650">
                <a:solidFill>
                  <a:srgbClr val="252525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이 적용된다</a:t>
            </a:r>
            <a:r>
              <a:rPr lang="en-US" altLang="ko-KR" sz="650">
                <a:solidFill>
                  <a:srgbClr val="252525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.</a:t>
            </a:r>
            <a:endParaRPr lang="ko-KR" altLang="en-US" sz="650">
              <a:solidFill>
                <a:srgbClr val="252525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cxnSp>
        <p:nvCxnSpPr>
          <p:cNvPr id="45" name="직선 연결선 44">
            <a:extLst>
              <a:ext uri="{FF2B5EF4-FFF2-40B4-BE49-F238E27FC236}">
                <a16:creationId xmlns:a16="http://schemas.microsoft.com/office/drawing/2014/main" id="{4DBCD954-3D9F-264F-1E56-5CE4A74CEB2B}"/>
              </a:ext>
            </a:extLst>
          </p:cNvPr>
          <p:cNvCxnSpPr/>
          <p:nvPr/>
        </p:nvCxnSpPr>
        <p:spPr>
          <a:xfrm>
            <a:off x="9372600" y="4741333"/>
            <a:ext cx="2540000" cy="0"/>
          </a:xfrm>
          <a:prstGeom prst="line">
            <a:avLst/>
          </a:prstGeom>
          <a:ln w="6350">
            <a:solidFill>
              <a:srgbClr val="E7E7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6" name="타원 45">
            <a:extLst>
              <a:ext uri="{FF2B5EF4-FFF2-40B4-BE49-F238E27FC236}">
                <a16:creationId xmlns:a16="http://schemas.microsoft.com/office/drawing/2014/main" id="{D1AB2503-7B91-4E36-D3F4-F0EC5DAC1FAD}"/>
              </a:ext>
            </a:extLst>
          </p:cNvPr>
          <p:cNvSpPr/>
          <p:nvPr/>
        </p:nvSpPr>
        <p:spPr>
          <a:xfrm>
            <a:off x="9347200" y="4804833"/>
            <a:ext cx="152400" cy="152400"/>
          </a:xfrm>
          <a:prstGeom prst="ellipse">
            <a:avLst/>
          </a:prstGeom>
          <a:solidFill>
            <a:srgbClr val="FF2F2F"/>
          </a:solidFill>
          <a:ln w="8890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650" b="1">
                <a:solidFill>
                  <a:srgbClr val="FFFFFF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5</a:t>
            </a:r>
            <a:endParaRPr lang="ko-KR" altLang="en-US" sz="650" b="1">
              <a:solidFill>
                <a:srgbClr val="FFFFFF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285EDD87-FEF9-329C-1ED0-F008D0DFF6B1}"/>
              </a:ext>
            </a:extLst>
          </p:cNvPr>
          <p:cNvSpPr txBox="1"/>
          <p:nvPr/>
        </p:nvSpPr>
        <p:spPr>
          <a:xfrm>
            <a:off x="9563100" y="4779433"/>
            <a:ext cx="2374900" cy="302647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t">
            <a:noAutofit/>
          </a:bodyPr>
          <a:lstStyle/>
          <a:p>
            <a:r>
              <a:rPr lang="ko-KR" altLang="en-US" sz="700" b="1">
                <a:solidFill>
                  <a:srgbClr val="252525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사운드 정책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2948A928-CC33-BAAC-ABDB-3FA4EF5F5386}"/>
              </a:ext>
            </a:extLst>
          </p:cNvPr>
          <p:cNvSpPr txBox="1"/>
          <p:nvPr/>
        </p:nvSpPr>
        <p:spPr>
          <a:xfrm>
            <a:off x="9563100" y="4969933"/>
            <a:ext cx="2374900" cy="302647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t">
            <a:noAutofit/>
          </a:bodyPr>
          <a:lstStyle/>
          <a:p>
            <a:r>
              <a:rPr lang="ko-KR" altLang="en-US" sz="650">
                <a:solidFill>
                  <a:srgbClr val="252525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배경음</a:t>
            </a:r>
            <a:r>
              <a:rPr lang="en-US" altLang="ko-KR" sz="650">
                <a:solidFill>
                  <a:srgbClr val="252525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·</a:t>
            </a:r>
            <a:r>
              <a:rPr lang="ko-KR" altLang="en-US" sz="650">
                <a:solidFill>
                  <a:srgbClr val="252525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핵심 소리</a:t>
            </a:r>
            <a:r>
              <a:rPr lang="en-US" altLang="ko-KR" sz="650">
                <a:solidFill>
                  <a:srgbClr val="252525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·</a:t>
            </a:r>
            <a:r>
              <a:rPr lang="ko-KR" altLang="en-US" sz="650">
                <a:solidFill>
                  <a:srgbClr val="252525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선택 소리 카테고리와 </a:t>
            </a:r>
            <a:r>
              <a:rPr lang="en-US" altLang="ko-KR" sz="650">
                <a:solidFill>
                  <a:srgbClr val="252525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0~100 </a:t>
            </a:r>
            <a:r>
              <a:rPr lang="ko-KR" altLang="en-US" sz="650">
                <a:solidFill>
                  <a:srgbClr val="252525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음량을 관리한다</a:t>
            </a:r>
            <a:r>
              <a:rPr lang="en-US" altLang="ko-KR" sz="650">
                <a:solidFill>
                  <a:srgbClr val="252525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. </a:t>
            </a:r>
            <a:r>
              <a:rPr lang="ko-KR" altLang="en-US" sz="650">
                <a:solidFill>
                  <a:srgbClr val="252525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오디오 파일만 허용한다</a:t>
            </a:r>
            <a:r>
              <a:rPr lang="en-US" altLang="ko-KR" sz="650">
                <a:solidFill>
                  <a:srgbClr val="252525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.</a:t>
            </a:r>
            <a:endParaRPr lang="ko-KR" altLang="en-US" sz="650">
              <a:solidFill>
                <a:srgbClr val="252525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cxnSp>
        <p:nvCxnSpPr>
          <p:cNvPr id="49" name="직선 연결선 48">
            <a:extLst>
              <a:ext uri="{FF2B5EF4-FFF2-40B4-BE49-F238E27FC236}">
                <a16:creationId xmlns:a16="http://schemas.microsoft.com/office/drawing/2014/main" id="{D9661535-5FDC-8596-F612-8B52A3648C09}"/>
              </a:ext>
            </a:extLst>
          </p:cNvPr>
          <p:cNvCxnSpPr/>
          <p:nvPr/>
        </p:nvCxnSpPr>
        <p:spPr>
          <a:xfrm>
            <a:off x="9372600" y="5710767"/>
            <a:ext cx="2540000" cy="0"/>
          </a:xfrm>
          <a:prstGeom prst="line">
            <a:avLst/>
          </a:prstGeom>
          <a:ln w="6350">
            <a:solidFill>
              <a:srgbClr val="E7E7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0" name="타원 49">
            <a:extLst>
              <a:ext uri="{FF2B5EF4-FFF2-40B4-BE49-F238E27FC236}">
                <a16:creationId xmlns:a16="http://schemas.microsoft.com/office/drawing/2014/main" id="{B3EED28C-1219-6C06-2BF2-E7FAFE0038DC}"/>
              </a:ext>
            </a:extLst>
          </p:cNvPr>
          <p:cNvSpPr/>
          <p:nvPr/>
        </p:nvSpPr>
        <p:spPr>
          <a:xfrm>
            <a:off x="9347200" y="5774267"/>
            <a:ext cx="152400" cy="152400"/>
          </a:xfrm>
          <a:prstGeom prst="ellipse">
            <a:avLst/>
          </a:prstGeom>
          <a:solidFill>
            <a:srgbClr val="FF2F2F"/>
          </a:solidFill>
          <a:ln w="8890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650" b="1">
                <a:solidFill>
                  <a:srgbClr val="FFFFFF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6</a:t>
            </a:r>
            <a:endParaRPr lang="ko-KR" altLang="en-US" sz="650" b="1">
              <a:solidFill>
                <a:srgbClr val="FFFFFF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B4005C1B-E5F5-20A3-F973-2EA6D540ADBF}"/>
              </a:ext>
            </a:extLst>
          </p:cNvPr>
          <p:cNvSpPr txBox="1"/>
          <p:nvPr/>
        </p:nvSpPr>
        <p:spPr>
          <a:xfrm>
            <a:off x="9563100" y="5748867"/>
            <a:ext cx="2374900" cy="302647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t">
            <a:noAutofit/>
          </a:bodyPr>
          <a:lstStyle/>
          <a:p>
            <a:r>
              <a:rPr lang="ko-KR" altLang="en-US" sz="700" b="1">
                <a:solidFill>
                  <a:srgbClr val="252525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가져오기</a:t>
            </a:r>
            <a:r>
              <a:rPr lang="en-US" altLang="ko-KR" sz="700" b="1">
                <a:solidFill>
                  <a:srgbClr val="252525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·</a:t>
            </a:r>
            <a:r>
              <a:rPr lang="ko-KR" altLang="en-US" sz="700" b="1">
                <a:solidFill>
                  <a:srgbClr val="252525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삭제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B27B1D16-E99A-2306-1184-502CBD490CA6}"/>
              </a:ext>
            </a:extLst>
          </p:cNvPr>
          <p:cNvSpPr txBox="1"/>
          <p:nvPr/>
        </p:nvSpPr>
        <p:spPr>
          <a:xfrm>
            <a:off x="9563100" y="5939367"/>
            <a:ext cx="2374900" cy="302647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t">
            <a:noAutofit/>
          </a:bodyPr>
          <a:lstStyle/>
          <a:p>
            <a:r>
              <a:rPr lang="en-US" altLang="ko-KR" sz="650">
                <a:solidFill>
                  <a:srgbClr val="252525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JSON </a:t>
            </a:r>
            <a:r>
              <a:rPr lang="ko-KR" altLang="en-US" sz="650">
                <a:solidFill>
                  <a:srgbClr val="252525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내보내기에 자격 정보를 포함하지 않는다</a:t>
            </a:r>
            <a:r>
              <a:rPr lang="en-US" altLang="ko-KR" sz="650">
                <a:solidFill>
                  <a:srgbClr val="252525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. </a:t>
            </a:r>
            <a:r>
              <a:rPr lang="ko-KR" altLang="en-US" sz="650">
                <a:solidFill>
                  <a:srgbClr val="252525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테마와 소리 삭제는 확인 후 저장할 때 확정한다</a:t>
            </a:r>
            <a:r>
              <a:rPr lang="en-US" altLang="ko-KR" sz="650">
                <a:solidFill>
                  <a:srgbClr val="252525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.</a:t>
            </a:r>
            <a:endParaRPr lang="ko-KR" altLang="en-US" sz="650">
              <a:solidFill>
                <a:srgbClr val="252525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87390394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7812091E-D21C-05BD-4F34-3B6C80AFB6B3}"/>
              </a:ext>
            </a:extLst>
          </p:cNvPr>
          <p:cNvSpPr/>
          <p:nvPr/>
        </p:nvSpPr>
        <p:spPr>
          <a:xfrm>
            <a:off x="177800" y="50800"/>
            <a:ext cx="609600" cy="304800"/>
          </a:xfrm>
          <a:prstGeom prst="rect">
            <a:avLst/>
          </a:prstGeom>
          <a:solidFill>
            <a:srgbClr val="3C3C3C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8995D1E-5FB3-985B-D192-3DA7606F0C18}"/>
              </a:ext>
            </a:extLst>
          </p:cNvPr>
          <p:cNvSpPr txBox="1"/>
          <p:nvPr/>
        </p:nvSpPr>
        <p:spPr>
          <a:xfrm>
            <a:off x="177800" y="50800"/>
            <a:ext cx="609600" cy="302647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ctr">
            <a:noAutofit/>
          </a:bodyPr>
          <a:lstStyle/>
          <a:p>
            <a:pPr algn="ctr"/>
            <a:r>
              <a:rPr lang="ko-KR" altLang="en-US" sz="600" b="1">
                <a:solidFill>
                  <a:srgbClr val="FFFFFF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화면 </a:t>
            </a:r>
            <a:r>
              <a:rPr lang="en-US" altLang="ko-KR" sz="600" b="1">
                <a:solidFill>
                  <a:srgbClr val="FFFFFF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ID</a:t>
            </a:r>
            <a:endParaRPr lang="ko-KR" altLang="en-US" sz="600" b="1">
              <a:solidFill>
                <a:srgbClr val="FFFFFF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41ECB806-947B-802C-EB65-A94F1CC2B025}"/>
              </a:ext>
            </a:extLst>
          </p:cNvPr>
          <p:cNvSpPr/>
          <p:nvPr/>
        </p:nvSpPr>
        <p:spPr>
          <a:xfrm>
            <a:off x="787400" y="50800"/>
            <a:ext cx="914400" cy="304800"/>
          </a:xfrm>
          <a:prstGeom prst="rect">
            <a:avLst/>
          </a:prstGeom>
          <a:solidFill>
            <a:srgbClr val="FFFFFF"/>
          </a:solidFill>
          <a:ln w="7620">
            <a:solidFill>
              <a:srgbClr val="D9D9D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A7F6194-32AB-75AE-07D3-55B0E439732E}"/>
              </a:ext>
            </a:extLst>
          </p:cNvPr>
          <p:cNvSpPr txBox="1"/>
          <p:nvPr/>
        </p:nvSpPr>
        <p:spPr>
          <a:xfrm>
            <a:off x="812800" y="50800"/>
            <a:ext cx="863600" cy="302647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ctr">
            <a:noAutofit/>
          </a:bodyPr>
          <a:lstStyle/>
          <a:p>
            <a:r>
              <a:rPr lang="en-US" altLang="ko-KR" sz="600">
                <a:solidFill>
                  <a:srgbClr val="252525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SB-11</a:t>
            </a:r>
            <a:endParaRPr lang="ko-KR" altLang="en-US" sz="600">
              <a:solidFill>
                <a:srgbClr val="252525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E10A02A6-7E62-263B-2375-41F275231457}"/>
              </a:ext>
            </a:extLst>
          </p:cNvPr>
          <p:cNvSpPr/>
          <p:nvPr/>
        </p:nvSpPr>
        <p:spPr>
          <a:xfrm>
            <a:off x="1752600" y="50800"/>
            <a:ext cx="609600" cy="304800"/>
          </a:xfrm>
          <a:prstGeom prst="rect">
            <a:avLst/>
          </a:prstGeom>
          <a:solidFill>
            <a:srgbClr val="3C3C3C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802B2A9-CD6F-0D95-8DD2-4CE1C8E91625}"/>
              </a:ext>
            </a:extLst>
          </p:cNvPr>
          <p:cNvSpPr txBox="1"/>
          <p:nvPr/>
        </p:nvSpPr>
        <p:spPr>
          <a:xfrm>
            <a:off x="1752600" y="50800"/>
            <a:ext cx="609600" cy="302647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ctr">
            <a:noAutofit/>
          </a:bodyPr>
          <a:lstStyle/>
          <a:p>
            <a:pPr algn="ctr"/>
            <a:r>
              <a:rPr lang="ko-KR" altLang="en-US" sz="600" b="1">
                <a:solidFill>
                  <a:srgbClr val="FFFFFF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화면명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A6F1281B-17B3-C52B-2114-39441B02AFA6}"/>
              </a:ext>
            </a:extLst>
          </p:cNvPr>
          <p:cNvSpPr/>
          <p:nvPr/>
        </p:nvSpPr>
        <p:spPr>
          <a:xfrm>
            <a:off x="2362200" y="50800"/>
            <a:ext cx="2984500" cy="304800"/>
          </a:xfrm>
          <a:prstGeom prst="rect">
            <a:avLst/>
          </a:prstGeom>
          <a:solidFill>
            <a:srgbClr val="FFFFFF"/>
          </a:solidFill>
          <a:ln w="7620">
            <a:solidFill>
              <a:srgbClr val="D9D9D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0FB8536-71E1-1F34-604F-AB11B92C5F5D}"/>
              </a:ext>
            </a:extLst>
          </p:cNvPr>
          <p:cNvSpPr txBox="1"/>
          <p:nvPr/>
        </p:nvSpPr>
        <p:spPr>
          <a:xfrm>
            <a:off x="2387600" y="50800"/>
            <a:ext cx="2933700" cy="302647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ctr">
            <a:noAutofit/>
          </a:bodyPr>
          <a:lstStyle/>
          <a:p>
            <a:r>
              <a:rPr lang="ko-KR" altLang="en-US" sz="600">
                <a:solidFill>
                  <a:srgbClr val="252525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공간 테마 </a:t>
            </a:r>
            <a:r>
              <a:rPr lang="en-US" altLang="ko-KR" sz="600">
                <a:solidFill>
                  <a:srgbClr val="252525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· </a:t>
            </a:r>
            <a:r>
              <a:rPr lang="ko-KR" altLang="en-US" sz="600">
                <a:solidFill>
                  <a:srgbClr val="252525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차량 환경</a:t>
            </a: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E6A178F0-FF06-B361-F24C-3DF4F567DEE7}"/>
              </a:ext>
            </a:extLst>
          </p:cNvPr>
          <p:cNvSpPr/>
          <p:nvPr/>
        </p:nvSpPr>
        <p:spPr>
          <a:xfrm>
            <a:off x="5346700" y="50800"/>
            <a:ext cx="609600" cy="304800"/>
          </a:xfrm>
          <a:prstGeom prst="rect">
            <a:avLst/>
          </a:prstGeom>
          <a:solidFill>
            <a:srgbClr val="3C3C3C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F0716F4-B649-FB6D-5907-A2484952B057}"/>
              </a:ext>
            </a:extLst>
          </p:cNvPr>
          <p:cNvSpPr txBox="1"/>
          <p:nvPr/>
        </p:nvSpPr>
        <p:spPr>
          <a:xfrm>
            <a:off x="5346700" y="50800"/>
            <a:ext cx="609600" cy="302647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ctr">
            <a:noAutofit/>
          </a:bodyPr>
          <a:lstStyle/>
          <a:p>
            <a:pPr algn="ctr"/>
            <a:r>
              <a:rPr lang="ko-KR" altLang="en-US" sz="600" b="1">
                <a:solidFill>
                  <a:srgbClr val="FFFFFF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화면 경로</a:t>
            </a: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06D60708-8C65-03F3-B071-E8C66E401BB5}"/>
              </a:ext>
            </a:extLst>
          </p:cNvPr>
          <p:cNvSpPr/>
          <p:nvPr/>
        </p:nvSpPr>
        <p:spPr>
          <a:xfrm>
            <a:off x="5956300" y="50800"/>
            <a:ext cx="3098800" cy="304800"/>
          </a:xfrm>
          <a:prstGeom prst="rect">
            <a:avLst/>
          </a:prstGeom>
          <a:solidFill>
            <a:srgbClr val="FFFFFF"/>
          </a:solidFill>
          <a:ln w="7620">
            <a:solidFill>
              <a:srgbClr val="D9D9D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5FD5A622-DB22-579C-3DC4-503281E9FBC3}"/>
              </a:ext>
            </a:extLst>
          </p:cNvPr>
          <p:cNvSpPr txBox="1"/>
          <p:nvPr/>
        </p:nvSpPr>
        <p:spPr>
          <a:xfrm>
            <a:off x="5981700" y="50800"/>
            <a:ext cx="3048000" cy="302647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ctr">
            <a:noAutofit/>
          </a:bodyPr>
          <a:lstStyle/>
          <a:p>
            <a:r>
              <a:rPr lang="en-US" altLang="ko-KR" sz="600">
                <a:solidFill>
                  <a:srgbClr val="252525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#vehicle-environment</a:t>
            </a:r>
            <a:endParaRPr lang="ko-KR" altLang="en-US" sz="600">
              <a:solidFill>
                <a:srgbClr val="252525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67D552B9-0088-9B4B-90F5-6CBE83236D0A}"/>
              </a:ext>
            </a:extLst>
          </p:cNvPr>
          <p:cNvSpPr/>
          <p:nvPr/>
        </p:nvSpPr>
        <p:spPr>
          <a:xfrm>
            <a:off x="9893300" y="50800"/>
            <a:ext cx="825500" cy="304800"/>
          </a:xfrm>
          <a:prstGeom prst="rect">
            <a:avLst/>
          </a:prstGeom>
          <a:solidFill>
            <a:srgbClr val="3C3C3C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6F2F8F42-31C1-F3C9-7BB0-E39126164A52}"/>
              </a:ext>
            </a:extLst>
          </p:cNvPr>
          <p:cNvSpPr txBox="1"/>
          <p:nvPr/>
        </p:nvSpPr>
        <p:spPr>
          <a:xfrm>
            <a:off x="9893300" y="50800"/>
            <a:ext cx="825500" cy="302647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ctr">
            <a:noAutofit/>
          </a:bodyPr>
          <a:lstStyle/>
          <a:p>
            <a:pPr algn="ctr"/>
            <a:r>
              <a:rPr lang="ko-KR" altLang="en-US" sz="600" b="1">
                <a:solidFill>
                  <a:srgbClr val="FFFFFF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작성 기준</a:t>
            </a: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6E6BF62D-2A59-5EAC-649B-223765975860}"/>
              </a:ext>
            </a:extLst>
          </p:cNvPr>
          <p:cNvSpPr/>
          <p:nvPr/>
        </p:nvSpPr>
        <p:spPr>
          <a:xfrm>
            <a:off x="10718800" y="50800"/>
            <a:ext cx="1295400" cy="304800"/>
          </a:xfrm>
          <a:prstGeom prst="rect">
            <a:avLst/>
          </a:prstGeom>
          <a:solidFill>
            <a:srgbClr val="FFFFFF"/>
          </a:solidFill>
          <a:ln w="7620">
            <a:solidFill>
              <a:srgbClr val="D9D9D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F01E489C-EF4D-8AFF-DD77-4BEE05A452E1}"/>
              </a:ext>
            </a:extLst>
          </p:cNvPr>
          <p:cNvSpPr txBox="1"/>
          <p:nvPr/>
        </p:nvSpPr>
        <p:spPr>
          <a:xfrm>
            <a:off x="10744200" y="50800"/>
            <a:ext cx="1244600" cy="302647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ctr">
            <a:noAutofit/>
          </a:bodyPr>
          <a:lstStyle/>
          <a:p>
            <a:r>
              <a:rPr lang="ko-KR" altLang="en-US" sz="600">
                <a:solidFill>
                  <a:srgbClr val="252525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현행 구현 </a:t>
            </a:r>
            <a:r>
              <a:rPr lang="en-US" altLang="ko-KR" sz="600">
                <a:solidFill>
                  <a:srgbClr val="252525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+ </a:t>
            </a:r>
            <a:r>
              <a:rPr lang="ko-KR" altLang="en-US" sz="600">
                <a:solidFill>
                  <a:srgbClr val="252525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정책 </a:t>
            </a:r>
            <a:r>
              <a:rPr lang="en-US" altLang="ko-KR" sz="600">
                <a:solidFill>
                  <a:srgbClr val="252525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1.0</a:t>
            </a:r>
            <a:endParaRPr lang="ko-KR" altLang="en-US" sz="600">
              <a:solidFill>
                <a:srgbClr val="252525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pic>
        <p:nvPicPr>
          <p:cNvPr id="19" name="그림 18">
            <a:extLst>
              <a:ext uri="{FF2B5EF4-FFF2-40B4-BE49-F238E27FC236}">
                <a16:creationId xmlns:a16="http://schemas.microsoft.com/office/drawing/2014/main" id="{D4571DED-6312-AE81-E9D9-96FCF878B742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7800" y="482600"/>
            <a:ext cx="8940800" cy="6273800"/>
          </a:xfrm>
          <a:prstGeom prst="rect">
            <a:avLst/>
          </a:prstGeom>
        </p:spPr>
      </p:pic>
      <p:sp>
        <p:nvSpPr>
          <p:cNvPr id="20" name="직사각형 19">
            <a:extLst>
              <a:ext uri="{FF2B5EF4-FFF2-40B4-BE49-F238E27FC236}">
                <a16:creationId xmlns:a16="http://schemas.microsoft.com/office/drawing/2014/main" id="{EF3096C9-2D99-A9B3-DAA6-8167D3995703}"/>
              </a:ext>
            </a:extLst>
          </p:cNvPr>
          <p:cNvSpPr/>
          <p:nvPr/>
        </p:nvSpPr>
        <p:spPr>
          <a:xfrm>
            <a:off x="177800" y="482600"/>
            <a:ext cx="8940800" cy="6273800"/>
          </a:xfrm>
          <a:prstGeom prst="rect">
            <a:avLst/>
          </a:prstGeom>
          <a:solidFill>
            <a:srgbClr val="FFFFFF">
              <a:alpha val="0"/>
            </a:srgbClr>
          </a:solidFill>
          <a:ln w="7620">
            <a:solidFill>
              <a:srgbClr val="D9D9D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1" name="타원 20">
            <a:extLst>
              <a:ext uri="{FF2B5EF4-FFF2-40B4-BE49-F238E27FC236}">
                <a16:creationId xmlns:a16="http://schemas.microsoft.com/office/drawing/2014/main" id="{2F267FCE-8F8A-355F-846F-B298050F974D}"/>
              </a:ext>
            </a:extLst>
          </p:cNvPr>
          <p:cNvSpPr/>
          <p:nvPr/>
        </p:nvSpPr>
        <p:spPr>
          <a:xfrm>
            <a:off x="3323872" y="1814730"/>
            <a:ext cx="165100" cy="165100"/>
          </a:xfrm>
          <a:prstGeom prst="ellipse">
            <a:avLst/>
          </a:prstGeom>
          <a:solidFill>
            <a:srgbClr val="FF2F2F"/>
          </a:solidFill>
          <a:ln w="8890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650" b="1">
                <a:solidFill>
                  <a:srgbClr val="FFFFFF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1</a:t>
            </a:r>
            <a:endParaRPr lang="ko-KR" altLang="en-US" sz="650" b="1">
              <a:solidFill>
                <a:srgbClr val="FFFFFF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22" name="타원 21">
            <a:extLst>
              <a:ext uri="{FF2B5EF4-FFF2-40B4-BE49-F238E27FC236}">
                <a16:creationId xmlns:a16="http://schemas.microsoft.com/office/drawing/2014/main" id="{05C95E5B-5E83-849F-733A-E5624362EE52}"/>
              </a:ext>
            </a:extLst>
          </p:cNvPr>
          <p:cNvSpPr/>
          <p:nvPr/>
        </p:nvSpPr>
        <p:spPr>
          <a:xfrm>
            <a:off x="7297561" y="3475442"/>
            <a:ext cx="165100" cy="165100"/>
          </a:xfrm>
          <a:prstGeom prst="ellipse">
            <a:avLst/>
          </a:prstGeom>
          <a:solidFill>
            <a:srgbClr val="FF2F2F"/>
          </a:solidFill>
          <a:ln w="8890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650" b="1">
                <a:solidFill>
                  <a:srgbClr val="FFFFFF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2</a:t>
            </a:r>
            <a:endParaRPr lang="ko-KR" altLang="en-US" sz="650" b="1">
              <a:solidFill>
                <a:srgbClr val="FFFFFF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23" name="타원 22">
            <a:extLst>
              <a:ext uri="{FF2B5EF4-FFF2-40B4-BE49-F238E27FC236}">
                <a16:creationId xmlns:a16="http://schemas.microsoft.com/office/drawing/2014/main" id="{93847510-21C6-50CA-240A-DE6711E81519}"/>
              </a:ext>
            </a:extLst>
          </p:cNvPr>
          <p:cNvSpPr/>
          <p:nvPr/>
        </p:nvSpPr>
        <p:spPr>
          <a:xfrm>
            <a:off x="3882672" y="4644091"/>
            <a:ext cx="165100" cy="165100"/>
          </a:xfrm>
          <a:prstGeom prst="ellipse">
            <a:avLst/>
          </a:prstGeom>
          <a:solidFill>
            <a:srgbClr val="FF2F2F"/>
          </a:solidFill>
          <a:ln w="8890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650" b="1">
                <a:solidFill>
                  <a:srgbClr val="FFFFFF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3</a:t>
            </a:r>
            <a:endParaRPr lang="ko-KR" altLang="en-US" sz="650" b="1">
              <a:solidFill>
                <a:srgbClr val="FFFFFF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24" name="타원 23">
            <a:extLst>
              <a:ext uri="{FF2B5EF4-FFF2-40B4-BE49-F238E27FC236}">
                <a16:creationId xmlns:a16="http://schemas.microsoft.com/office/drawing/2014/main" id="{8A3A248D-F77D-31F9-C983-7DF4D1FED0CA}"/>
              </a:ext>
            </a:extLst>
          </p:cNvPr>
          <p:cNvSpPr/>
          <p:nvPr/>
        </p:nvSpPr>
        <p:spPr>
          <a:xfrm>
            <a:off x="4565650" y="5320678"/>
            <a:ext cx="165100" cy="165100"/>
          </a:xfrm>
          <a:prstGeom prst="ellipse">
            <a:avLst/>
          </a:prstGeom>
          <a:solidFill>
            <a:srgbClr val="FF2F2F"/>
          </a:solidFill>
          <a:ln w="8890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650" b="1">
                <a:solidFill>
                  <a:srgbClr val="FFFFFF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4</a:t>
            </a:r>
            <a:endParaRPr lang="ko-KR" altLang="en-US" sz="650" b="1">
              <a:solidFill>
                <a:srgbClr val="FFFFFF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25" name="타원 24">
            <a:extLst>
              <a:ext uri="{FF2B5EF4-FFF2-40B4-BE49-F238E27FC236}">
                <a16:creationId xmlns:a16="http://schemas.microsoft.com/office/drawing/2014/main" id="{AF64292E-C678-9B44-8B9D-20E8E5B85A53}"/>
              </a:ext>
            </a:extLst>
          </p:cNvPr>
          <p:cNvSpPr/>
          <p:nvPr/>
        </p:nvSpPr>
        <p:spPr>
          <a:xfrm>
            <a:off x="4503561" y="6120280"/>
            <a:ext cx="165100" cy="165100"/>
          </a:xfrm>
          <a:prstGeom prst="ellipse">
            <a:avLst/>
          </a:prstGeom>
          <a:solidFill>
            <a:srgbClr val="FF2F2F"/>
          </a:solidFill>
          <a:ln w="8890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650" b="1">
                <a:solidFill>
                  <a:srgbClr val="FFFFFF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5</a:t>
            </a:r>
            <a:endParaRPr lang="ko-KR" altLang="en-US" sz="650" b="1">
              <a:solidFill>
                <a:srgbClr val="FFFFFF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26" name="타원 25">
            <a:extLst>
              <a:ext uri="{FF2B5EF4-FFF2-40B4-BE49-F238E27FC236}">
                <a16:creationId xmlns:a16="http://schemas.microsoft.com/office/drawing/2014/main" id="{A927A5D7-1DEE-8AF9-5B6B-5FEC91911FF5}"/>
              </a:ext>
            </a:extLst>
          </p:cNvPr>
          <p:cNvSpPr/>
          <p:nvPr/>
        </p:nvSpPr>
        <p:spPr>
          <a:xfrm>
            <a:off x="8042628" y="1445683"/>
            <a:ext cx="165100" cy="165100"/>
          </a:xfrm>
          <a:prstGeom prst="ellipse">
            <a:avLst/>
          </a:prstGeom>
          <a:solidFill>
            <a:srgbClr val="FF2F2F"/>
          </a:solidFill>
          <a:ln w="8890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650" b="1">
                <a:solidFill>
                  <a:srgbClr val="FFFFFF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6</a:t>
            </a:r>
            <a:endParaRPr lang="ko-KR" altLang="en-US" sz="650" b="1">
              <a:solidFill>
                <a:srgbClr val="FFFFFF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27" name="직사각형 26">
            <a:extLst>
              <a:ext uri="{FF2B5EF4-FFF2-40B4-BE49-F238E27FC236}">
                <a16:creationId xmlns:a16="http://schemas.microsoft.com/office/drawing/2014/main" id="{42E65AB4-0F73-5305-ACEA-42E07FC2716A}"/>
              </a:ext>
            </a:extLst>
          </p:cNvPr>
          <p:cNvSpPr/>
          <p:nvPr/>
        </p:nvSpPr>
        <p:spPr>
          <a:xfrm>
            <a:off x="9271000" y="482600"/>
            <a:ext cx="2743200" cy="6273800"/>
          </a:xfrm>
          <a:prstGeom prst="rect">
            <a:avLst/>
          </a:prstGeom>
          <a:solidFill>
            <a:srgbClr val="FFFFFF"/>
          </a:solidFill>
          <a:ln w="7620">
            <a:solidFill>
              <a:srgbClr val="D9D9D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8" name="직사각형 27">
            <a:extLst>
              <a:ext uri="{FF2B5EF4-FFF2-40B4-BE49-F238E27FC236}">
                <a16:creationId xmlns:a16="http://schemas.microsoft.com/office/drawing/2014/main" id="{10C7ACCC-CC67-4B4D-C0E4-7B1648868573}"/>
              </a:ext>
            </a:extLst>
          </p:cNvPr>
          <p:cNvSpPr/>
          <p:nvPr/>
        </p:nvSpPr>
        <p:spPr>
          <a:xfrm>
            <a:off x="9271000" y="482600"/>
            <a:ext cx="2743200" cy="342900"/>
          </a:xfrm>
          <a:prstGeom prst="rect">
            <a:avLst/>
          </a:prstGeom>
          <a:solidFill>
            <a:srgbClr val="3C3C3C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33B99847-584E-98C1-C3E6-0F12D18064A0}"/>
              </a:ext>
            </a:extLst>
          </p:cNvPr>
          <p:cNvSpPr txBox="1"/>
          <p:nvPr/>
        </p:nvSpPr>
        <p:spPr>
          <a:xfrm>
            <a:off x="9271000" y="482600"/>
            <a:ext cx="2743200" cy="302647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ctr">
            <a:noAutofit/>
          </a:bodyPr>
          <a:lstStyle/>
          <a:p>
            <a:pPr algn="ctr"/>
            <a:r>
              <a:rPr lang="en-US" altLang="ko-KR" sz="800" b="1">
                <a:solidFill>
                  <a:srgbClr val="FFFFFF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Description</a:t>
            </a:r>
            <a:endParaRPr lang="ko-KR" altLang="en-US" sz="800" b="1">
              <a:solidFill>
                <a:srgbClr val="FFFFFF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30" name="타원 29">
            <a:extLst>
              <a:ext uri="{FF2B5EF4-FFF2-40B4-BE49-F238E27FC236}">
                <a16:creationId xmlns:a16="http://schemas.microsoft.com/office/drawing/2014/main" id="{1D6503D4-CEE6-A6E3-E7B3-D33F688F8989}"/>
              </a:ext>
            </a:extLst>
          </p:cNvPr>
          <p:cNvSpPr/>
          <p:nvPr/>
        </p:nvSpPr>
        <p:spPr>
          <a:xfrm>
            <a:off x="9347200" y="927100"/>
            <a:ext cx="152400" cy="152400"/>
          </a:xfrm>
          <a:prstGeom prst="ellipse">
            <a:avLst/>
          </a:prstGeom>
          <a:solidFill>
            <a:srgbClr val="FF2F2F"/>
          </a:solidFill>
          <a:ln w="8890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650" b="1">
                <a:solidFill>
                  <a:srgbClr val="FFFFFF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1</a:t>
            </a:r>
            <a:endParaRPr lang="ko-KR" altLang="en-US" sz="650" b="1">
              <a:solidFill>
                <a:srgbClr val="FFFFFF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08ACFB3C-BFF1-79FC-60D9-3A266CA32BDA}"/>
              </a:ext>
            </a:extLst>
          </p:cNvPr>
          <p:cNvSpPr txBox="1"/>
          <p:nvPr/>
        </p:nvSpPr>
        <p:spPr>
          <a:xfrm>
            <a:off x="9563100" y="901700"/>
            <a:ext cx="2374900" cy="302647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t">
            <a:noAutofit/>
          </a:bodyPr>
          <a:lstStyle/>
          <a:p>
            <a:r>
              <a:rPr lang="ko-KR" altLang="en-US" sz="700" b="1">
                <a:solidFill>
                  <a:srgbClr val="252525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기본 테마 카드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C0ED34A5-FF3E-E1C0-FDE8-B6E9EADA146A}"/>
              </a:ext>
            </a:extLst>
          </p:cNvPr>
          <p:cNvSpPr txBox="1"/>
          <p:nvPr/>
        </p:nvSpPr>
        <p:spPr>
          <a:xfrm>
            <a:off x="9563100" y="1092200"/>
            <a:ext cx="2374900" cy="302647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t">
            <a:noAutofit/>
          </a:bodyPr>
          <a:lstStyle/>
          <a:p>
            <a:r>
              <a:rPr lang="ko-KR" altLang="en-US" sz="650">
                <a:solidFill>
                  <a:srgbClr val="252525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기본 콘텐츠</a:t>
            </a:r>
            <a:r>
              <a:rPr lang="en-US" altLang="ko-KR" sz="650">
                <a:solidFill>
                  <a:srgbClr val="252525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·</a:t>
            </a:r>
            <a:r>
              <a:rPr lang="ko-KR" altLang="en-US" sz="650">
                <a:solidFill>
                  <a:srgbClr val="252525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웰니스</a:t>
            </a:r>
            <a:r>
              <a:rPr lang="en-US" altLang="ko-KR" sz="650">
                <a:solidFill>
                  <a:srgbClr val="252525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·</a:t>
            </a:r>
            <a:r>
              <a:rPr lang="ko-KR" altLang="en-US" sz="650">
                <a:solidFill>
                  <a:srgbClr val="252525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수면</a:t>
            </a:r>
            <a:r>
              <a:rPr lang="en-US" altLang="ko-KR" sz="650">
                <a:solidFill>
                  <a:srgbClr val="252525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·</a:t>
            </a:r>
            <a:r>
              <a:rPr lang="ko-KR" altLang="en-US" sz="650">
                <a:solidFill>
                  <a:srgbClr val="252525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프라이빗을 선택한다</a:t>
            </a:r>
            <a:r>
              <a:rPr lang="en-US" altLang="ko-KR" sz="650">
                <a:solidFill>
                  <a:srgbClr val="252525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. </a:t>
            </a:r>
            <a:r>
              <a:rPr lang="ko-KR" altLang="en-US" sz="650">
                <a:solidFill>
                  <a:srgbClr val="252525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현재 선택 카드를 명확히 강조한다</a:t>
            </a:r>
            <a:r>
              <a:rPr lang="en-US" altLang="ko-KR" sz="650">
                <a:solidFill>
                  <a:srgbClr val="252525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.</a:t>
            </a:r>
            <a:endParaRPr lang="ko-KR" altLang="en-US" sz="650">
              <a:solidFill>
                <a:srgbClr val="252525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cxnSp>
        <p:nvCxnSpPr>
          <p:cNvPr id="33" name="직선 연결선 32">
            <a:extLst>
              <a:ext uri="{FF2B5EF4-FFF2-40B4-BE49-F238E27FC236}">
                <a16:creationId xmlns:a16="http://schemas.microsoft.com/office/drawing/2014/main" id="{54DB40FA-920C-8528-6A75-9A3A414BF186}"/>
              </a:ext>
            </a:extLst>
          </p:cNvPr>
          <p:cNvCxnSpPr/>
          <p:nvPr/>
        </p:nvCxnSpPr>
        <p:spPr>
          <a:xfrm>
            <a:off x="9372600" y="1833033"/>
            <a:ext cx="2540000" cy="0"/>
          </a:xfrm>
          <a:prstGeom prst="line">
            <a:avLst/>
          </a:prstGeom>
          <a:ln w="6350">
            <a:solidFill>
              <a:srgbClr val="E7E7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타원 33">
            <a:extLst>
              <a:ext uri="{FF2B5EF4-FFF2-40B4-BE49-F238E27FC236}">
                <a16:creationId xmlns:a16="http://schemas.microsoft.com/office/drawing/2014/main" id="{C89EDD1F-4A2D-91E0-D29F-95B0968196C4}"/>
              </a:ext>
            </a:extLst>
          </p:cNvPr>
          <p:cNvSpPr/>
          <p:nvPr/>
        </p:nvSpPr>
        <p:spPr>
          <a:xfrm>
            <a:off x="9347200" y="1896533"/>
            <a:ext cx="152400" cy="152400"/>
          </a:xfrm>
          <a:prstGeom prst="ellipse">
            <a:avLst/>
          </a:prstGeom>
          <a:solidFill>
            <a:srgbClr val="FF2F2F"/>
          </a:solidFill>
          <a:ln w="8890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650" b="1">
                <a:solidFill>
                  <a:srgbClr val="FFFFFF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2</a:t>
            </a:r>
            <a:endParaRPr lang="ko-KR" altLang="en-US" sz="650" b="1">
              <a:solidFill>
                <a:srgbClr val="FFFFFF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3F7A43ED-91F5-75FA-B43C-A15941583BE0}"/>
              </a:ext>
            </a:extLst>
          </p:cNvPr>
          <p:cNvSpPr txBox="1"/>
          <p:nvPr/>
        </p:nvSpPr>
        <p:spPr>
          <a:xfrm>
            <a:off x="9563100" y="1871133"/>
            <a:ext cx="2374900" cy="302647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t">
            <a:noAutofit/>
          </a:bodyPr>
          <a:lstStyle/>
          <a:p>
            <a:r>
              <a:rPr lang="ko-KR" altLang="en-US" sz="700" b="1">
                <a:solidFill>
                  <a:srgbClr val="252525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실시간 미리보기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BC49E9BA-440C-CEE1-68D9-C04FE038BB7E}"/>
              </a:ext>
            </a:extLst>
          </p:cNvPr>
          <p:cNvSpPr txBox="1"/>
          <p:nvPr/>
        </p:nvSpPr>
        <p:spPr>
          <a:xfrm>
            <a:off x="9563100" y="2061633"/>
            <a:ext cx="2374900" cy="302647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t">
            <a:noAutofit/>
          </a:bodyPr>
          <a:lstStyle/>
          <a:p>
            <a:r>
              <a:rPr lang="ko-KR" altLang="en-US" sz="650">
                <a:solidFill>
                  <a:srgbClr val="252525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편집값을 즉시 반영해 앱 화면을 미리 본다</a:t>
            </a:r>
            <a:r>
              <a:rPr lang="en-US" altLang="ko-KR" sz="650">
                <a:solidFill>
                  <a:srgbClr val="252525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. </a:t>
            </a:r>
            <a:r>
              <a:rPr lang="ko-KR" altLang="en-US" sz="650">
                <a:solidFill>
                  <a:srgbClr val="252525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미리보기 반영과 서버 저장을 구분한다</a:t>
            </a:r>
            <a:r>
              <a:rPr lang="en-US" altLang="ko-KR" sz="650">
                <a:solidFill>
                  <a:srgbClr val="252525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.</a:t>
            </a:r>
            <a:endParaRPr lang="ko-KR" altLang="en-US" sz="650">
              <a:solidFill>
                <a:srgbClr val="252525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cxnSp>
        <p:nvCxnSpPr>
          <p:cNvPr id="37" name="직선 연결선 36">
            <a:extLst>
              <a:ext uri="{FF2B5EF4-FFF2-40B4-BE49-F238E27FC236}">
                <a16:creationId xmlns:a16="http://schemas.microsoft.com/office/drawing/2014/main" id="{66F40935-C016-CFE9-D7EB-0BC9DF2A17FC}"/>
              </a:ext>
            </a:extLst>
          </p:cNvPr>
          <p:cNvCxnSpPr/>
          <p:nvPr/>
        </p:nvCxnSpPr>
        <p:spPr>
          <a:xfrm>
            <a:off x="9372600" y="2802467"/>
            <a:ext cx="2540000" cy="0"/>
          </a:xfrm>
          <a:prstGeom prst="line">
            <a:avLst/>
          </a:prstGeom>
          <a:ln w="6350">
            <a:solidFill>
              <a:srgbClr val="E7E7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타원 37">
            <a:extLst>
              <a:ext uri="{FF2B5EF4-FFF2-40B4-BE49-F238E27FC236}">
                <a16:creationId xmlns:a16="http://schemas.microsoft.com/office/drawing/2014/main" id="{0986B97C-EB3C-0B20-047F-5F71EAD2CE67}"/>
              </a:ext>
            </a:extLst>
          </p:cNvPr>
          <p:cNvSpPr/>
          <p:nvPr/>
        </p:nvSpPr>
        <p:spPr>
          <a:xfrm>
            <a:off x="9347200" y="2865967"/>
            <a:ext cx="152400" cy="152400"/>
          </a:xfrm>
          <a:prstGeom prst="ellipse">
            <a:avLst/>
          </a:prstGeom>
          <a:solidFill>
            <a:srgbClr val="FF2F2F"/>
          </a:solidFill>
          <a:ln w="8890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650" b="1">
                <a:solidFill>
                  <a:srgbClr val="FFFFFF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3</a:t>
            </a:r>
            <a:endParaRPr lang="ko-KR" altLang="en-US" sz="650" b="1">
              <a:solidFill>
                <a:srgbClr val="FFFFFF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55BDAC53-3764-9396-BC6E-F7496225D9C1}"/>
              </a:ext>
            </a:extLst>
          </p:cNvPr>
          <p:cNvSpPr txBox="1"/>
          <p:nvPr/>
        </p:nvSpPr>
        <p:spPr>
          <a:xfrm>
            <a:off x="9563100" y="2840567"/>
            <a:ext cx="2374900" cy="302647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t">
            <a:noAutofit/>
          </a:bodyPr>
          <a:lstStyle/>
          <a:p>
            <a:r>
              <a:rPr lang="ko-KR" altLang="en-US" sz="700" b="1">
                <a:solidFill>
                  <a:srgbClr val="252525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이름</a:t>
            </a:r>
            <a:r>
              <a:rPr lang="en-US" altLang="ko-KR" sz="700" b="1">
                <a:solidFill>
                  <a:srgbClr val="252525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·</a:t>
            </a:r>
            <a:r>
              <a:rPr lang="ko-KR" altLang="en-US" sz="700" b="1">
                <a:solidFill>
                  <a:srgbClr val="252525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색상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D1F2F9D4-A741-4592-0034-1847E2677946}"/>
              </a:ext>
            </a:extLst>
          </p:cNvPr>
          <p:cNvSpPr txBox="1"/>
          <p:nvPr/>
        </p:nvSpPr>
        <p:spPr>
          <a:xfrm>
            <a:off x="9563100" y="3031067"/>
            <a:ext cx="2374900" cy="302647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t">
            <a:noAutofit/>
          </a:bodyPr>
          <a:lstStyle/>
          <a:p>
            <a:r>
              <a:rPr lang="ko-KR" altLang="en-US" sz="650">
                <a:solidFill>
                  <a:srgbClr val="252525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테마 이름은 </a:t>
            </a:r>
            <a:r>
              <a:rPr lang="en-US" altLang="ko-KR" sz="650">
                <a:solidFill>
                  <a:srgbClr val="252525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20</a:t>
            </a:r>
            <a:r>
              <a:rPr lang="ko-KR" altLang="en-US" sz="650">
                <a:solidFill>
                  <a:srgbClr val="252525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자 이하로 제한하고 주요</a:t>
            </a:r>
            <a:r>
              <a:rPr lang="en-US" altLang="ko-KR" sz="650">
                <a:solidFill>
                  <a:srgbClr val="252525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·</a:t>
            </a:r>
            <a:r>
              <a:rPr lang="ko-KR" altLang="en-US" sz="650">
                <a:solidFill>
                  <a:srgbClr val="252525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보조</a:t>
            </a:r>
            <a:r>
              <a:rPr lang="en-US" altLang="ko-KR" sz="650">
                <a:solidFill>
                  <a:srgbClr val="252525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·</a:t>
            </a:r>
            <a:r>
              <a:rPr lang="ko-KR" altLang="en-US" sz="650">
                <a:solidFill>
                  <a:srgbClr val="252525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배경 색상을 미리보기에 연결한다</a:t>
            </a:r>
            <a:r>
              <a:rPr lang="en-US" altLang="ko-KR" sz="650">
                <a:solidFill>
                  <a:srgbClr val="252525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.</a:t>
            </a:r>
            <a:endParaRPr lang="ko-KR" altLang="en-US" sz="650">
              <a:solidFill>
                <a:srgbClr val="252525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cxnSp>
        <p:nvCxnSpPr>
          <p:cNvPr id="41" name="직선 연결선 40">
            <a:extLst>
              <a:ext uri="{FF2B5EF4-FFF2-40B4-BE49-F238E27FC236}">
                <a16:creationId xmlns:a16="http://schemas.microsoft.com/office/drawing/2014/main" id="{F986BAB1-F1D0-A24D-4067-586F25B85EDA}"/>
              </a:ext>
            </a:extLst>
          </p:cNvPr>
          <p:cNvCxnSpPr/>
          <p:nvPr/>
        </p:nvCxnSpPr>
        <p:spPr>
          <a:xfrm>
            <a:off x="9372600" y="3771900"/>
            <a:ext cx="2540000" cy="0"/>
          </a:xfrm>
          <a:prstGeom prst="line">
            <a:avLst/>
          </a:prstGeom>
          <a:ln w="6350">
            <a:solidFill>
              <a:srgbClr val="E7E7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타원 41">
            <a:extLst>
              <a:ext uri="{FF2B5EF4-FFF2-40B4-BE49-F238E27FC236}">
                <a16:creationId xmlns:a16="http://schemas.microsoft.com/office/drawing/2014/main" id="{4A1A1525-7DAA-C115-D3B0-45BDAB783C22}"/>
              </a:ext>
            </a:extLst>
          </p:cNvPr>
          <p:cNvSpPr/>
          <p:nvPr/>
        </p:nvSpPr>
        <p:spPr>
          <a:xfrm>
            <a:off x="9347200" y="3835400"/>
            <a:ext cx="152400" cy="152400"/>
          </a:xfrm>
          <a:prstGeom prst="ellipse">
            <a:avLst/>
          </a:prstGeom>
          <a:solidFill>
            <a:srgbClr val="FF2F2F"/>
          </a:solidFill>
          <a:ln w="8890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650" b="1">
                <a:solidFill>
                  <a:srgbClr val="FFFFFF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4</a:t>
            </a:r>
            <a:endParaRPr lang="ko-KR" altLang="en-US" sz="650" b="1">
              <a:solidFill>
                <a:srgbClr val="FFFFFF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6DEBD473-A42D-78AB-4380-EE8AB4B7ED9F}"/>
              </a:ext>
            </a:extLst>
          </p:cNvPr>
          <p:cNvSpPr txBox="1"/>
          <p:nvPr/>
        </p:nvSpPr>
        <p:spPr>
          <a:xfrm>
            <a:off x="9563100" y="3810000"/>
            <a:ext cx="2374900" cy="302647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t">
            <a:noAutofit/>
          </a:bodyPr>
          <a:lstStyle/>
          <a:p>
            <a:r>
              <a:rPr lang="en-US" altLang="ko-KR" sz="700" b="1">
                <a:solidFill>
                  <a:srgbClr val="252525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UI </a:t>
            </a:r>
            <a:r>
              <a:rPr lang="ko-KR" altLang="en-US" sz="700" b="1">
                <a:solidFill>
                  <a:srgbClr val="252525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밀도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7A3704D0-7F42-8F85-C284-E08BD390708A}"/>
              </a:ext>
            </a:extLst>
          </p:cNvPr>
          <p:cNvSpPr txBox="1"/>
          <p:nvPr/>
        </p:nvSpPr>
        <p:spPr>
          <a:xfrm>
            <a:off x="9563100" y="4000500"/>
            <a:ext cx="2374900" cy="302647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t">
            <a:noAutofit/>
          </a:bodyPr>
          <a:lstStyle/>
          <a:p>
            <a:r>
              <a:rPr lang="ko-KR" altLang="en-US" sz="650">
                <a:solidFill>
                  <a:srgbClr val="252525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모서리 스타일과 정보 밀도를 선택한다</a:t>
            </a:r>
            <a:r>
              <a:rPr lang="en-US" altLang="ko-KR" sz="650">
                <a:solidFill>
                  <a:srgbClr val="252525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. </a:t>
            </a:r>
            <a:r>
              <a:rPr lang="ko-KR" altLang="en-US" sz="650">
                <a:solidFill>
                  <a:srgbClr val="252525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텍스트 대비와 터치 영역이 유지되는 조합만 제공한다</a:t>
            </a:r>
            <a:r>
              <a:rPr lang="en-US" altLang="ko-KR" sz="650">
                <a:solidFill>
                  <a:srgbClr val="252525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.</a:t>
            </a:r>
            <a:endParaRPr lang="ko-KR" altLang="en-US" sz="650">
              <a:solidFill>
                <a:srgbClr val="252525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cxnSp>
        <p:nvCxnSpPr>
          <p:cNvPr id="45" name="직선 연결선 44">
            <a:extLst>
              <a:ext uri="{FF2B5EF4-FFF2-40B4-BE49-F238E27FC236}">
                <a16:creationId xmlns:a16="http://schemas.microsoft.com/office/drawing/2014/main" id="{C7EA6375-44EF-E1FA-83CE-817623F6BD64}"/>
              </a:ext>
            </a:extLst>
          </p:cNvPr>
          <p:cNvCxnSpPr/>
          <p:nvPr/>
        </p:nvCxnSpPr>
        <p:spPr>
          <a:xfrm>
            <a:off x="9372600" y="4741333"/>
            <a:ext cx="2540000" cy="0"/>
          </a:xfrm>
          <a:prstGeom prst="line">
            <a:avLst/>
          </a:prstGeom>
          <a:ln w="6350">
            <a:solidFill>
              <a:srgbClr val="E7E7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6" name="타원 45">
            <a:extLst>
              <a:ext uri="{FF2B5EF4-FFF2-40B4-BE49-F238E27FC236}">
                <a16:creationId xmlns:a16="http://schemas.microsoft.com/office/drawing/2014/main" id="{F5AD6AAD-6CA7-E954-4EDA-138218A33BB2}"/>
              </a:ext>
            </a:extLst>
          </p:cNvPr>
          <p:cNvSpPr/>
          <p:nvPr/>
        </p:nvSpPr>
        <p:spPr>
          <a:xfrm>
            <a:off x="9347200" y="4804833"/>
            <a:ext cx="152400" cy="152400"/>
          </a:xfrm>
          <a:prstGeom prst="ellipse">
            <a:avLst/>
          </a:prstGeom>
          <a:solidFill>
            <a:srgbClr val="FF2F2F"/>
          </a:solidFill>
          <a:ln w="8890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650" b="1">
                <a:solidFill>
                  <a:srgbClr val="FFFFFF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5</a:t>
            </a:r>
            <a:endParaRPr lang="ko-KR" altLang="en-US" sz="650" b="1">
              <a:solidFill>
                <a:srgbClr val="FFFFFF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806FBCBF-D0D3-325D-2F1D-5D9209DEF68F}"/>
              </a:ext>
            </a:extLst>
          </p:cNvPr>
          <p:cNvSpPr txBox="1"/>
          <p:nvPr/>
        </p:nvSpPr>
        <p:spPr>
          <a:xfrm>
            <a:off x="9563100" y="4779433"/>
            <a:ext cx="2374900" cy="302647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t">
            <a:noAutofit/>
          </a:bodyPr>
          <a:lstStyle/>
          <a:p>
            <a:r>
              <a:rPr lang="ko-KR" altLang="en-US" sz="700" b="1">
                <a:solidFill>
                  <a:srgbClr val="252525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차량 환경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8D96E78C-9A19-C3B7-9E7D-A7CF7BFD0EC4}"/>
              </a:ext>
            </a:extLst>
          </p:cNvPr>
          <p:cNvSpPr txBox="1"/>
          <p:nvPr/>
        </p:nvSpPr>
        <p:spPr>
          <a:xfrm>
            <a:off x="9563100" y="4969933"/>
            <a:ext cx="2374900" cy="302647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t">
            <a:noAutofit/>
          </a:bodyPr>
          <a:lstStyle/>
          <a:p>
            <a:r>
              <a:rPr lang="ko-KR" altLang="en-US" sz="650">
                <a:solidFill>
                  <a:srgbClr val="252525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온도 </a:t>
            </a:r>
            <a:r>
              <a:rPr lang="en-US" altLang="ko-KR" sz="650">
                <a:solidFill>
                  <a:srgbClr val="252525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18~28</a:t>
            </a:r>
            <a:r>
              <a:rPr lang="ko-KR" altLang="en-US" sz="650">
                <a:solidFill>
                  <a:srgbClr val="252525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도</a:t>
            </a:r>
            <a:r>
              <a:rPr lang="en-US" altLang="ko-KR" sz="650">
                <a:solidFill>
                  <a:srgbClr val="252525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, </a:t>
            </a:r>
            <a:r>
              <a:rPr lang="ko-KR" altLang="en-US" sz="650">
                <a:solidFill>
                  <a:srgbClr val="252525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창문 투명도 </a:t>
            </a:r>
            <a:r>
              <a:rPr lang="en-US" altLang="ko-KR" sz="650">
                <a:solidFill>
                  <a:srgbClr val="252525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0~100</a:t>
            </a:r>
            <a:r>
              <a:rPr lang="ko-KR" altLang="en-US" sz="650">
                <a:solidFill>
                  <a:srgbClr val="252525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을 </a:t>
            </a:r>
            <a:r>
              <a:rPr lang="en-US" altLang="ko-KR" sz="650">
                <a:solidFill>
                  <a:srgbClr val="252525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5 </a:t>
            </a:r>
            <a:r>
              <a:rPr lang="ko-KR" altLang="en-US" sz="650">
                <a:solidFill>
                  <a:srgbClr val="252525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단위로 조정하고 조명</a:t>
            </a:r>
            <a:r>
              <a:rPr lang="en-US" altLang="ko-KR" sz="650">
                <a:solidFill>
                  <a:srgbClr val="252525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·</a:t>
            </a:r>
            <a:r>
              <a:rPr lang="ko-KR" altLang="en-US" sz="650">
                <a:solidFill>
                  <a:srgbClr val="252525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프라이버시 상태를 표시한다</a:t>
            </a:r>
            <a:r>
              <a:rPr lang="en-US" altLang="ko-KR" sz="650">
                <a:solidFill>
                  <a:srgbClr val="252525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.</a:t>
            </a:r>
            <a:endParaRPr lang="ko-KR" altLang="en-US" sz="650">
              <a:solidFill>
                <a:srgbClr val="252525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cxnSp>
        <p:nvCxnSpPr>
          <p:cNvPr id="49" name="직선 연결선 48">
            <a:extLst>
              <a:ext uri="{FF2B5EF4-FFF2-40B4-BE49-F238E27FC236}">
                <a16:creationId xmlns:a16="http://schemas.microsoft.com/office/drawing/2014/main" id="{8D5AFE3E-1727-5C77-8D6B-5B16FFF72E84}"/>
              </a:ext>
            </a:extLst>
          </p:cNvPr>
          <p:cNvCxnSpPr/>
          <p:nvPr/>
        </p:nvCxnSpPr>
        <p:spPr>
          <a:xfrm>
            <a:off x="9372600" y="5710767"/>
            <a:ext cx="2540000" cy="0"/>
          </a:xfrm>
          <a:prstGeom prst="line">
            <a:avLst/>
          </a:prstGeom>
          <a:ln w="6350">
            <a:solidFill>
              <a:srgbClr val="E7E7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0" name="타원 49">
            <a:extLst>
              <a:ext uri="{FF2B5EF4-FFF2-40B4-BE49-F238E27FC236}">
                <a16:creationId xmlns:a16="http://schemas.microsoft.com/office/drawing/2014/main" id="{5AB3E0AA-8544-A09D-9180-F4E4A281D32F}"/>
              </a:ext>
            </a:extLst>
          </p:cNvPr>
          <p:cNvSpPr/>
          <p:nvPr/>
        </p:nvSpPr>
        <p:spPr>
          <a:xfrm>
            <a:off x="9347200" y="5774267"/>
            <a:ext cx="152400" cy="152400"/>
          </a:xfrm>
          <a:prstGeom prst="ellipse">
            <a:avLst/>
          </a:prstGeom>
          <a:solidFill>
            <a:srgbClr val="FF2F2F"/>
          </a:solidFill>
          <a:ln w="8890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650" b="1">
                <a:solidFill>
                  <a:srgbClr val="FFFFFF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6</a:t>
            </a:r>
            <a:endParaRPr lang="ko-KR" altLang="en-US" sz="650" b="1">
              <a:solidFill>
                <a:srgbClr val="FFFFFF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76CAC5DF-C3CD-877E-5860-D3DD250CC5EA}"/>
              </a:ext>
            </a:extLst>
          </p:cNvPr>
          <p:cNvSpPr txBox="1"/>
          <p:nvPr/>
        </p:nvSpPr>
        <p:spPr>
          <a:xfrm>
            <a:off x="9563100" y="5748867"/>
            <a:ext cx="2374900" cy="302647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t">
            <a:noAutofit/>
          </a:bodyPr>
          <a:lstStyle/>
          <a:p>
            <a:r>
              <a:rPr lang="ko-KR" altLang="en-US" sz="700" b="1">
                <a:solidFill>
                  <a:srgbClr val="252525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저장</a:t>
            </a:r>
            <a:r>
              <a:rPr lang="en-US" altLang="ko-KR" sz="700" b="1">
                <a:solidFill>
                  <a:srgbClr val="252525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·</a:t>
            </a:r>
            <a:r>
              <a:rPr lang="ko-KR" altLang="en-US" sz="700" b="1">
                <a:solidFill>
                  <a:srgbClr val="252525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복원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00D8056B-F0ED-2EE7-40A9-27B64B44D83E}"/>
              </a:ext>
            </a:extLst>
          </p:cNvPr>
          <p:cNvSpPr txBox="1"/>
          <p:nvPr/>
        </p:nvSpPr>
        <p:spPr>
          <a:xfrm>
            <a:off x="9563100" y="5939367"/>
            <a:ext cx="2374900" cy="302647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t">
            <a:noAutofit/>
          </a:bodyPr>
          <a:lstStyle/>
          <a:p>
            <a:r>
              <a:rPr lang="ko-KR" altLang="en-US" sz="650">
                <a:solidFill>
                  <a:srgbClr val="252525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차량 환경 저장으로 확정한다</a:t>
            </a:r>
            <a:r>
              <a:rPr lang="en-US" altLang="ko-KR" sz="650">
                <a:solidFill>
                  <a:srgbClr val="252525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. </a:t>
            </a:r>
            <a:r>
              <a:rPr lang="ko-KR" altLang="en-US" sz="650">
                <a:solidFill>
                  <a:srgbClr val="252525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기본값 복원은 선택 테마만 대상으로 하며 이탈 전 미저장 경고를 제공한다</a:t>
            </a:r>
            <a:r>
              <a:rPr lang="en-US" altLang="ko-KR" sz="650">
                <a:solidFill>
                  <a:srgbClr val="252525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.</a:t>
            </a:r>
            <a:endParaRPr lang="ko-KR" altLang="en-US" sz="650">
              <a:solidFill>
                <a:srgbClr val="252525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77609701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50238FB0-1BD1-E9C4-7D29-88B88FE1D0B6}"/>
              </a:ext>
            </a:extLst>
          </p:cNvPr>
          <p:cNvSpPr txBox="1"/>
          <p:nvPr/>
        </p:nvSpPr>
        <p:spPr>
          <a:xfrm>
            <a:off x="381000" y="228600"/>
            <a:ext cx="11430000" cy="302647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ctr">
            <a:noAutofit/>
          </a:bodyPr>
          <a:lstStyle/>
          <a:p>
            <a:r>
              <a:rPr lang="ko-KR" altLang="en-US" sz="1400" b="1">
                <a:solidFill>
                  <a:srgbClr val="252525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공통 예외 처리와 복구 경로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2EE988EB-828F-C08F-6E62-C28135B6487D}"/>
              </a:ext>
            </a:extLst>
          </p:cNvPr>
          <p:cNvSpPr/>
          <p:nvPr/>
        </p:nvSpPr>
        <p:spPr>
          <a:xfrm>
            <a:off x="228600" y="228600"/>
            <a:ext cx="63500" cy="330200"/>
          </a:xfrm>
          <a:prstGeom prst="rect">
            <a:avLst/>
          </a:prstGeom>
          <a:solidFill>
            <a:srgbClr val="FF2F2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4E615C1-9012-AA94-9BD7-ED4DE4C1CF19}"/>
              </a:ext>
            </a:extLst>
          </p:cNvPr>
          <p:cNvSpPr txBox="1"/>
          <p:nvPr/>
        </p:nvSpPr>
        <p:spPr>
          <a:xfrm>
            <a:off x="381000" y="571500"/>
            <a:ext cx="11430000" cy="302647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ctr">
            <a:noAutofit/>
          </a:bodyPr>
          <a:lstStyle/>
          <a:p>
            <a:r>
              <a:rPr lang="ko-KR" altLang="en-US" sz="700">
                <a:solidFill>
                  <a:srgbClr val="666666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메시지에는 실패 원인과 사용자가 수행할 다음 행동을 함께 제공한다</a:t>
            </a:r>
          </a:p>
        </p:txBody>
      </p:sp>
      <p:graphicFrame>
        <p:nvGraphicFramePr>
          <p:cNvPr id="5" name="표 4">
            <a:extLst>
              <a:ext uri="{FF2B5EF4-FFF2-40B4-BE49-F238E27FC236}">
                <a16:creationId xmlns:a16="http://schemas.microsoft.com/office/drawing/2014/main" id="{F82D2597-1085-EE45-DDC6-8F4680EDE11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18275202"/>
              </p:ext>
            </p:extLst>
          </p:nvPr>
        </p:nvGraphicFramePr>
        <p:xfrm>
          <a:off x="355600" y="965199"/>
          <a:ext cx="11480800" cy="5461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43000">
                  <a:extLst>
                    <a:ext uri="{9D8B030D-6E8A-4147-A177-3AD203B41FA5}">
                      <a16:colId xmlns:a16="http://schemas.microsoft.com/office/drawing/2014/main" val="2897149930"/>
                    </a:ext>
                  </a:extLst>
                </a:gridCol>
                <a:gridCol w="3810000">
                  <a:extLst>
                    <a:ext uri="{9D8B030D-6E8A-4147-A177-3AD203B41FA5}">
                      <a16:colId xmlns:a16="http://schemas.microsoft.com/office/drawing/2014/main" val="2611904200"/>
                    </a:ext>
                  </a:extLst>
                </a:gridCol>
                <a:gridCol w="2667000">
                  <a:extLst>
                    <a:ext uri="{9D8B030D-6E8A-4147-A177-3AD203B41FA5}">
                      <a16:colId xmlns:a16="http://schemas.microsoft.com/office/drawing/2014/main" val="3342141827"/>
                    </a:ext>
                  </a:extLst>
                </a:gridCol>
                <a:gridCol w="3860800">
                  <a:extLst>
                    <a:ext uri="{9D8B030D-6E8A-4147-A177-3AD203B41FA5}">
                      <a16:colId xmlns:a16="http://schemas.microsoft.com/office/drawing/2014/main" val="2365653213"/>
                    </a:ext>
                  </a:extLst>
                </a:gridCol>
              </a:tblGrid>
              <a:tr h="54610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700" b="1">
                          <a:solidFill>
                            <a:srgbClr val="FFFFFF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상태</a:t>
                      </a:r>
                    </a:p>
                  </a:txBody>
                  <a:tcPr anchor="ctr">
                    <a:solidFill>
                      <a:srgbClr val="3C3C3C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700" b="1">
                          <a:solidFill>
                            <a:srgbClr val="FFFFFF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사용자 메시지</a:t>
                      </a:r>
                    </a:p>
                  </a:txBody>
                  <a:tcPr anchor="ctr">
                    <a:solidFill>
                      <a:srgbClr val="3C3C3C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700" b="1">
                          <a:solidFill>
                            <a:srgbClr val="FFFFFF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화면 처리</a:t>
                      </a:r>
                    </a:p>
                  </a:txBody>
                  <a:tcPr anchor="ctr">
                    <a:solidFill>
                      <a:srgbClr val="3C3C3C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700" b="1">
                          <a:solidFill>
                            <a:srgbClr val="FFFFFF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복구 방법</a:t>
                      </a:r>
                    </a:p>
                  </a:txBody>
                  <a:tcPr anchor="ctr">
                    <a:solidFill>
                      <a:srgbClr val="3C3C3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79085367"/>
                  </a:ext>
                </a:extLst>
              </a:tr>
              <a:tr h="5461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>
                          <a:solidFill>
                            <a:srgbClr val="252525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401</a:t>
                      </a:r>
                      <a:endParaRPr lang="ko-KR" altLang="en-US" sz="700">
                        <a:solidFill>
                          <a:srgbClr val="252525"/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50800" marR="508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700">
                          <a:solidFill>
                            <a:srgbClr val="252525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관리자 로그인이 필요합니다</a:t>
                      </a:r>
                    </a:p>
                  </a:txBody>
                  <a:tcPr marL="50800" marR="508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700">
                          <a:solidFill>
                            <a:srgbClr val="252525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읽기</a:t>
                      </a:r>
                      <a:r>
                        <a:rPr lang="en-US" altLang="ko-KR" sz="700">
                          <a:solidFill>
                            <a:srgbClr val="252525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·</a:t>
                      </a:r>
                      <a:r>
                        <a:rPr lang="ko-KR" altLang="en-US" sz="700">
                          <a:solidFill>
                            <a:srgbClr val="252525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편집 차단</a:t>
                      </a:r>
                    </a:p>
                  </a:txBody>
                  <a:tcPr marL="50800" marR="508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700">
                          <a:solidFill>
                            <a:srgbClr val="252525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로그인 후 원래 화면 재진입</a:t>
                      </a:r>
                    </a:p>
                  </a:txBody>
                  <a:tcPr marL="50800" marR="50800" marT="25400" marB="254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14267993"/>
                  </a:ext>
                </a:extLst>
              </a:tr>
              <a:tr h="5461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>
                          <a:solidFill>
                            <a:srgbClr val="252525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403</a:t>
                      </a:r>
                      <a:endParaRPr lang="ko-KR" altLang="en-US" sz="700">
                        <a:solidFill>
                          <a:srgbClr val="252525"/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50800" marR="50800" marT="25400" marB="25400"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700">
                          <a:solidFill>
                            <a:srgbClr val="252525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관리자 권한이 없습니다</a:t>
                      </a:r>
                    </a:p>
                  </a:txBody>
                  <a:tcPr marL="50800" marR="50800" marT="25400" marB="25400"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700">
                          <a:solidFill>
                            <a:srgbClr val="252525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저장</a:t>
                      </a:r>
                      <a:r>
                        <a:rPr lang="en-US" altLang="ko-KR" sz="700">
                          <a:solidFill>
                            <a:srgbClr val="252525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·</a:t>
                      </a:r>
                      <a:r>
                        <a:rPr lang="ko-KR" altLang="en-US" sz="700">
                          <a:solidFill>
                            <a:srgbClr val="252525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업로드 비활성</a:t>
                      </a:r>
                    </a:p>
                  </a:txBody>
                  <a:tcPr marL="50800" marR="50800" marT="25400" marB="25400"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700">
                          <a:solidFill>
                            <a:srgbClr val="252525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허용 목록 확인</a:t>
                      </a:r>
                    </a:p>
                  </a:txBody>
                  <a:tcPr marL="50800" marR="50800" marT="25400" marB="25400" anchor="ctr"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04200186"/>
                  </a:ext>
                </a:extLst>
              </a:tr>
              <a:tr h="5461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>
                          <a:solidFill>
                            <a:srgbClr val="252525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404</a:t>
                      </a:r>
                      <a:endParaRPr lang="ko-KR" altLang="en-US" sz="700">
                        <a:solidFill>
                          <a:srgbClr val="252525"/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50800" marR="508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700">
                          <a:solidFill>
                            <a:srgbClr val="252525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저장된 설정이 없습니다</a:t>
                      </a:r>
                    </a:p>
                  </a:txBody>
                  <a:tcPr marL="50800" marR="508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700">
                          <a:solidFill>
                            <a:srgbClr val="252525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기본값 또는 빈 상태</a:t>
                      </a:r>
                    </a:p>
                  </a:txBody>
                  <a:tcPr marL="50800" marR="508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700">
                          <a:solidFill>
                            <a:srgbClr val="252525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검토 후 최초 저장</a:t>
                      </a:r>
                    </a:p>
                  </a:txBody>
                  <a:tcPr marL="50800" marR="50800" marT="25400" marB="254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43242628"/>
                  </a:ext>
                </a:extLst>
              </a:tr>
              <a:tr h="5461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>
                          <a:solidFill>
                            <a:srgbClr val="252525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409</a:t>
                      </a:r>
                      <a:endParaRPr lang="ko-KR" altLang="en-US" sz="700">
                        <a:solidFill>
                          <a:srgbClr val="252525"/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50800" marR="50800" marT="25400" marB="25400"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700">
                          <a:solidFill>
                            <a:srgbClr val="252525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다른 관리자가 먼저 저장했습니다</a:t>
                      </a:r>
                    </a:p>
                  </a:txBody>
                  <a:tcPr marL="50800" marR="50800" marT="25400" marB="25400"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700">
                          <a:solidFill>
                            <a:srgbClr val="252525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편집값 보존</a:t>
                      </a:r>
                    </a:p>
                  </a:txBody>
                  <a:tcPr marL="50800" marR="50800" marT="25400" marB="25400"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700">
                          <a:solidFill>
                            <a:srgbClr val="252525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새로고침 후 병합</a:t>
                      </a:r>
                      <a:r>
                        <a:rPr lang="en-US" altLang="ko-KR" sz="700">
                          <a:solidFill>
                            <a:srgbClr val="252525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·</a:t>
                      </a:r>
                      <a:r>
                        <a:rPr lang="ko-KR" altLang="en-US" sz="700">
                          <a:solidFill>
                            <a:srgbClr val="252525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재저장</a:t>
                      </a:r>
                    </a:p>
                  </a:txBody>
                  <a:tcPr marL="50800" marR="50800" marT="25400" marB="25400" anchor="ctr"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20523083"/>
                  </a:ext>
                </a:extLst>
              </a:tr>
              <a:tr h="5461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>
                          <a:solidFill>
                            <a:srgbClr val="252525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413/415</a:t>
                      </a:r>
                      <a:endParaRPr lang="ko-KR" altLang="en-US" sz="700">
                        <a:solidFill>
                          <a:srgbClr val="252525"/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50800" marR="508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700">
                          <a:solidFill>
                            <a:srgbClr val="252525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파일 크기 또는 형식 오류</a:t>
                      </a:r>
                    </a:p>
                  </a:txBody>
                  <a:tcPr marL="50800" marR="508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700">
                          <a:solidFill>
                            <a:srgbClr val="252525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업로드 중단</a:t>
                      </a:r>
                    </a:p>
                  </a:txBody>
                  <a:tcPr marL="50800" marR="508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700">
                          <a:solidFill>
                            <a:srgbClr val="252525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20MB </a:t>
                      </a:r>
                      <a:r>
                        <a:rPr lang="ko-KR" altLang="en-US" sz="700">
                          <a:solidFill>
                            <a:srgbClr val="252525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이하 허용 파일 선택</a:t>
                      </a:r>
                    </a:p>
                  </a:txBody>
                  <a:tcPr marL="50800" marR="50800" marT="25400" marB="254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76105258"/>
                  </a:ext>
                </a:extLst>
              </a:tr>
              <a:tr h="5461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>
                          <a:solidFill>
                            <a:srgbClr val="252525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502/504</a:t>
                      </a:r>
                      <a:endParaRPr lang="ko-KR" altLang="en-US" sz="700">
                        <a:solidFill>
                          <a:srgbClr val="252525"/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50800" marR="50800" marT="25400" marB="25400"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700">
                          <a:solidFill>
                            <a:srgbClr val="252525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백엔드 연결을 확인하세요</a:t>
                      </a:r>
                    </a:p>
                  </a:txBody>
                  <a:tcPr marL="50800" marR="50800" marT="25400" marB="25400"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700">
                          <a:solidFill>
                            <a:srgbClr val="252525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읽기 전용 또는 로컬 호환</a:t>
                      </a:r>
                    </a:p>
                  </a:txBody>
                  <a:tcPr marL="50800" marR="50800" marT="25400" marB="25400"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700">
                          <a:solidFill>
                            <a:srgbClr val="252525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복구 후 새로고침</a:t>
                      </a:r>
                    </a:p>
                  </a:txBody>
                  <a:tcPr marL="50800" marR="50800" marT="25400" marB="25400" anchor="ctr"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4284123"/>
                  </a:ext>
                </a:extLst>
              </a:tr>
              <a:tr h="5461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>
                          <a:solidFill>
                            <a:srgbClr val="252525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503</a:t>
                      </a:r>
                      <a:endParaRPr lang="ko-KR" altLang="en-US" sz="700">
                        <a:solidFill>
                          <a:srgbClr val="252525"/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50800" marR="508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700">
                          <a:solidFill>
                            <a:srgbClr val="252525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저장소 또는 허용 목록 설정 필요</a:t>
                      </a:r>
                    </a:p>
                  </a:txBody>
                  <a:tcPr marL="50800" marR="508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700">
                          <a:solidFill>
                            <a:srgbClr val="252525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해당 기능 중단</a:t>
                      </a:r>
                    </a:p>
                  </a:txBody>
                  <a:tcPr marL="50800" marR="508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700">
                          <a:solidFill>
                            <a:srgbClr val="252525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운영 환경 변수 확인</a:t>
                      </a:r>
                    </a:p>
                  </a:txBody>
                  <a:tcPr marL="50800" marR="50800" marT="25400" marB="254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44132743"/>
                  </a:ext>
                </a:extLst>
              </a:tr>
              <a:tr h="54610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700">
                          <a:solidFill>
                            <a:srgbClr val="252525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지도 실패</a:t>
                      </a:r>
                    </a:p>
                  </a:txBody>
                  <a:tcPr marL="50800" marR="50800" marT="25400" marB="25400"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700">
                          <a:solidFill>
                            <a:srgbClr val="252525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지도를 불러오지 못했습니다</a:t>
                      </a:r>
                    </a:p>
                  </a:txBody>
                  <a:tcPr marL="50800" marR="50800" marT="25400" marB="25400"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700">
                          <a:solidFill>
                            <a:srgbClr val="252525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차량 목록</a:t>
                      </a:r>
                      <a:r>
                        <a:rPr lang="en-US" altLang="ko-KR" sz="700">
                          <a:solidFill>
                            <a:srgbClr val="252525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·</a:t>
                      </a:r>
                      <a:r>
                        <a:rPr lang="ko-KR" altLang="en-US" sz="700">
                          <a:solidFill>
                            <a:srgbClr val="252525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상세 유지</a:t>
                      </a:r>
                    </a:p>
                  </a:txBody>
                  <a:tcPr marL="50800" marR="50800" marT="25400" marB="25400"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700">
                          <a:solidFill>
                            <a:srgbClr val="252525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Client ID</a:t>
                      </a:r>
                      <a:r>
                        <a:rPr lang="ko-KR" altLang="en-US" sz="700">
                          <a:solidFill>
                            <a:srgbClr val="252525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와 허용 </a:t>
                      </a:r>
                      <a:r>
                        <a:rPr lang="en-US" altLang="ko-KR" sz="700">
                          <a:solidFill>
                            <a:srgbClr val="252525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URL </a:t>
                      </a:r>
                      <a:r>
                        <a:rPr lang="ko-KR" altLang="en-US" sz="700">
                          <a:solidFill>
                            <a:srgbClr val="252525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확인</a:t>
                      </a:r>
                    </a:p>
                  </a:txBody>
                  <a:tcPr marL="50800" marR="50800" marT="25400" marB="25400" anchor="ctr"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98612591"/>
                  </a:ext>
                </a:extLst>
              </a:tr>
              <a:tr h="54610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700">
                          <a:solidFill>
                            <a:srgbClr val="252525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빈 데이터</a:t>
                      </a:r>
                    </a:p>
                  </a:txBody>
                  <a:tcPr marL="50800" marR="508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700">
                          <a:solidFill>
                            <a:srgbClr val="252525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수집된 데이터가 없습니다</a:t>
                      </a:r>
                    </a:p>
                  </a:txBody>
                  <a:tcPr marL="50800" marR="508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700">
                          <a:solidFill>
                            <a:srgbClr val="252525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정상으로 표시하지 않음</a:t>
                      </a:r>
                    </a:p>
                  </a:txBody>
                  <a:tcPr marL="50800" marR="508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700">
                          <a:solidFill>
                            <a:srgbClr val="252525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연동 또는 가져오기 수행</a:t>
                      </a:r>
                    </a:p>
                  </a:txBody>
                  <a:tcPr marL="50800" marR="50800" marT="25400" marB="254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0040469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09459658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나눔고딕" panose="02110004020202020204"/>
        <a:ea typeface=""/>
        <a:cs typeface=""/>
        <a:font script="Jpan" typeface="游ゴシック Light"/>
        <a:font script="Hang" typeface="나눔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나눔고딕" panose="02110004020202020204"/>
        <a:ea typeface=""/>
        <a:cs typeface=""/>
        <a:font script="Jpan" typeface="游ゴシック"/>
        <a:font script="Hang" typeface="나눔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나눔고딕" panose="02110004020202020204"/>
        <a:ea typeface=""/>
        <a:cs typeface=""/>
        <a:font script="Jpan" typeface="游ゴシック Light"/>
        <a:font script="Hang" typeface="나눔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나눔고딕" panose="02110004020202020204"/>
        <a:ea typeface=""/>
        <a:cs typeface=""/>
        <a:font script="Jpan" typeface="游ゴシック"/>
        <a:font script="Hang" typeface="나눔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42</TotalTime>
  <Words>2053</Words>
  <Application>Microsoft Office PowerPoint</Application>
  <PresentationFormat>와이드스크린</PresentationFormat>
  <Paragraphs>453</Paragraphs>
  <Slides>15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15</vt:i4>
      </vt:variant>
    </vt:vector>
  </HeadingPairs>
  <TitlesOfParts>
    <vt:vector size="19" baseType="lpstr">
      <vt:lpstr>Arial</vt:lpstr>
      <vt:lpstr>나눔고딕</vt:lpstr>
      <vt:lpstr>나눔고딕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5dt025</dc:creator>
  <cp:lastModifiedBy>seungjune shin</cp:lastModifiedBy>
  <cp:revision>4</cp:revision>
  <dcterms:created xsi:type="dcterms:W3CDTF">2026-07-24T11:07:44Z</dcterms:created>
  <dcterms:modified xsi:type="dcterms:W3CDTF">2026-09-26T08:13:07Z</dcterms:modified>
</cp:coreProperties>
</file>